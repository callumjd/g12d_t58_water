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handoutMasterIdLst>
    <p:handoutMasterId r:id="rId56"/>
  </p:handoutMasterIdLst>
  <p:sldIdLst>
    <p:sldId id="337" r:id="rId2"/>
    <p:sldId id="425" r:id="rId3"/>
    <p:sldId id="431" r:id="rId4"/>
    <p:sldId id="390" r:id="rId5"/>
    <p:sldId id="298" r:id="rId6"/>
    <p:sldId id="391" r:id="rId7"/>
    <p:sldId id="392" r:id="rId8"/>
    <p:sldId id="402" r:id="rId9"/>
    <p:sldId id="393" r:id="rId10"/>
    <p:sldId id="403" r:id="rId11"/>
    <p:sldId id="395" r:id="rId12"/>
    <p:sldId id="396" r:id="rId13"/>
    <p:sldId id="397" r:id="rId14"/>
    <p:sldId id="398" r:id="rId15"/>
    <p:sldId id="410" r:id="rId16"/>
    <p:sldId id="424" r:id="rId17"/>
    <p:sldId id="399" r:id="rId18"/>
    <p:sldId id="404" r:id="rId19"/>
    <p:sldId id="405" r:id="rId20"/>
    <p:sldId id="406" r:id="rId21"/>
    <p:sldId id="411" r:id="rId22"/>
    <p:sldId id="412" r:id="rId23"/>
    <p:sldId id="413" r:id="rId24"/>
    <p:sldId id="414" r:id="rId25"/>
    <p:sldId id="409" r:id="rId26"/>
    <p:sldId id="415" r:id="rId27"/>
    <p:sldId id="401" r:id="rId28"/>
    <p:sldId id="422" r:id="rId29"/>
    <p:sldId id="416" r:id="rId30"/>
    <p:sldId id="417" r:id="rId31"/>
    <p:sldId id="418" r:id="rId32"/>
    <p:sldId id="419" r:id="rId33"/>
    <p:sldId id="420" r:id="rId34"/>
    <p:sldId id="421" r:id="rId35"/>
    <p:sldId id="423" r:id="rId36"/>
    <p:sldId id="426" r:id="rId37"/>
    <p:sldId id="427" r:id="rId38"/>
    <p:sldId id="428" r:id="rId39"/>
    <p:sldId id="429" r:id="rId40"/>
    <p:sldId id="430" r:id="rId41"/>
    <p:sldId id="389" r:id="rId42"/>
    <p:sldId id="432" r:id="rId43"/>
    <p:sldId id="433" r:id="rId44"/>
    <p:sldId id="435" r:id="rId45"/>
    <p:sldId id="434" r:id="rId46"/>
    <p:sldId id="436" r:id="rId47"/>
    <p:sldId id="437" r:id="rId48"/>
    <p:sldId id="438" r:id="rId49"/>
    <p:sldId id="439" r:id="rId50"/>
    <p:sldId id="440" r:id="rId51"/>
    <p:sldId id="441" r:id="rId52"/>
    <p:sldId id="442" r:id="rId53"/>
    <p:sldId id="443"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9715AB05-7AF5-4257-A34A-0432AF6DD854}">
          <p14:sldIdLst>
            <p14:sldId id="337"/>
          </p14:sldIdLst>
        </p14:section>
        <p14:section name="Text &amp; Image Slides" id="{85C139EA-5DE7-4DD8-B697-E5387950C203}">
          <p14:sldIdLst>
            <p14:sldId id="425"/>
            <p14:sldId id="431"/>
            <p14:sldId id="390"/>
            <p14:sldId id="298"/>
            <p14:sldId id="391"/>
            <p14:sldId id="392"/>
            <p14:sldId id="402"/>
            <p14:sldId id="393"/>
            <p14:sldId id="403"/>
            <p14:sldId id="395"/>
            <p14:sldId id="396"/>
            <p14:sldId id="397"/>
            <p14:sldId id="398"/>
            <p14:sldId id="410"/>
            <p14:sldId id="424"/>
            <p14:sldId id="399"/>
            <p14:sldId id="404"/>
            <p14:sldId id="405"/>
            <p14:sldId id="406"/>
            <p14:sldId id="411"/>
            <p14:sldId id="412"/>
            <p14:sldId id="413"/>
            <p14:sldId id="414"/>
            <p14:sldId id="409"/>
            <p14:sldId id="415"/>
            <p14:sldId id="401"/>
            <p14:sldId id="422"/>
            <p14:sldId id="416"/>
            <p14:sldId id="417"/>
            <p14:sldId id="418"/>
            <p14:sldId id="419"/>
            <p14:sldId id="420"/>
            <p14:sldId id="421"/>
            <p14:sldId id="423"/>
            <p14:sldId id="426"/>
            <p14:sldId id="427"/>
            <p14:sldId id="428"/>
            <p14:sldId id="429"/>
          </p14:sldIdLst>
        </p14:section>
        <p14:section name="Acknowledgements" id="{C0AE562D-F34D-4399-A430-D5E57085FA8C}">
          <p14:sldIdLst>
            <p14:sldId id="430"/>
          </p14:sldIdLst>
        </p14:section>
        <p14:section name="End Slide" id="{72384A15-49E9-405F-85B0-0F5738B10BFE}">
          <p14:sldIdLst>
            <p14:sldId id="389"/>
          </p14:sldIdLst>
        </p14:section>
        <p14:section name="Back-up" id="{4877921F-E0FA-4681-AF8A-311B575E4677}">
          <p14:sldIdLst>
            <p14:sldId id="432"/>
            <p14:sldId id="433"/>
            <p14:sldId id="435"/>
            <p14:sldId id="434"/>
            <p14:sldId id="436"/>
            <p14:sldId id="437"/>
            <p14:sldId id="438"/>
            <p14:sldId id="439"/>
            <p14:sldId id="440"/>
            <p14:sldId id="441"/>
            <p14:sldId id="442"/>
            <p14:sldId id="44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60A9"/>
    <a:srgbClr val="50E2D0"/>
    <a:srgbClr val="D0D0D0"/>
    <a:srgbClr val="8F2DDE"/>
    <a:srgbClr val="00EA6A"/>
    <a:srgbClr val="002068"/>
    <a:srgbClr val="F2F2F2"/>
    <a:srgbClr val="A7A8AA"/>
    <a:srgbClr val="FFC1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806" autoAdjust="0"/>
  </p:normalViewPr>
  <p:slideViewPr>
    <p:cSldViewPr snapToGrid="0" showGuides="1">
      <p:cViewPr varScale="1">
        <p:scale>
          <a:sx n="61" d="100"/>
          <a:sy n="61" d="100"/>
        </p:scale>
        <p:origin x="884" y="268"/>
      </p:cViewPr>
      <p:guideLst/>
    </p:cSldViewPr>
  </p:slideViewPr>
  <p:notesTextViewPr>
    <p:cViewPr>
      <p:scale>
        <a:sx n="1" d="1"/>
        <a:sy n="1" d="1"/>
      </p:scale>
      <p:origin x="0" y="0"/>
    </p:cViewPr>
  </p:notesTextViewPr>
  <p:notesViewPr>
    <p:cSldViewPr snapToGrid="0" showGuides="1">
      <p:cViewPr varScale="1">
        <p:scale>
          <a:sx n="61" d="100"/>
          <a:sy n="61" d="100"/>
        </p:scale>
        <p:origin x="3182" y="3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ckson, Callum" userId="0e5db021-c310-4624-9bc7-9e09f6c75bc1" providerId="ADAL" clId="{2AF3A9CB-CD50-4D58-B473-46F1D0342E6B}"/>
    <pc:docChg chg="undo redo custSel addSld delSld modSld sldOrd modSection">
      <pc:chgData name="Dickson, Callum" userId="0e5db021-c310-4624-9bc7-9e09f6c75bc1" providerId="ADAL" clId="{2AF3A9CB-CD50-4D58-B473-46F1D0342E6B}" dt="2024-11-22T19:39:24.489" v="11693" actId="20577"/>
      <pc:docMkLst>
        <pc:docMk/>
      </pc:docMkLst>
      <pc:sldChg chg="del">
        <pc:chgData name="Dickson, Callum" userId="0e5db021-c310-4624-9bc7-9e09f6c75bc1" providerId="ADAL" clId="{2AF3A9CB-CD50-4D58-B473-46F1D0342E6B}" dt="2024-11-05T01:40:38.583" v="2227" actId="2696"/>
        <pc:sldMkLst>
          <pc:docMk/>
          <pc:sldMk cId="1476648959" sldId="256"/>
        </pc:sldMkLst>
      </pc:sldChg>
      <pc:sldChg chg="addSp delSp modSp add mod ord">
        <pc:chgData name="Dickson, Callum" userId="0e5db021-c310-4624-9bc7-9e09f6c75bc1" providerId="ADAL" clId="{2AF3A9CB-CD50-4D58-B473-46F1D0342E6B}" dt="2024-11-06T01:12:21.717" v="3740" actId="478"/>
        <pc:sldMkLst>
          <pc:docMk/>
          <pc:sldMk cId="2813135952" sldId="298"/>
        </pc:sldMkLst>
      </pc:sldChg>
      <pc:sldChg chg="modSp mod">
        <pc:chgData name="Dickson, Callum" userId="0e5db021-c310-4624-9bc7-9e09f6c75bc1" providerId="ADAL" clId="{2AF3A9CB-CD50-4D58-B473-46F1D0342E6B}" dt="2024-11-05T00:06:17.510" v="1747" actId="14100"/>
        <pc:sldMkLst>
          <pc:docMk/>
          <pc:sldMk cId="2464161930" sldId="337"/>
        </pc:sldMkLst>
      </pc:sldChg>
      <pc:sldChg chg="modSp mod">
        <pc:chgData name="Dickson, Callum" userId="0e5db021-c310-4624-9bc7-9e09f6c75bc1" providerId="ADAL" clId="{2AF3A9CB-CD50-4D58-B473-46F1D0342E6B}" dt="2024-11-22T16:49:27.486" v="10724" actId="20577"/>
        <pc:sldMkLst>
          <pc:docMk/>
          <pc:sldMk cId="4259244536" sldId="389"/>
        </pc:sldMkLst>
      </pc:sldChg>
      <pc:sldChg chg="addSp delSp modSp mod">
        <pc:chgData name="Dickson, Callum" userId="0e5db021-c310-4624-9bc7-9e09f6c75bc1" providerId="ADAL" clId="{2AF3A9CB-CD50-4D58-B473-46F1D0342E6B}" dt="2024-11-22T16:49:51.438" v="10732" actId="20577"/>
        <pc:sldMkLst>
          <pc:docMk/>
          <pc:sldMk cId="84281990" sldId="390"/>
        </pc:sldMkLst>
      </pc:sldChg>
      <pc:sldChg chg="addSp delSp modSp mod">
        <pc:chgData name="Dickson, Callum" userId="0e5db021-c310-4624-9bc7-9e09f6c75bc1" providerId="ADAL" clId="{2AF3A9CB-CD50-4D58-B473-46F1D0342E6B}" dt="2024-11-06T00:28:47.422" v="2629" actId="1036"/>
        <pc:sldMkLst>
          <pc:docMk/>
          <pc:sldMk cId="2305566278" sldId="391"/>
        </pc:sldMkLst>
      </pc:sldChg>
      <pc:sldChg chg="addSp delSp modSp new mod">
        <pc:chgData name="Dickson, Callum" userId="0e5db021-c310-4624-9bc7-9e09f6c75bc1" providerId="ADAL" clId="{2AF3A9CB-CD50-4D58-B473-46F1D0342E6B}" dt="2024-11-22T17:21:07.014" v="11654" actId="14100"/>
        <pc:sldMkLst>
          <pc:docMk/>
          <pc:sldMk cId="3586568773" sldId="392"/>
        </pc:sldMkLst>
      </pc:sldChg>
      <pc:sldChg chg="addSp delSp modSp add mod">
        <pc:chgData name="Dickson, Callum" userId="0e5db021-c310-4624-9bc7-9e09f6c75bc1" providerId="ADAL" clId="{2AF3A9CB-CD50-4D58-B473-46F1D0342E6B}" dt="2024-11-22T16:50:22.944" v="10736" actId="20577"/>
        <pc:sldMkLst>
          <pc:docMk/>
          <pc:sldMk cId="1128196762" sldId="393"/>
        </pc:sldMkLst>
      </pc:sldChg>
      <pc:sldChg chg="modSp add del mod">
        <pc:chgData name="Dickson, Callum" userId="0e5db021-c310-4624-9bc7-9e09f6c75bc1" providerId="ADAL" clId="{2AF3A9CB-CD50-4D58-B473-46F1D0342E6B}" dt="2024-11-06T01:45:17.362" v="3775" actId="2696"/>
        <pc:sldMkLst>
          <pc:docMk/>
          <pc:sldMk cId="1663752540" sldId="394"/>
        </pc:sldMkLst>
      </pc:sldChg>
      <pc:sldChg chg="addSp delSp modSp add mod">
        <pc:chgData name="Dickson, Callum" userId="0e5db021-c310-4624-9bc7-9e09f6c75bc1" providerId="ADAL" clId="{2AF3A9CB-CD50-4D58-B473-46F1D0342E6B}" dt="2024-11-22T17:21:11.216" v="11655" actId="478"/>
        <pc:sldMkLst>
          <pc:docMk/>
          <pc:sldMk cId="1870324839" sldId="395"/>
        </pc:sldMkLst>
      </pc:sldChg>
      <pc:sldChg chg="delSp modSp add mod">
        <pc:chgData name="Dickson, Callum" userId="0e5db021-c310-4624-9bc7-9e09f6c75bc1" providerId="ADAL" clId="{2AF3A9CB-CD50-4D58-B473-46F1D0342E6B}" dt="2024-11-22T17:21:12.952" v="11656" actId="478"/>
        <pc:sldMkLst>
          <pc:docMk/>
          <pc:sldMk cId="1409895043" sldId="396"/>
        </pc:sldMkLst>
      </pc:sldChg>
      <pc:sldChg chg="addSp delSp modSp add mod">
        <pc:chgData name="Dickson, Callum" userId="0e5db021-c310-4624-9bc7-9e09f6c75bc1" providerId="ADAL" clId="{2AF3A9CB-CD50-4D58-B473-46F1D0342E6B}" dt="2024-11-22T17:21:14.835" v="11657" actId="478"/>
        <pc:sldMkLst>
          <pc:docMk/>
          <pc:sldMk cId="1585662962" sldId="397"/>
        </pc:sldMkLst>
      </pc:sldChg>
      <pc:sldChg chg="addSp delSp modSp add mod">
        <pc:chgData name="Dickson, Callum" userId="0e5db021-c310-4624-9bc7-9e09f6c75bc1" providerId="ADAL" clId="{2AF3A9CB-CD50-4D58-B473-46F1D0342E6B}" dt="2024-11-22T17:21:17.117" v="11658" actId="478"/>
        <pc:sldMkLst>
          <pc:docMk/>
          <pc:sldMk cId="1962662610" sldId="398"/>
        </pc:sldMkLst>
      </pc:sldChg>
      <pc:sldChg chg="addSp delSp modSp add mod">
        <pc:chgData name="Dickson, Callum" userId="0e5db021-c310-4624-9bc7-9e09f6c75bc1" providerId="ADAL" clId="{2AF3A9CB-CD50-4D58-B473-46F1D0342E6B}" dt="2024-11-22T17:21:28.217" v="11662" actId="478"/>
        <pc:sldMkLst>
          <pc:docMk/>
          <pc:sldMk cId="3963454396" sldId="399"/>
        </pc:sldMkLst>
      </pc:sldChg>
      <pc:sldChg chg="modSp add del mod">
        <pc:chgData name="Dickson, Callum" userId="0e5db021-c310-4624-9bc7-9e09f6c75bc1" providerId="ADAL" clId="{2AF3A9CB-CD50-4D58-B473-46F1D0342E6B}" dt="2024-11-16T22:53:39.594" v="8421" actId="2696"/>
        <pc:sldMkLst>
          <pc:docMk/>
          <pc:sldMk cId="1495044434" sldId="400"/>
        </pc:sldMkLst>
      </pc:sldChg>
      <pc:sldChg chg="addSp delSp modSp add mod">
        <pc:chgData name="Dickson, Callum" userId="0e5db021-c310-4624-9bc7-9e09f6c75bc1" providerId="ADAL" clId="{2AF3A9CB-CD50-4D58-B473-46F1D0342E6B}" dt="2024-11-22T17:21:51.509" v="11673" actId="478"/>
        <pc:sldMkLst>
          <pc:docMk/>
          <pc:sldMk cId="4172158251" sldId="401"/>
        </pc:sldMkLst>
      </pc:sldChg>
      <pc:sldChg chg="addSp delSp modSp add mod">
        <pc:chgData name="Dickson, Callum" userId="0e5db021-c310-4624-9bc7-9e09f6c75bc1" providerId="ADAL" clId="{2AF3A9CB-CD50-4D58-B473-46F1D0342E6B}" dt="2024-11-06T01:15:14.911" v="3742" actId="20577"/>
        <pc:sldMkLst>
          <pc:docMk/>
          <pc:sldMk cId="1199784221" sldId="402"/>
        </pc:sldMkLst>
      </pc:sldChg>
      <pc:sldChg chg="addSp delSp modSp add mod">
        <pc:chgData name="Dickson, Callum" userId="0e5db021-c310-4624-9bc7-9e09f6c75bc1" providerId="ADAL" clId="{2AF3A9CB-CD50-4D58-B473-46F1D0342E6B}" dt="2024-11-22T16:50:36.916" v="10740"/>
        <pc:sldMkLst>
          <pc:docMk/>
          <pc:sldMk cId="669750181" sldId="403"/>
        </pc:sldMkLst>
      </pc:sldChg>
      <pc:sldChg chg="addSp delSp modSp add mod">
        <pc:chgData name="Dickson, Callum" userId="0e5db021-c310-4624-9bc7-9e09f6c75bc1" providerId="ADAL" clId="{2AF3A9CB-CD50-4D58-B473-46F1D0342E6B}" dt="2024-11-22T17:21:29.793" v="11663" actId="478"/>
        <pc:sldMkLst>
          <pc:docMk/>
          <pc:sldMk cId="2097235498" sldId="404"/>
        </pc:sldMkLst>
      </pc:sldChg>
      <pc:sldChg chg="addSp delSp modSp add mod">
        <pc:chgData name="Dickson, Callum" userId="0e5db021-c310-4624-9bc7-9e09f6c75bc1" providerId="ADAL" clId="{2AF3A9CB-CD50-4D58-B473-46F1D0342E6B}" dt="2024-11-22T17:21:37.755" v="11665" actId="14100"/>
        <pc:sldMkLst>
          <pc:docMk/>
          <pc:sldMk cId="4130774183" sldId="405"/>
        </pc:sldMkLst>
      </pc:sldChg>
      <pc:sldChg chg="addSp delSp modSp new mod">
        <pc:chgData name="Dickson, Callum" userId="0e5db021-c310-4624-9bc7-9e09f6c75bc1" providerId="ADAL" clId="{2AF3A9CB-CD50-4D58-B473-46F1D0342E6B}" dt="2024-11-22T17:21:40.492" v="11666" actId="478"/>
        <pc:sldMkLst>
          <pc:docMk/>
          <pc:sldMk cId="87943358" sldId="406"/>
        </pc:sldMkLst>
      </pc:sldChg>
      <pc:sldChg chg="add del">
        <pc:chgData name="Dickson, Callum" userId="0e5db021-c310-4624-9bc7-9e09f6c75bc1" providerId="ADAL" clId="{2AF3A9CB-CD50-4D58-B473-46F1D0342E6B}" dt="2024-11-16T22:44:41.828" v="8208" actId="2696"/>
        <pc:sldMkLst>
          <pc:docMk/>
          <pc:sldMk cId="2677939668" sldId="407"/>
        </pc:sldMkLst>
      </pc:sldChg>
      <pc:sldChg chg="add del">
        <pc:chgData name="Dickson, Callum" userId="0e5db021-c310-4624-9bc7-9e09f6c75bc1" providerId="ADAL" clId="{2AF3A9CB-CD50-4D58-B473-46F1D0342E6B}" dt="2024-11-16T22:44:41.828" v="8208" actId="2696"/>
        <pc:sldMkLst>
          <pc:docMk/>
          <pc:sldMk cId="2702159197" sldId="408"/>
        </pc:sldMkLst>
      </pc:sldChg>
      <pc:sldChg chg="addSp delSp modSp add mod">
        <pc:chgData name="Dickson, Callum" userId="0e5db021-c310-4624-9bc7-9e09f6c75bc1" providerId="ADAL" clId="{2AF3A9CB-CD50-4D58-B473-46F1D0342E6B}" dt="2024-11-22T17:25:20.671" v="11689" actId="1076"/>
        <pc:sldMkLst>
          <pc:docMk/>
          <pc:sldMk cId="1785584634" sldId="409"/>
        </pc:sldMkLst>
      </pc:sldChg>
      <pc:sldChg chg="addSp delSp modSp add mod">
        <pc:chgData name="Dickson, Callum" userId="0e5db021-c310-4624-9bc7-9e09f6c75bc1" providerId="ADAL" clId="{2AF3A9CB-CD50-4D58-B473-46F1D0342E6B}" dt="2024-11-22T17:21:18.707" v="11659" actId="478"/>
        <pc:sldMkLst>
          <pc:docMk/>
          <pc:sldMk cId="3626430760" sldId="410"/>
        </pc:sldMkLst>
      </pc:sldChg>
      <pc:sldChg chg="addSp delSp modSp add mod">
        <pc:chgData name="Dickson, Callum" userId="0e5db021-c310-4624-9bc7-9e09f6c75bc1" providerId="ADAL" clId="{2AF3A9CB-CD50-4D58-B473-46F1D0342E6B}" dt="2024-11-22T17:21:42.693" v="11667" actId="478"/>
        <pc:sldMkLst>
          <pc:docMk/>
          <pc:sldMk cId="2719367777" sldId="411"/>
        </pc:sldMkLst>
      </pc:sldChg>
      <pc:sldChg chg="addSp delSp modSp add mod">
        <pc:chgData name="Dickson, Callum" userId="0e5db021-c310-4624-9bc7-9e09f6c75bc1" providerId="ADAL" clId="{2AF3A9CB-CD50-4D58-B473-46F1D0342E6B}" dt="2024-11-22T17:21:44.053" v="11668" actId="478"/>
        <pc:sldMkLst>
          <pc:docMk/>
          <pc:sldMk cId="822160199" sldId="412"/>
        </pc:sldMkLst>
      </pc:sldChg>
      <pc:sldChg chg="addSp delSp modSp add mod">
        <pc:chgData name="Dickson, Callum" userId="0e5db021-c310-4624-9bc7-9e09f6c75bc1" providerId="ADAL" clId="{2AF3A9CB-CD50-4D58-B473-46F1D0342E6B}" dt="2024-11-22T17:21:45.677" v="11669" actId="478"/>
        <pc:sldMkLst>
          <pc:docMk/>
          <pc:sldMk cId="1341460605" sldId="413"/>
        </pc:sldMkLst>
      </pc:sldChg>
      <pc:sldChg chg="addSp delSp modSp add mod">
        <pc:chgData name="Dickson, Callum" userId="0e5db021-c310-4624-9bc7-9e09f6c75bc1" providerId="ADAL" clId="{2AF3A9CB-CD50-4D58-B473-46F1D0342E6B}" dt="2024-11-22T17:21:47.148" v="11670" actId="478"/>
        <pc:sldMkLst>
          <pc:docMk/>
          <pc:sldMk cId="1288008877" sldId="414"/>
        </pc:sldMkLst>
      </pc:sldChg>
      <pc:sldChg chg="addSp delSp modSp add mod">
        <pc:chgData name="Dickson, Callum" userId="0e5db021-c310-4624-9bc7-9e09f6c75bc1" providerId="ADAL" clId="{2AF3A9CB-CD50-4D58-B473-46F1D0342E6B}" dt="2024-11-22T17:21:50.015" v="11672" actId="478"/>
        <pc:sldMkLst>
          <pc:docMk/>
          <pc:sldMk cId="1400694211" sldId="415"/>
        </pc:sldMkLst>
      </pc:sldChg>
      <pc:sldChg chg="addSp delSp modSp add mod ord">
        <pc:chgData name="Dickson, Callum" userId="0e5db021-c310-4624-9bc7-9e09f6c75bc1" providerId="ADAL" clId="{2AF3A9CB-CD50-4D58-B473-46F1D0342E6B}" dt="2024-11-22T17:21:54.447" v="11675" actId="478"/>
        <pc:sldMkLst>
          <pc:docMk/>
          <pc:sldMk cId="1135711171" sldId="416"/>
        </pc:sldMkLst>
      </pc:sldChg>
      <pc:sldChg chg="addSp delSp modSp new mod">
        <pc:chgData name="Dickson, Callum" userId="0e5db021-c310-4624-9bc7-9e09f6c75bc1" providerId="ADAL" clId="{2AF3A9CB-CD50-4D58-B473-46F1D0342E6B}" dt="2024-11-22T17:21:55.867" v="11676" actId="478"/>
        <pc:sldMkLst>
          <pc:docMk/>
          <pc:sldMk cId="1353061086" sldId="417"/>
        </pc:sldMkLst>
      </pc:sldChg>
      <pc:sldChg chg="addSp delSp modSp add mod">
        <pc:chgData name="Dickson, Callum" userId="0e5db021-c310-4624-9bc7-9e09f6c75bc1" providerId="ADAL" clId="{2AF3A9CB-CD50-4D58-B473-46F1D0342E6B}" dt="2024-11-22T17:21:57.262" v="11677" actId="478"/>
        <pc:sldMkLst>
          <pc:docMk/>
          <pc:sldMk cId="1275137439" sldId="418"/>
        </pc:sldMkLst>
      </pc:sldChg>
      <pc:sldChg chg="addSp delSp modSp add mod">
        <pc:chgData name="Dickson, Callum" userId="0e5db021-c310-4624-9bc7-9e09f6c75bc1" providerId="ADAL" clId="{2AF3A9CB-CD50-4D58-B473-46F1D0342E6B}" dt="2024-11-22T17:21:58.536" v="11678" actId="478"/>
        <pc:sldMkLst>
          <pc:docMk/>
          <pc:sldMk cId="332601092" sldId="419"/>
        </pc:sldMkLst>
      </pc:sldChg>
      <pc:sldChg chg="addSp delSp modSp add mod">
        <pc:chgData name="Dickson, Callum" userId="0e5db021-c310-4624-9bc7-9e09f6c75bc1" providerId="ADAL" clId="{2AF3A9CB-CD50-4D58-B473-46F1D0342E6B}" dt="2024-11-22T17:22:00.760" v="11679" actId="478"/>
        <pc:sldMkLst>
          <pc:docMk/>
          <pc:sldMk cId="2563866797" sldId="420"/>
        </pc:sldMkLst>
      </pc:sldChg>
      <pc:sldChg chg="addSp delSp modSp add mod">
        <pc:chgData name="Dickson, Callum" userId="0e5db021-c310-4624-9bc7-9e09f6c75bc1" providerId="ADAL" clId="{2AF3A9CB-CD50-4D58-B473-46F1D0342E6B}" dt="2024-11-22T19:39:09.808" v="11691"/>
        <pc:sldMkLst>
          <pc:docMk/>
          <pc:sldMk cId="2343273854" sldId="421"/>
        </pc:sldMkLst>
      </pc:sldChg>
      <pc:sldChg chg="addSp delSp modSp add mod ord">
        <pc:chgData name="Dickson, Callum" userId="0e5db021-c310-4624-9bc7-9e09f6c75bc1" providerId="ADAL" clId="{2AF3A9CB-CD50-4D58-B473-46F1D0342E6B}" dt="2024-11-22T17:21:52.999" v="11674" actId="478"/>
        <pc:sldMkLst>
          <pc:docMk/>
          <pc:sldMk cId="342313634" sldId="422"/>
        </pc:sldMkLst>
      </pc:sldChg>
      <pc:sldChg chg="delSp modSp add mod">
        <pc:chgData name="Dickson, Callum" userId="0e5db021-c310-4624-9bc7-9e09f6c75bc1" providerId="ADAL" clId="{2AF3A9CB-CD50-4D58-B473-46F1D0342E6B}" dt="2024-11-22T19:39:24.489" v="11693" actId="20577"/>
        <pc:sldMkLst>
          <pc:docMk/>
          <pc:sldMk cId="2528953872" sldId="423"/>
        </pc:sldMkLst>
      </pc:sldChg>
      <pc:sldChg chg="addSp delSp modSp new mod">
        <pc:chgData name="Dickson, Callum" userId="0e5db021-c310-4624-9bc7-9e09f6c75bc1" providerId="ADAL" clId="{2AF3A9CB-CD50-4D58-B473-46F1D0342E6B}" dt="2024-11-22T17:21:23.418" v="11661" actId="14100"/>
        <pc:sldMkLst>
          <pc:docMk/>
          <pc:sldMk cId="1711460358" sldId="424"/>
        </pc:sldMkLst>
      </pc:sldChg>
    </pc:docChg>
  </pc:docChgLst>
  <pc:docChgLst>
    <pc:chgData name="Dickson, Callum" userId="0e5db021-c310-4624-9bc7-9e09f6c75bc1" providerId="ADAL" clId="{2D58A811-E0FE-4238-9F37-1361A03B35D3}"/>
    <pc:docChg chg="undo redo custSel addSld modSld sldOrd addSection modSection">
      <pc:chgData name="Dickson, Callum" userId="0e5db021-c310-4624-9bc7-9e09f6c75bc1" providerId="ADAL" clId="{2D58A811-E0FE-4238-9F37-1361A03B35D3}" dt="2025-03-11T18:50:55.613" v="10111"/>
      <pc:docMkLst>
        <pc:docMk/>
      </pc:docMkLst>
      <pc:sldChg chg="addSp modSp mod">
        <pc:chgData name="Dickson, Callum" userId="0e5db021-c310-4624-9bc7-9e09f6c75bc1" providerId="ADAL" clId="{2D58A811-E0FE-4238-9F37-1361A03B35D3}" dt="2025-03-08T19:34:41.067" v="4874"/>
        <pc:sldMkLst>
          <pc:docMk/>
          <pc:sldMk cId="2813135952" sldId="298"/>
        </pc:sldMkLst>
        <pc:spChg chg="add mod">
          <ac:chgData name="Dickson, Callum" userId="0e5db021-c310-4624-9bc7-9e09f6c75bc1" providerId="ADAL" clId="{2D58A811-E0FE-4238-9F37-1361A03B35D3}" dt="2025-03-06T00:21:34.261" v="2275" actId="1076"/>
          <ac:spMkLst>
            <pc:docMk/>
            <pc:sldMk cId="2813135952" sldId="298"/>
            <ac:spMk id="2" creationId="{88D414D7-2463-694C-7FA7-41C21F4AFF85}"/>
          </ac:spMkLst>
        </pc:spChg>
        <pc:spChg chg="add mod">
          <ac:chgData name="Dickson, Callum" userId="0e5db021-c310-4624-9bc7-9e09f6c75bc1" providerId="ADAL" clId="{2D58A811-E0FE-4238-9F37-1361A03B35D3}" dt="2025-03-08T19:34:41.067" v="4874"/>
          <ac:spMkLst>
            <pc:docMk/>
            <pc:sldMk cId="2813135952" sldId="298"/>
            <ac:spMk id="3" creationId="{F40FC468-50E7-E008-ADA0-CDBB4AEC0C36}"/>
          </ac:spMkLst>
        </pc:spChg>
      </pc:sldChg>
      <pc:sldChg chg="addSp modSp mod">
        <pc:chgData name="Dickson, Callum" userId="0e5db021-c310-4624-9bc7-9e09f6c75bc1" providerId="ADAL" clId="{2D58A811-E0FE-4238-9F37-1361A03B35D3}" dt="2025-03-10T22:14:01.079" v="10101" actId="20577"/>
        <pc:sldMkLst>
          <pc:docMk/>
          <pc:sldMk cId="2464161930" sldId="337"/>
        </pc:sldMkLst>
        <pc:spChg chg="add mod">
          <ac:chgData name="Dickson, Callum" userId="0e5db021-c310-4624-9bc7-9e09f6c75bc1" providerId="ADAL" clId="{2D58A811-E0FE-4238-9F37-1361A03B35D3}" dt="2025-03-08T19:34:29.391" v="4851" actId="208"/>
          <ac:spMkLst>
            <pc:docMk/>
            <pc:sldMk cId="2464161930" sldId="337"/>
            <ac:spMk id="2" creationId="{A71D7084-BA5F-D2D6-D78B-0C9716C9066D}"/>
          </ac:spMkLst>
        </pc:spChg>
        <pc:spChg chg="mod">
          <ac:chgData name="Dickson, Callum" userId="0e5db021-c310-4624-9bc7-9e09f6c75bc1" providerId="ADAL" clId="{2D58A811-E0FE-4238-9F37-1361A03B35D3}" dt="2025-03-10T22:14:01.079" v="10101" actId="20577"/>
          <ac:spMkLst>
            <pc:docMk/>
            <pc:sldMk cId="2464161930" sldId="337"/>
            <ac:spMk id="4" creationId="{7F80D8C1-A382-22D7-05CA-0D57D64A92EA}"/>
          </ac:spMkLst>
        </pc:spChg>
      </pc:sldChg>
      <pc:sldChg chg="addSp delSp modSp mod">
        <pc:chgData name="Dickson, Callum" userId="0e5db021-c310-4624-9bc7-9e09f6c75bc1" providerId="ADAL" clId="{2D58A811-E0FE-4238-9F37-1361A03B35D3}" dt="2025-03-08T20:24:13.760" v="6625" actId="478"/>
        <pc:sldMkLst>
          <pc:docMk/>
          <pc:sldMk cId="4259244536" sldId="389"/>
        </pc:sldMkLst>
        <pc:spChg chg="add mod">
          <ac:chgData name="Dickson, Callum" userId="0e5db021-c310-4624-9bc7-9e09f6c75bc1" providerId="ADAL" clId="{2D58A811-E0FE-4238-9F37-1361A03B35D3}" dt="2025-03-08T19:36:49.503" v="4932"/>
          <ac:spMkLst>
            <pc:docMk/>
            <pc:sldMk cId="4259244536" sldId="389"/>
            <ac:spMk id="3" creationId="{F5C95242-CEA1-428C-BDA8-2A05BBDDB04E}"/>
          </ac:spMkLst>
        </pc:spChg>
      </pc:sldChg>
      <pc:sldChg chg="addSp delSp modSp mod modAnim">
        <pc:chgData name="Dickson, Callum" userId="0e5db021-c310-4624-9bc7-9e09f6c75bc1" providerId="ADAL" clId="{2D58A811-E0FE-4238-9F37-1361A03B35D3}" dt="2025-03-08T20:50:00.953" v="6734" actId="20577"/>
        <pc:sldMkLst>
          <pc:docMk/>
          <pc:sldMk cId="84281990" sldId="390"/>
        </pc:sldMkLst>
        <pc:spChg chg="add mod">
          <ac:chgData name="Dickson, Callum" userId="0e5db021-c310-4624-9bc7-9e09f6c75bc1" providerId="ADAL" clId="{2D58A811-E0FE-4238-9F37-1361A03B35D3}" dt="2025-03-08T19:34:39.298" v="4873"/>
          <ac:spMkLst>
            <pc:docMk/>
            <pc:sldMk cId="84281990" sldId="390"/>
            <ac:spMk id="2" creationId="{7FEC4318-B4E6-14A1-2842-208379DE2911}"/>
          </ac:spMkLst>
        </pc:spChg>
        <pc:spChg chg="add mod">
          <ac:chgData name="Dickson, Callum" userId="0e5db021-c310-4624-9bc7-9e09f6c75bc1" providerId="ADAL" clId="{2D58A811-E0FE-4238-9F37-1361A03B35D3}" dt="2025-03-06T00:15:49.420" v="2076" actId="1076"/>
          <ac:spMkLst>
            <pc:docMk/>
            <pc:sldMk cId="84281990" sldId="390"/>
            <ac:spMk id="3" creationId="{E20626EA-0C64-B785-7664-8A719E0FD8ED}"/>
          </ac:spMkLst>
        </pc:spChg>
        <pc:spChg chg="mod">
          <ac:chgData name="Dickson, Callum" userId="0e5db021-c310-4624-9bc7-9e09f6c75bc1" providerId="ADAL" clId="{2D58A811-E0FE-4238-9F37-1361A03B35D3}" dt="2025-03-08T20:50:00.953" v="6734" actId="20577"/>
          <ac:spMkLst>
            <pc:docMk/>
            <pc:sldMk cId="84281990" sldId="390"/>
            <ac:spMk id="5" creationId="{EB1112DE-21C3-0D24-546D-781D86425054}"/>
          </ac:spMkLst>
        </pc:spChg>
        <pc:spChg chg="add mod ord">
          <ac:chgData name="Dickson, Callum" userId="0e5db021-c310-4624-9bc7-9e09f6c75bc1" providerId="ADAL" clId="{2D58A811-E0FE-4238-9F37-1361A03B35D3}" dt="2025-03-05T23:25:46.452" v="271" actId="164"/>
          <ac:spMkLst>
            <pc:docMk/>
            <pc:sldMk cId="84281990" sldId="390"/>
            <ac:spMk id="8" creationId="{EA0F5F6D-1A40-D45D-4E17-C90719549BB8}"/>
          </ac:spMkLst>
        </pc:spChg>
        <pc:spChg chg="add mod">
          <ac:chgData name="Dickson, Callum" userId="0e5db021-c310-4624-9bc7-9e09f6c75bc1" providerId="ADAL" clId="{2D58A811-E0FE-4238-9F37-1361A03B35D3}" dt="2025-03-05T23:27:28.532" v="276" actId="207"/>
          <ac:spMkLst>
            <pc:docMk/>
            <pc:sldMk cId="84281990" sldId="390"/>
            <ac:spMk id="15" creationId="{88F13886-9CAC-1300-D16D-31F8899F9259}"/>
          </ac:spMkLst>
        </pc:spChg>
        <pc:spChg chg="add mod ord">
          <ac:chgData name="Dickson, Callum" userId="0e5db021-c310-4624-9bc7-9e09f6c75bc1" providerId="ADAL" clId="{2D58A811-E0FE-4238-9F37-1361A03B35D3}" dt="2025-03-05T23:25:46.452" v="271" actId="164"/>
          <ac:spMkLst>
            <pc:docMk/>
            <pc:sldMk cId="84281990" sldId="390"/>
            <ac:spMk id="16" creationId="{C362B89F-44E9-9F90-90EA-79E535545194}"/>
          </ac:spMkLst>
        </pc:spChg>
        <pc:spChg chg="add mod">
          <ac:chgData name="Dickson, Callum" userId="0e5db021-c310-4624-9bc7-9e09f6c75bc1" providerId="ADAL" clId="{2D58A811-E0FE-4238-9F37-1361A03B35D3}" dt="2025-03-05T23:27:28.532" v="276" actId="207"/>
          <ac:spMkLst>
            <pc:docMk/>
            <pc:sldMk cId="84281990" sldId="390"/>
            <ac:spMk id="17" creationId="{80098054-1FF3-4F5C-397E-221580B77364}"/>
          </ac:spMkLst>
        </pc:spChg>
        <pc:spChg chg="add mod">
          <ac:chgData name="Dickson, Callum" userId="0e5db021-c310-4624-9bc7-9e09f6c75bc1" providerId="ADAL" clId="{2D58A811-E0FE-4238-9F37-1361A03B35D3}" dt="2025-03-05T23:25:46.452" v="271" actId="164"/>
          <ac:spMkLst>
            <pc:docMk/>
            <pc:sldMk cId="84281990" sldId="390"/>
            <ac:spMk id="18" creationId="{4840DA77-40A1-4601-9951-998F828A27BA}"/>
          </ac:spMkLst>
        </pc:spChg>
        <pc:spChg chg="add mod">
          <ac:chgData name="Dickson, Callum" userId="0e5db021-c310-4624-9bc7-9e09f6c75bc1" providerId="ADAL" clId="{2D58A811-E0FE-4238-9F37-1361A03B35D3}" dt="2025-03-08T20:36:21.070" v="6675" actId="164"/>
          <ac:spMkLst>
            <pc:docMk/>
            <pc:sldMk cId="84281990" sldId="390"/>
            <ac:spMk id="20" creationId="{EFE8C6C9-8CCE-8F47-2467-7FED8A59D5A6}"/>
          </ac:spMkLst>
        </pc:spChg>
        <pc:spChg chg="add mod">
          <ac:chgData name="Dickson, Callum" userId="0e5db021-c310-4624-9bc7-9e09f6c75bc1" providerId="ADAL" clId="{2D58A811-E0FE-4238-9F37-1361A03B35D3}" dt="2025-03-08T20:36:21.070" v="6675" actId="164"/>
          <ac:spMkLst>
            <pc:docMk/>
            <pc:sldMk cId="84281990" sldId="390"/>
            <ac:spMk id="21" creationId="{6B8145B2-6CC1-5DD0-F535-5C5C8E26FEEA}"/>
          </ac:spMkLst>
        </pc:spChg>
        <pc:spChg chg="add mod">
          <ac:chgData name="Dickson, Callum" userId="0e5db021-c310-4624-9bc7-9e09f6c75bc1" providerId="ADAL" clId="{2D58A811-E0FE-4238-9F37-1361A03B35D3}" dt="2025-03-08T20:36:21.070" v="6675" actId="164"/>
          <ac:spMkLst>
            <pc:docMk/>
            <pc:sldMk cId="84281990" sldId="390"/>
            <ac:spMk id="25" creationId="{7786F468-425F-AD19-FAEB-96564C35EA01}"/>
          </ac:spMkLst>
        </pc:spChg>
        <pc:spChg chg="add mod">
          <ac:chgData name="Dickson, Callum" userId="0e5db021-c310-4624-9bc7-9e09f6c75bc1" providerId="ADAL" clId="{2D58A811-E0FE-4238-9F37-1361A03B35D3}" dt="2025-03-08T20:36:21.070" v="6675" actId="164"/>
          <ac:spMkLst>
            <pc:docMk/>
            <pc:sldMk cId="84281990" sldId="390"/>
            <ac:spMk id="26" creationId="{B246CB32-4E24-7138-7566-21FFF616375F}"/>
          </ac:spMkLst>
        </pc:spChg>
        <pc:spChg chg="add mod">
          <ac:chgData name="Dickson, Callum" userId="0e5db021-c310-4624-9bc7-9e09f6c75bc1" providerId="ADAL" clId="{2D58A811-E0FE-4238-9F37-1361A03B35D3}" dt="2025-03-08T20:36:21.070" v="6675" actId="164"/>
          <ac:spMkLst>
            <pc:docMk/>
            <pc:sldMk cId="84281990" sldId="390"/>
            <ac:spMk id="27" creationId="{7F0729FA-B2D6-760C-E5FB-FC9CA6CF6F33}"/>
          </ac:spMkLst>
        </pc:spChg>
        <pc:spChg chg="add mod">
          <ac:chgData name="Dickson, Callum" userId="0e5db021-c310-4624-9bc7-9e09f6c75bc1" providerId="ADAL" clId="{2D58A811-E0FE-4238-9F37-1361A03B35D3}" dt="2025-03-05T23:34:37.151" v="537" actId="164"/>
          <ac:spMkLst>
            <pc:docMk/>
            <pc:sldMk cId="84281990" sldId="390"/>
            <ac:spMk id="30" creationId="{9EAE1BCC-8D6C-F043-419D-981126B8A1AB}"/>
          </ac:spMkLst>
        </pc:spChg>
        <pc:spChg chg="add mod">
          <ac:chgData name="Dickson, Callum" userId="0e5db021-c310-4624-9bc7-9e09f6c75bc1" providerId="ADAL" clId="{2D58A811-E0FE-4238-9F37-1361A03B35D3}" dt="2025-03-05T23:34:37.151" v="537" actId="164"/>
          <ac:spMkLst>
            <pc:docMk/>
            <pc:sldMk cId="84281990" sldId="390"/>
            <ac:spMk id="31" creationId="{A824C548-CD04-9044-E053-38CC47263A6E}"/>
          </ac:spMkLst>
        </pc:spChg>
        <pc:spChg chg="add mod">
          <ac:chgData name="Dickson, Callum" userId="0e5db021-c310-4624-9bc7-9e09f6c75bc1" providerId="ADAL" clId="{2D58A811-E0FE-4238-9F37-1361A03B35D3}" dt="2025-03-05T23:34:37.151" v="537" actId="164"/>
          <ac:spMkLst>
            <pc:docMk/>
            <pc:sldMk cId="84281990" sldId="390"/>
            <ac:spMk id="32" creationId="{29423F2C-2035-4DC2-F836-CF77FDA7D88E}"/>
          </ac:spMkLst>
        </pc:spChg>
        <pc:spChg chg="add mod">
          <ac:chgData name="Dickson, Callum" userId="0e5db021-c310-4624-9bc7-9e09f6c75bc1" providerId="ADAL" clId="{2D58A811-E0FE-4238-9F37-1361A03B35D3}" dt="2025-03-05T23:34:37.151" v="537" actId="164"/>
          <ac:spMkLst>
            <pc:docMk/>
            <pc:sldMk cId="84281990" sldId="390"/>
            <ac:spMk id="33" creationId="{F5C9A7FA-1509-9E1F-3F49-B0C03A7CA6C4}"/>
          </ac:spMkLst>
        </pc:spChg>
        <pc:spChg chg="add mod">
          <ac:chgData name="Dickson, Callum" userId="0e5db021-c310-4624-9bc7-9e09f6c75bc1" providerId="ADAL" clId="{2D58A811-E0FE-4238-9F37-1361A03B35D3}" dt="2025-03-05T23:36:21.016" v="567" actId="164"/>
          <ac:spMkLst>
            <pc:docMk/>
            <pc:sldMk cId="84281990" sldId="390"/>
            <ac:spMk id="35" creationId="{84B3B368-F9D2-BE49-A99B-9794DC077A44}"/>
          </ac:spMkLst>
        </pc:spChg>
        <pc:grpChg chg="add mod">
          <ac:chgData name="Dickson, Callum" userId="0e5db021-c310-4624-9bc7-9e09f6c75bc1" providerId="ADAL" clId="{2D58A811-E0FE-4238-9F37-1361A03B35D3}" dt="2025-03-08T20:36:21.070" v="6675" actId="164"/>
          <ac:grpSpMkLst>
            <pc:docMk/>
            <pc:sldMk cId="84281990" sldId="390"/>
            <ac:grpSpMk id="6" creationId="{AB70D83E-76D7-BC31-48E1-7C2BE6929A8B}"/>
          </ac:grpSpMkLst>
        </pc:grpChg>
        <pc:grpChg chg="add mod">
          <ac:chgData name="Dickson, Callum" userId="0e5db021-c310-4624-9bc7-9e09f6c75bc1" providerId="ADAL" clId="{2D58A811-E0FE-4238-9F37-1361A03B35D3}" dt="2025-03-06T00:15:18.193" v="2036" actId="1036"/>
          <ac:grpSpMkLst>
            <pc:docMk/>
            <pc:sldMk cId="84281990" sldId="390"/>
            <ac:grpSpMk id="19" creationId="{253F09F6-350D-1006-B53F-620F60302D27}"/>
          </ac:grpSpMkLst>
        </pc:grpChg>
        <pc:grpChg chg="add mod">
          <ac:chgData name="Dickson, Callum" userId="0e5db021-c310-4624-9bc7-9e09f6c75bc1" providerId="ADAL" clId="{2D58A811-E0FE-4238-9F37-1361A03B35D3}" dt="2025-03-06T00:15:28.487" v="2061" actId="1036"/>
          <ac:grpSpMkLst>
            <pc:docMk/>
            <pc:sldMk cId="84281990" sldId="390"/>
            <ac:grpSpMk id="34" creationId="{E12B3B6C-4451-D1AC-44CE-390DCB038451}"/>
          </ac:grpSpMkLst>
        </pc:grpChg>
        <pc:grpChg chg="add mod">
          <ac:chgData name="Dickson, Callum" userId="0e5db021-c310-4624-9bc7-9e09f6c75bc1" providerId="ADAL" clId="{2D58A811-E0FE-4238-9F37-1361A03B35D3}" dt="2025-03-06T00:15:32.567" v="2069" actId="1036"/>
          <ac:grpSpMkLst>
            <pc:docMk/>
            <pc:sldMk cId="84281990" sldId="390"/>
            <ac:grpSpMk id="39" creationId="{A841D879-A721-B268-3613-5DFF946A497F}"/>
          </ac:grpSpMkLst>
        </pc:grpChg>
        <pc:cxnChg chg="add mod">
          <ac:chgData name="Dickson, Callum" userId="0e5db021-c310-4624-9bc7-9e09f6c75bc1" providerId="ADAL" clId="{2D58A811-E0FE-4238-9F37-1361A03B35D3}" dt="2025-03-05T23:34:37.151" v="537" actId="164"/>
          <ac:cxnSpMkLst>
            <pc:docMk/>
            <pc:sldMk cId="84281990" sldId="390"/>
            <ac:cxnSpMk id="29" creationId="{5C955CB3-3BD0-D9CE-9705-266899BA2B70}"/>
          </ac:cxnSpMkLst>
        </pc:cxnChg>
        <pc:cxnChg chg="add mod">
          <ac:chgData name="Dickson, Callum" userId="0e5db021-c310-4624-9bc7-9e09f6c75bc1" providerId="ADAL" clId="{2D58A811-E0FE-4238-9F37-1361A03B35D3}" dt="2025-03-05T23:36:45.276" v="574" actId="1035"/>
          <ac:cxnSpMkLst>
            <pc:docMk/>
            <pc:sldMk cId="84281990" sldId="390"/>
            <ac:cxnSpMk id="37" creationId="{CE6730CD-FF11-B0C7-04F2-13A680CB689E}"/>
          </ac:cxnSpMkLst>
        </pc:cxnChg>
        <pc:cxnChg chg="add mod">
          <ac:chgData name="Dickson, Callum" userId="0e5db021-c310-4624-9bc7-9e09f6c75bc1" providerId="ADAL" clId="{2D58A811-E0FE-4238-9F37-1361A03B35D3}" dt="2025-03-05T23:36:29.075" v="571" actId="1036"/>
          <ac:cxnSpMkLst>
            <pc:docMk/>
            <pc:sldMk cId="84281990" sldId="390"/>
            <ac:cxnSpMk id="38" creationId="{CAA17B5D-34E1-B948-DC30-EB471C74602E}"/>
          </ac:cxnSpMkLst>
        </pc:cxnChg>
      </pc:sldChg>
      <pc:sldChg chg="addSp modSp mod">
        <pc:chgData name="Dickson, Callum" userId="0e5db021-c310-4624-9bc7-9e09f6c75bc1" providerId="ADAL" clId="{2D58A811-E0FE-4238-9F37-1361A03B35D3}" dt="2025-03-08T19:34:47.552" v="4876" actId="167"/>
        <pc:sldMkLst>
          <pc:docMk/>
          <pc:sldMk cId="2305566278" sldId="391"/>
        </pc:sldMkLst>
        <pc:spChg chg="add mod ord">
          <ac:chgData name="Dickson, Callum" userId="0e5db021-c310-4624-9bc7-9e09f6c75bc1" providerId="ADAL" clId="{2D58A811-E0FE-4238-9F37-1361A03B35D3}" dt="2025-03-08T19:34:47.552" v="4876" actId="167"/>
          <ac:spMkLst>
            <pc:docMk/>
            <pc:sldMk cId="2305566278" sldId="391"/>
            <ac:spMk id="4" creationId="{9A2F6C8D-AFF2-3173-12B5-C0157F6E465B}"/>
          </ac:spMkLst>
        </pc:spChg>
      </pc:sldChg>
      <pc:sldChg chg="addSp modSp mod">
        <pc:chgData name="Dickson, Callum" userId="0e5db021-c310-4624-9bc7-9e09f6c75bc1" providerId="ADAL" clId="{2D58A811-E0FE-4238-9F37-1361A03B35D3}" dt="2025-03-08T19:34:53.521" v="4878" actId="167"/>
        <pc:sldMkLst>
          <pc:docMk/>
          <pc:sldMk cId="3586568773" sldId="392"/>
        </pc:sldMkLst>
        <pc:spChg chg="add mod ord">
          <ac:chgData name="Dickson, Callum" userId="0e5db021-c310-4624-9bc7-9e09f6c75bc1" providerId="ADAL" clId="{2D58A811-E0FE-4238-9F37-1361A03B35D3}" dt="2025-03-08T19:34:53.521" v="4878" actId="167"/>
          <ac:spMkLst>
            <pc:docMk/>
            <pc:sldMk cId="3586568773" sldId="392"/>
            <ac:spMk id="3" creationId="{164BCDEA-96D6-A57C-BC4B-4F95FC9244C3}"/>
          </ac:spMkLst>
        </pc:spChg>
      </pc:sldChg>
      <pc:sldChg chg="addSp modSp mod modAnim">
        <pc:chgData name="Dickson, Callum" userId="0e5db021-c310-4624-9bc7-9e09f6c75bc1" providerId="ADAL" clId="{2D58A811-E0FE-4238-9F37-1361A03B35D3}" dt="2025-03-08T20:54:26.068" v="6740"/>
        <pc:sldMkLst>
          <pc:docMk/>
          <pc:sldMk cId="1128196762" sldId="393"/>
        </pc:sldMkLst>
        <pc:spChg chg="add mod ord">
          <ac:chgData name="Dickson, Callum" userId="0e5db021-c310-4624-9bc7-9e09f6c75bc1" providerId="ADAL" clId="{2D58A811-E0FE-4238-9F37-1361A03B35D3}" dt="2025-03-08T19:35:05.914" v="4882" actId="167"/>
          <ac:spMkLst>
            <pc:docMk/>
            <pc:sldMk cId="1128196762" sldId="393"/>
            <ac:spMk id="6" creationId="{BBFC9189-D1E1-A6AC-50B3-AA2576043E4D}"/>
          </ac:spMkLst>
        </pc:spChg>
      </pc:sldChg>
      <pc:sldChg chg="addSp delSp modSp mod">
        <pc:chgData name="Dickson, Callum" userId="0e5db021-c310-4624-9bc7-9e09f6c75bc1" providerId="ADAL" clId="{2D58A811-E0FE-4238-9F37-1361A03B35D3}" dt="2025-03-08T19:35:12.287" v="4885"/>
        <pc:sldMkLst>
          <pc:docMk/>
          <pc:sldMk cId="1870324839" sldId="395"/>
        </pc:sldMkLst>
        <pc:spChg chg="mod">
          <ac:chgData name="Dickson, Callum" userId="0e5db021-c310-4624-9bc7-9e09f6c75bc1" providerId="ADAL" clId="{2D58A811-E0FE-4238-9F37-1361A03B35D3}" dt="2025-03-06T00:16:02.542" v="2079"/>
          <ac:spMkLst>
            <pc:docMk/>
            <pc:sldMk cId="1870324839" sldId="395"/>
            <ac:spMk id="3" creationId="{878B942E-AC26-EEBD-C02A-F61FE9455112}"/>
          </ac:spMkLst>
        </pc:spChg>
        <pc:spChg chg="mod">
          <ac:chgData name="Dickson, Callum" userId="0e5db021-c310-4624-9bc7-9e09f6c75bc1" providerId="ADAL" clId="{2D58A811-E0FE-4238-9F37-1361A03B35D3}" dt="2025-03-06T00:16:02.542" v="2079"/>
          <ac:spMkLst>
            <pc:docMk/>
            <pc:sldMk cId="1870324839" sldId="395"/>
            <ac:spMk id="6" creationId="{36A94740-739B-DF6A-6669-88644A1FECF7}"/>
          </ac:spMkLst>
        </pc:spChg>
        <pc:spChg chg="mod">
          <ac:chgData name="Dickson, Callum" userId="0e5db021-c310-4624-9bc7-9e09f6c75bc1" providerId="ADAL" clId="{2D58A811-E0FE-4238-9F37-1361A03B35D3}" dt="2025-03-06T00:16:02.542" v="2079"/>
          <ac:spMkLst>
            <pc:docMk/>
            <pc:sldMk cId="1870324839" sldId="395"/>
            <ac:spMk id="7" creationId="{26D57B86-E55C-9E29-0F8F-7B3C9D7237CD}"/>
          </ac:spMkLst>
        </pc:spChg>
        <pc:spChg chg="mod">
          <ac:chgData name="Dickson, Callum" userId="0e5db021-c310-4624-9bc7-9e09f6c75bc1" providerId="ADAL" clId="{2D58A811-E0FE-4238-9F37-1361A03B35D3}" dt="2025-03-06T00:16:02.542" v="2079"/>
          <ac:spMkLst>
            <pc:docMk/>
            <pc:sldMk cId="1870324839" sldId="395"/>
            <ac:spMk id="9" creationId="{3AB79704-229B-C68D-202E-3901229DCDEE}"/>
          </ac:spMkLst>
        </pc:spChg>
        <pc:spChg chg="mod">
          <ac:chgData name="Dickson, Callum" userId="0e5db021-c310-4624-9bc7-9e09f6c75bc1" providerId="ADAL" clId="{2D58A811-E0FE-4238-9F37-1361A03B35D3}" dt="2025-03-06T00:16:02.542" v="2079"/>
          <ac:spMkLst>
            <pc:docMk/>
            <pc:sldMk cId="1870324839" sldId="395"/>
            <ac:spMk id="10" creationId="{6253DF6D-6EBF-FA2B-A321-CC89D7688236}"/>
          </ac:spMkLst>
        </pc:spChg>
        <pc:spChg chg="add mod">
          <ac:chgData name="Dickson, Callum" userId="0e5db021-c310-4624-9bc7-9e09f6c75bc1" providerId="ADAL" clId="{2D58A811-E0FE-4238-9F37-1361A03B35D3}" dt="2025-03-08T19:35:12.287" v="4885"/>
          <ac:spMkLst>
            <pc:docMk/>
            <pc:sldMk cId="1870324839" sldId="395"/>
            <ac:spMk id="11" creationId="{7C3B5B81-F7B4-5B2E-ED67-7BA57A48EC91}"/>
          </ac:spMkLst>
        </pc:spChg>
        <pc:grpChg chg="add mod">
          <ac:chgData name="Dickson, Callum" userId="0e5db021-c310-4624-9bc7-9e09f6c75bc1" providerId="ADAL" clId="{2D58A811-E0FE-4238-9F37-1361A03B35D3}" dt="2025-03-06T00:21:44.112" v="2276" actId="1076"/>
          <ac:grpSpMkLst>
            <pc:docMk/>
            <pc:sldMk cId="1870324839" sldId="395"/>
            <ac:grpSpMk id="2" creationId="{49EF7E96-A578-0BDC-B5D6-707DDD6D4843}"/>
          </ac:grpSpMkLst>
        </pc:grpChg>
        <pc:picChg chg="mod">
          <ac:chgData name="Dickson, Callum" userId="0e5db021-c310-4624-9bc7-9e09f6c75bc1" providerId="ADAL" clId="{2D58A811-E0FE-4238-9F37-1361A03B35D3}" dt="2025-03-06T00:16:05.815" v="2081" actId="1076"/>
          <ac:picMkLst>
            <pc:docMk/>
            <pc:sldMk cId="1870324839" sldId="395"/>
            <ac:picMk id="8" creationId="{55049D60-F9C0-7973-22E8-B82D55AF8453}"/>
          </ac:picMkLst>
        </pc:picChg>
      </pc:sldChg>
      <pc:sldChg chg="addSp modSp mod">
        <pc:chgData name="Dickson, Callum" userId="0e5db021-c310-4624-9bc7-9e09f6c75bc1" providerId="ADAL" clId="{2D58A811-E0FE-4238-9F37-1361A03B35D3}" dt="2025-03-08T19:35:17.469" v="4887" actId="167"/>
        <pc:sldMkLst>
          <pc:docMk/>
          <pc:sldMk cId="1409895043" sldId="396"/>
        </pc:sldMkLst>
        <pc:spChg chg="add mod ord">
          <ac:chgData name="Dickson, Callum" userId="0e5db021-c310-4624-9bc7-9e09f6c75bc1" providerId="ADAL" clId="{2D58A811-E0FE-4238-9F37-1361A03B35D3}" dt="2025-03-08T19:35:17.469" v="4887" actId="167"/>
          <ac:spMkLst>
            <pc:docMk/>
            <pc:sldMk cId="1409895043" sldId="396"/>
            <ac:spMk id="4" creationId="{C6E99520-4386-6D62-F39B-7073CFA3C9CC}"/>
          </ac:spMkLst>
        </pc:spChg>
      </pc:sldChg>
      <pc:sldChg chg="addSp modSp mod">
        <pc:chgData name="Dickson, Callum" userId="0e5db021-c310-4624-9bc7-9e09f6c75bc1" providerId="ADAL" clId="{2D58A811-E0FE-4238-9F37-1361A03B35D3}" dt="2025-03-08T19:35:23.754" v="4889" actId="167"/>
        <pc:sldMkLst>
          <pc:docMk/>
          <pc:sldMk cId="1585662962" sldId="397"/>
        </pc:sldMkLst>
        <pc:spChg chg="add mod ord">
          <ac:chgData name="Dickson, Callum" userId="0e5db021-c310-4624-9bc7-9e09f6c75bc1" providerId="ADAL" clId="{2D58A811-E0FE-4238-9F37-1361A03B35D3}" dt="2025-03-08T19:35:23.754" v="4889" actId="167"/>
          <ac:spMkLst>
            <pc:docMk/>
            <pc:sldMk cId="1585662962" sldId="397"/>
            <ac:spMk id="2" creationId="{FBAAAB3D-56A9-4C30-D4C1-89B497D020DF}"/>
          </ac:spMkLst>
        </pc:spChg>
        <pc:spChg chg="mod">
          <ac:chgData name="Dickson, Callum" userId="0e5db021-c310-4624-9bc7-9e09f6c75bc1" providerId="ADAL" clId="{2D58A811-E0FE-4238-9F37-1361A03B35D3}" dt="2025-03-06T00:08:57.941" v="1936" actId="113"/>
          <ac:spMkLst>
            <pc:docMk/>
            <pc:sldMk cId="1585662962" sldId="397"/>
            <ac:spMk id="3" creationId="{8E438F57-CF1C-C4D9-3B4A-3105EAC53DA6}"/>
          </ac:spMkLst>
        </pc:spChg>
      </pc:sldChg>
      <pc:sldChg chg="addSp modSp mod">
        <pc:chgData name="Dickson, Callum" userId="0e5db021-c310-4624-9bc7-9e09f6c75bc1" providerId="ADAL" clId="{2D58A811-E0FE-4238-9F37-1361A03B35D3}" dt="2025-03-08T19:35:29.696" v="4891" actId="167"/>
        <pc:sldMkLst>
          <pc:docMk/>
          <pc:sldMk cId="1962662610" sldId="398"/>
        </pc:sldMkLst>
        <pc:spChg chg="add mod ord">
          <ac:chgData name="Dickson, Callum" userId="0e5db021-c310-4624-9bc7-9e09f6c75bc1" providerId="ADAL" clId="{2D58A811-E0FE-4238-9F37-1361A03B35D3}" dt="2025-03-08T19:35:29.696" v="4891" actId="167"/>
          <ac:spMkLst>
            <pc:docMk/>
            <pc:sldMk cId="1962662610" sldId="398"/>
            <ac:spMk id="4" creationId="{1011374A-94F9-66C4-0C73-A8A31A55E739}"/>
          </ac:spMkLst>
        </pc:spChg>
      </pc:sldChg>
      <pc:sldChg chg="addSp modSp mod">
        <pc:chgData name="Dickson, Callum" userId="0e5db021-c310-4624-9bc7-9e09f6c75bc1" providerId="ADAL" clId="{2D58A811-E0FE-4238-9F37-1361A03B35D3}" dt="2025-03-08T19:35:37" v="4895"/>
        <pc:sldMkLst>
          <pc:docMk/>
          <pc:sldMk cId="3963454396" sldId="399"/>
        </pc:sldMkLst>
        <pc:spChg chg="add mod">
          <ac:chgData name="Dickson, Callum" userId="0e5db021-c310-4624-9bc7-9e09f6c75bc1" providerId="ADAL" clId="{2D58A811-E0FE-4238-9F37-1361A03B35D3}" dt="2025-03-06T00:21:54.573" v="2279" actId="1076"/>
          <ac:spMkLst>
            <pc:docMk/>
            <pc:sldMk cId="3963454396" sldId="399"/>
            <ac:spMk id="2" creationId="{5F7BC61B-96B0-777E-B5B7-C46A18BA98E6}"/>
          </ac:spMkLst>
        </pc:spChg>
        <pc:spChg chg="add mod">
          <ac:chgData name="Dickson, Callum" userId="0e5db021-c310-4624-9bc7-9e09f6c75bc1" providerId="ADAL" clId="{2D58A811-E0FE-4238-9F37-1361A03B35D3}" dt="2025-03-06T00:21:54.573" v="2279" actId="1076"/>
          <ac:spMkLst>
            <pc:docMk/>
            <pc:sldMk cId="3963454396" sldId="399"/>
            <ac:spMk id="6" creationId="{8010720C-E10C-3597-90D2-3BE36C9F6EDC}"/>
          </ac:spMkLst>
        </pc:spChg>
        <pc:spChg chg="add mod">
          <ac:chgData name="Dickson, Callum" userId="0e5db021-c310-4624-9bc7-9e09f6c75bc1" providerId="ADAL" clId="{2D58A811-E0FE-4238-9F37-1361A03B35D3}" dt="2025-03-06T00:21:54.573" v="2279" actId="1076"/>
          <ac:spMkLst>
            <pc:docMk/>
            <pc:sldMk cId="3963454396" sldId="399"/>
            <ac:spMk id="7" creationId="{2BD3A6CD-D885-58E3-39B6-96FDB956810F}"/>
          </ac:spMkLst>
        </pc:spChg>
        <pc:spChg chg="add mod">
          <ac:chgData name="Dickson, Callum" userId="0e5db021-c310-4624-9bc7-9e09f6c75bc1" providerId="ADAL" clId="{2D58A811-E0FE-4238-9F37-1361A03B35D3}" dt="2025-03-06T00:21:54.573" v="2279" actId="1076"/>
          <ac:spMkLst>
            <pc:docMk/>
            <pc:sldMk cId="3963454396" sldId="399"/>
            <ac:spMk id="8" creationId="{83792DB0-2E28-482D-ABD4-E188250AE198}"/>
          </ac:spMkLst>
        </pc:spChg>
        <pc:spChg chg="add mod">
          <ac:chgData name="Dickson, Callum" userId="0e5db021-c310-4624-9bc7-9e09f6c75bc1" providerId="ADAL" clId="{2D58A811-E0FE-4238-9F37-1361A03B35D3}" dt="2025-03-06T00:21:54.573" v="2279" actId="1076"/>
          <ac:spMkLst>
            <pc:docMk/>
            <pc:sldMk cId="3963454396" sldId="399"/>
            <ac:spMk id="9" creationId="{A8057FB5-3AD9-2EA8-B94D-993FD5FEF3D3}"/>
          </ac:spMkLst>
        </pc:spChg>
        <pc:spChg chg="add mod">
          <ac:chgData name="Dickson, Callum" userId="0e5db021-c310-4624-9bc7-9e09f6c75bc1" providerId="ADAL" clId="{2D58A811-E0FE-4238-9F37-1361A03B35D3}" dt="2025-03-08T19:35:37" v="4895"/>
          <ac:spMkLst>
            <pc:docMk/>
            <pc:sldMk cId="3963454396" sldId="399"/>
            <ac:spMk id="10" creationId="{1BE5AE96-1DDC-F70A-AF56-FEA39CB814DE}"/>
          </ac:spMkLst>
        </pc:spChg>
      </pc:sldChg>
      <pc:sldChg chg="addSp modSp mod">
        <pc:chgData name="Dickson, Callum" userId="0e5db021-c310-4624-9bc7-9e09f6c75bc1" providerId="ADAL" clId="{2D58A811-E0FE-4238-9F37-1361A03B35D3}" dt="2025-03-08T19:36:16.104" v="4914"/>
        <pc:sldMkLst>
          <pc:docMk/>
          <pc:sldMk cId="4172158251" sldId="401"/>
        </pc:sldMkLst>
        <pc:spChg chg="mod">
          <ac:chgData name="Dickson, Callum" userId="0e5db021-c310-4624-9bc7-9e09f6c75bc1" providerId="ADAL" clId="{2D58A811-E0FE-4238-9F37-1361A03B35D3}" dt="2025-03-06T00:16:43.758" v="2085"/>
          <ac:spMkLst>
            <pc:docMk/>
            <pc:sldMk cId="4172158251" sldId="401"/>
            <ac:spMk id="7" creationId="{5DA09B6E-D27C-CA29-2FE3-DBCC41888571}"/>
          </ac:spMkLst>
        </pc:spChg>
        <pc:spChg chg="mod">
          <ac:chgData name="Dickson, Callum" userId="0e5db021-c310-4624-9bc7-9e09f6c75bc1" providerId="ADAL" clId="{2D58A811-E0FE-4238-9F37-1361A03B35D3}" dt="2025-03-06T00:16:43.758" v="2085"/>
          <ac:spMkLst>
            <pc:docMk/>
            <pc:sldMk cId="4172158251" sldId="401"/>
            <ac:spMk id="8" creationId="{4B07420C-378C-05CF-43F2-9FB6EAF2A101}"/>
          </ac:spMkLst>
        </pc:spChg>
        <pc:spChg chg="mod">
          <ac:chgData name="Dickson, Callum" userId="0e5db021-c310-4624-9bc7-9e09f6c75bc1" providerId="ADAL" clId="{2D58A811-E0FE-4238-9F37-1361A03B35D3}" dt="2025-03-06T00:16:43.758" v="2085"/>
          <ac:spMkLst>
            <pc:docMk/>
            <pc:sldMk cId="4172158251" sldId="401"/>
            <ac:spMk id="9" creationId="{768AE4A1-9B11-29B0-D180-9857B8668EEA}"/>
          </ac:spMkLst>
        </pc:spChg>
        <pc:spChg chg="mod">
          <ac:chgData name="Dickson, Callum" userId="0e5db021-c310-4624-9bc7-9e09f6c75bc1" providerId="ADAL" clId="{2D58A811-E0FE-4238-9F37-1361A03B35D3}" dt="2025-03-06T00:16:43.758" v="2085"/>
          <ac:spMkLst>
            <pc:docMk/>
            <pc:sldMk cId="4172158251" sldId="401"/>
            <ac:spMk id="10" creationId="{8B91EA90-1A51-A030-9963-D1976CCFD181}"/>
          </ac:spMkLst>
        </pc:spChg>
        <pc:spChg chg="add mod">
          <ac:chgData name="Dickson, Callum" userId="0e5db021-c310-4624-9bc7-9e09f6c75bc1" providerId="ADAL" clId="{2D58A811-E0FE-4238-9F37-1361A03B35D3}" dt="2025-03-08T19:36:16.104" v="4914"/>
          <ac:spMkLst>
            <pc:docMk/>
            <pc:sldMk cId="4172158251" sldId="401"/>
            <ac:spMk id="11" creationId="{6748BFD2-8DE1-8B9A-ED04-7D2A76A330E7}"/>
          </ac:spMkLst>
        </pc:spChg>
        <pc:grpChg chg="add mod">
          <ac:chgData name="Dickson, Callum" userId="0e5db021-c310-4624-9bc7-9e09f6c75bc1" providerId="ADAL" clId="{2D58A811-E0FE-4238-9F37-1361A03B35D3}" dt="2025-03-06T00:22:03.889" v="2280" actId="1076"/>
          <ac:grpSpMkLst>
            <pc:docMk/>
            <pc:sldMk cId="4172158251" sldId="401"/>
            <ac:grpSpMk id="2" creationId="{2C7ED9F2-7957-5E14-DBE5-14F90E93F303}"/>
          </ac:grpSpMkLst>
        </pc:grpChg>
        <pc:cxnChg chg="mod">
          <ac:chgData name="Dickson, Callum" userId="0e5db021-c310-4624-9bc7-9e09f6c75bc1" providerId="ADAL" clId="{2D58A811-E0FE-4238-9F37-1361A03B35D3}" dt="2025-03-06T00:16:43.758" v="2085"/>
          <ac:cxnSpMkLst>
            <pc:docMk/>
            <pc:sldMk cId="4172158251" sldId="401"/>
            <ac:cxnSpMk id="6" creationId="{03D5E1B3-9CA2-CE9D-C264-36C5C96A249C}"/>
          </ac:cxnSpMkLst>
        </pc:cxnChg>
      </pc:sldChg>
      <pc:sldChg chg="addSp modSp mod">
        <pc:chgData name="Dickson, Callum" userId="0e5db021-c310-4624-9bc7-9e09f6c75bc1" providerId="ADAL" clId="{2D58A811-E0FE-4238-9F37-1361A03B35D3}" dt="2025-03-08T19:34:59.376" v="4880" actId="167"/>
        <pc:sldMkLst>
          <pc:docMk/>
          <pc:sldMk cId="1199784221" sldId="402"/>
        </pc:sldMkLst>
        <pc:spChg chg="add mod ord">
          <ac:chgData name="Dickson, Callum" userId="0e5db021-c310-4624-9bc7-9e09f6c75bc1" providerId="ADAL" clId="{2D58A811-E0FE-4238-9F37-1361A03B35D3}" dt="2025-03-08T19:34:59.376" v="4880" actId="167"/>
          <ac:spMkLst>
            <pc:docMk/>
            <pc:sldMk cId="1199784221" sldId="402"/>
            <ac:spMk id="3" creationId="{FDB89D98-D2D1-0D74-C90B-6D2B315F9924}"/>
          </ac:spMkLst>
        </pc:spChg>
      </pc:sldChg>
      <pc:sldChg chg="addSp modSp mod modAnim">
        <pc:chgData name="Dickson, Callum" userId="0e5db021-c310-4624-9bc7-9e09f6c75bc1" providerId="ADAL" clId="{2D58A811-E0FE-4238-9F37-1361A03B35D3}" dt="2025-03-08T20:55:25.182" v="6748" actId="20577"/>
        <pc:sldMkLst>
          <pc:docMk/>
          <pc:sldMk cId="669750181" sldId="403"/>
        </pc:sldMkLst>
        <pc:spChg chg="mod">
          <ac:chgData name="Dickson, Callum" userId="0e5db021-c310-4624-9bc7-9e09f6c75bc1" providerId="ADAL" clId="{2D58A811-E0FE-4238-9F37-1361A03B35D3}" dt="2025-03-08T20:55:25.182" v="6748" actId="20577"/>
          <ac:spMkLst>
            <pc:docMk/>
            <pc:sldMk cId="669750181" sldId="403"/>
            <ac:spMk id="11" creationId="{9910EE4F-C828-0B1D-FC1B-719BE548AF49}"/>
          </ac:spMkLst>
        </pc:spChg>
        <pc:spChg chg="add mod ord">
          <ac:chgData name="Dickson, Callum" userId="0e5db021-c310-4624-9bc7-9e09f6c75bc1" providerId="ADAL" clId="{2D58A811-E0FE-4238-9F37-1361A03B35D3}" dt="2025-03-08T19:35:11.045" v="4884" actId="167"/>
          <ac:spMkLst>
            <pc:docMk/>
            <pc:sldMk cId="669750181" sldId="403"/>
            <ac:spMk id="17" creationId="{607C96ED-A58C-FAB0-8AA7-7F29CFB15FE5}"/>
          </ac:spMkLst>
        </pc:spChg>
      </pc:sldChg>
      <pc:sldChg chg="addSp modSp mod modAnim">
        <pc:chgData name="Dickson, Callum" userId="0e5db021-c310-4624-9bc7-9e09f6c75bc1" providerId="ADAL" clId="{2D58A811-E0FE-4238-9F37-1361A03B35D3}" dt="2025-03-08T20:58:02.885" v="6750"/>
        <pc:sldMkLst>
          <pc:docMk/>
          <pc:sldMk cId="2097235498" sldId="404"/>
        </pc:sldMkLst>
        <pc:spChg chg="add mod ord">
          <ac:chgData name="Dickson, Callum" userId="0e5db021-c310-4624-9bc7-9e09f6c75bc1" providerId="ADAL" clId="{2D58A811-E0FE-4238-9F37-1361A03B35D3}" dt="2025-03-08T19:35:41.805" v="4897" actId="167"/>
          <ac:spMkLst>
            <pc:docMk/>
            <pc:sldMk cId="2097235498" sldId="404"/>
            <ac:spMk id="3" creationId="{CE6E4DD6-8BD2-1B1D-142F-FB4E7B4A0E67}"/>
          </ac:spMkLst>
        </pc:spChg>
      </pc:sldChg>
      <pc:sldChg chg="addSp modSp mod">
        <pc:chgData name="Dickson, Callum" userId="0e5db021-c310-4624-9bc7-9e09f6c75bc1" providerId="ADAL" clId="{2D58A811-E0FE-4238-9F37-1361A03B35D3}" dt="2025-03-08T19:35:46.223" v="4899" actId="167"/>
        <pc:sldMkLst>
          <pc:docMk/>
          <pc:sldMk cId="4130774183" sldId="405"/>
        </pc:sldMkLst>
        <pc:spChg chg="add mod ord">
          <ac:chgData name="Dickson, Callum" userId="0e5db021-c310-4624-9bc7-9e09f6c75bc1" providerId="ADAL" clId="{2D58A811-E0FE-4238-9F37-1361A03B35D3}" dt="2025-03-08T19:35:46.223" v="4899" actId="167"/>
          <ac:spMkLst>
            <pc:docMk/>
            <pc:sldMk cId="4130774183" sldId="405"/>
            <ac:spMk id="2" creationId="{20FCA329-5DEC-2C48-FFC9-A39882D772D1}"/>
          </ac:spMkLst>
        </pc:spChg>
      </pc:sldChg>
      <pc:sldChg chg="addSp modSp mod modNotesTx">
        <pc:chgData name="Dickson, Callum" userId="0e5db021-c310-4624-9bc7-9e09f6c75bc1" providerId="ADAL" clId="{2D58A811-E0FE-4238-9F37-1361A03B35D3}" dt="2025-03-08T21:00:41.283" v="6754" actId="20577"/>
        <pc:sldMkLst>
          <pc:docMk/>
          <pc:sldMk cId="87943358" sldId="406"/>
        </pc:sldMkLst>
        <pc:spChg chg="add mod ord">
          <ac:chgData name="Dickson, Callum" userId="0e5db021-c310-4624-9bc7-9e09f6c75bc1" providerId="ADAL" clId="{2D58A811-E0FE-4238-9F37-1361A03B35D3}" dt="2025-03-08T19:35:50.851" v="4901" actId="167"/>
          <ac:spMkLst>
            <pc:docMk/>
            <pc:sldMk cId="87943358" sldId="406"/>
            <ac:spMk id="3" creationId="{3A910A96-158C-2BE3-8F45-4C5DBA1D84FB}"/>
          </ac:spMkLst>
        </pc:spChg>
        <pc:spChg chg="mod">
          <ac:chgData name="Dickson, Callum" userId="0e5db021-c310-4624-9bc7-9e09f6c75bc1" providerId="ADAL" clId="{2D58A811-E0FE-4238-9F37-1361A03B35D3}" dt="2025-03-08T21:00:41.283" v="6754" actId="20577"/>
          <ac:spMkLst>
            <pc:docMk/>
            <pc:sldMk cId="87943358" sldId="406"/>
            <ac:spMk id="10" creationId="{D6C93B76-17B5-5B8E-D832-2B8862593420}"/>
          </ac:spMkLst>
        </pc:spChg>
      </pc:sldChg>
      <pc:sldChg chg="addSp modSp mod modAnim">
        <pc:chgData name="Dickson, Callum" userId="0e5db021-c310-4624-9bc7-9e09f6c75bc1" providerId="ADAL" clId="{2D58A811-E0FE-4238-9F37-1361A03B35D3}" dt="2025-03-08T21:04:24.425" v="6766" actId="20577"/>
        <pc:sldMkLst>
          <pc:docMk/>
          <pc:sldMk cId="1785584634" sldId="409"/>
        </pc:sldMkLst>
        <pc:spChg chg="add mod ord">
          <ac:chgData name="Dickson, Callum" userId="0e5db021-c310-4624-9bc7-9e09f6c75bc1" providerId="ADAL" clId="{2D58A811-E0FE-4238-9F37-1361A03B35D3}" dt="2025-03-08T19:36:11.401" v="4911" actId="167"/>
          <ac:spMkLst>
            <pc:docMk/>
            <pc:sldMk cId="1785584634" sldId="409"/>
            <ac:spMk id="4" creationId="{962B11A1-33C0-9FBD-809C-26D1BD51C5DC}"/>
          </ac:spMkLst>
        </pc:spChg>
        <pc:spChg chg="mod">
          <ac:chgData name="Dickson, Callum" userId="0e5db021-c310-4624-9bc7-9e09f6c75bc1" providerId="ADAL" clId="{2D58A811-E0FE-4238-9F37-1361A03B35D3}" dt="2025-03-08T21:04:24.425" v="6766" actId="20577"/>
          <ac:spMkLst>
            <pc:docMk/>
            <pc:sldMk cId="1785584634" sldId="409"/>
            <ac:spMk id="11" creationId="{7ACB2E8B-A418-D2CD-CA19-38A98BFBCA0A}"/>
          </ac:spMkLst>
        </pc:spChg>
        <pc:spChg chg="ord">
          <ac:chgData name="Dickson, Callum" userId="0e5db021-c310-4624-9bc7-9e09f6c75bc1" providerId="ADAL" clId="{2D58A811-E0FE-4238-9F37-1361A03B35D3}" dt="2025-03-08T21:03:34.410" v="6764" actId="166"/>
          <ac:spMkLst>
            <pc:docMk/>
            <pc:sldMk cId="1785584634" sldId="409"/>
            <ac:spMk id="21" creationId="{3E7FB435-16F1-02D1-7503-1EAAACB4121E}"/>
          </ac:spMkLst>
        </pc:spChg>
        <pc:spChg chg="mod">
          <ac:chgData name="Dickson, Callum" userId="0e5db021-c310-4624-9bc7-9e09f6c75bc1" providerId="ADAL" clId="{2D58A811-E0FE-4238-9F37-1361A03B35D3}" dt="2025-03-08T21:03:30.178" v="6763" actId="164"/>
          <ac:spMkLst>
            <pc:docMk/>
            <pc:sldMk cId="1785584634" sldId="409"/>
            <ac:spMk id="22" creationId="{70AEAD49-4F41-FE8B-D3F6-FB839B7C8C75}"/>
          </ac:spMkLst>
        </pc:spChg>
        <pc:grpChg chg="add mod">
          <ac:chgData name="Dickson, Callum" userId="0e5db021-c310-4624-9bc7-9e09f6c75bc1" providerId="ADAL" clId="{2D58A811-E0FE-4238-9F37-1361A03B35D3}" dt="2025-03-08T21:03:30.178" v="6763" actId="164"/>
          <ac:grpSpMkLst>
            <pc:docMk/>
            <pc:sldMk cId="1785584634" sldId="409"/>
            <ac:grpSpMk id="25" creationId="{6C3E51B7-8E6C-3E3B-57C7-9FE6C22CB1B5}"/>
          </ac:grpSpMkLst>
        </pc:grpChg>
        <pc:picChg chg="mod">
          <ac:chgData name="Dickson, Callum" userId="0e5db021-c310-4624-9bc7-9e09f6c75bc1" providerId="ADAL" clId="{2D58A811-E0FE-4238-9F37-1361A03B35D3}" dt="2025-03-08T21:03:30.178" v="6763" actId="164"/>
          <ac:picMkLst>
            <pc:docMk/>
            <pc:sldMk cId="1785584634" sldId="409"/>
            <ac:picMk id="20" creationId="{CC832CE9-D565-2C2A-BA04-BAB9B912E83B}"/>
          </ac:picMkLst>
        </pc:picChg>
      </pc:sldChg>
      <pc:sldChg chg="addSp modSp mod">
        <pc:chgData name="Dickson, Callum" userId="0e5db021-c310-4624-9bc7-9e09f6c75bc1" providerId="ADAL" clId="{2D58A811-E0FE-4238-9F37-1361A03B35D3}" dt="2025-03-08T19:35:33.923" v="4893" actId="167"/>
        <pc:sldMkLst>
          <pc:docMk/>
          <pc:sldMk cId="3626430760" sldId="410"/>
        </pc:sldMkLst>
        <pc:spChg chg="add mod ord">
          <ac:chgData name="Dickson, Callum" userId="0e5db021-c310-4624-9bc7-9e09f6c75bc1" providerId="ADAL" clId="{2D58A811-E0FE-4238-9F37-1361A03B35D3}" dt="2025-03-08T19:35:33.923" v="4893" actId="167"/>
          <ac:spMkLst>
            <pc:docMk/>
            <pc:sldMk cId="3626430760" sldId="410"/>
            <ac:spMk id="3" creationId="{B3A30FDE-73FA-D81A-7D7F-C88989B3E41D}"/>
          </ac:spMkLst>
        </pc:spChg>
      </pc:sldChg>
      <pc:sldChg chg="addSp modSp mod">
        <pc:chgData name="Dickson, Callum" userId="0e5db021-c310-4624-9bc7-9e09f6c75bc1" providerId="ADAL" clId="{2D58A811-E0FE-4238-9F37-1361A03B35D3}" dt="2025-03-08T21:01:48.741" v="6762"/>
        <pc:sldMkLst>
          <pc:docMk/>
          <pc:sldMk cId="2719367777" sldId="411"/>
        </pc:sldMkLst>
        <pc:spChg chg="add mod ord">
          <ac:chgData name="Dickson, Callum" userId="0e5db021-c310-4624-9bc7-9e09f6c75bc1" providerId="ADAL" clId="{2D58A811-E0FE-4238-9F37-1361A03B35D3}" dt="2025-03-08T19:35:54.801" v="4903" actId="167"/>
          <ac:spMkLst>
            <pc:docMk/>
            <pc:sldMk cId="2719367777" sldId="411"/>
            <ac:spMk id="3" creationId="{4E5649F2-F7D6-E11D-572A-F286B70268C5}"/>
          </ac:spMkLst>
        </pc:spChg>
        <pc:spChg chg="mod">
          <ac:chgData name="Dickson, Callum" userId="0e5db021-c310-4624-9bc7-9e09f6c75bc1" providerId="ADAL" clId="{2D58A811-E0FE-4238-9F37-1361A03B35D3}" dt="2025-03-08T20:39:23.076" v="6701" actId="20577"/>
          <ac:spMkLst>
            <pc:docMk/>
            <pc:sldMk cId="2719367777" sldId="411"/>
            <ac:spMk id="10" creationId="{D6C93B76-17B5-5B8E-D832-2B8862593420}"/>
          </ac:spMkLst>
        </pc:spChg>
        <pc:graphicFrameChg chg="mod">
          <ac:chgData name="Dickson, Callum" userId="0e5db021-c310-4624-9bc7-9e09f6c75bc1" providerId="ADAL" clId="{2D58A811-E0FE-4238-9F37-1361A03B35D3}" dt="2025-03-08T21:01:48.741" v="6762"/>
          <ac:graphicFrameMkLst>
            <pc:docMk/>
            <pc:sldMk cId="2719367777" sldId="411"/>
            <ac:graphicFrameMk id="28" creationId="{51AF519A-0AB3-05CB-FB1D-5A12C623C21B}"/>
          </ac:graphicFrameMkLst>
        </pc:graphicFrameChg>
      </pc:sldChg>
      <pc:sldChg chg="addSp modSp mod">
        <pc:chgData name="Dickson, Callum" userId="0e5db021-c310-4624-9bc7-9e09f6c75bc1" providerId="ADAL" clId="{2D58A811-E0FE-4238-9F37-1361A03B35D3}" dt="2025-03-08T19:35:59.080" v="4905" actId="167"/>
        <pc:sldMkLst>
          <pc:docMk/>
          <pc:sldMk cId="822160199" sldId="412"/>
        </pc:sldMkLst>
        <pc:spChg chg="add mod ord">
          <ac:chgData name="Dickson, Callum" userId="0e5db021-c310-4624-9bc7-9e09f6c75bc1" providerId="ADAL" clId="{2D58A811-E0FE-4238-9F37-1361A03B35D3}" dt="2025-03-08T19:35:59.080" v="4905" actId="167"/>
          <ac:spMkLst>
            <pc:docMk/>
            <pc:sldMk cId="822160199" sldId="412"/>
            <ac:spMk id="3" creationId="{BB97111E-91FC-C921-B0C3-667DAA09351D}"/>
          </ac:spMkLst>
        </pc:spChg>
      </pc:sldChg>
      <pc:sldChg chg="addSp modSp mod">
        <pc:chgData name="Dickson, Callum" userId="0e5db021-c310-4624-9bc7-9e09f6c75bc1" providerId="ADAL" clId="{2D58A811-E0FE-4238-9F37-1361A03B35D3}" dt="2025-03-08T19:36:03.727" v="4907" actId="167"/>
        <pc:sldMkLst>
          <pc:docMk/>
          <pc:sldMk cId="1341460605" sldId="413"/>
        </pc:sldMkLst>
        <pc:spChg chg="add mod ord">
          <ac:chgData name="Dickson, Callum" userId="0e5db021-c310-4624-9bc7-9e09f6c75bc1" providerId="ADAL" clId="{2D58A811-E0FE-4238-9F37-1361A03B35D3}" dt="2025-03-08T19:36:03.727" v="4907" actId="167"/>
          <ac:spMkLst>
            <pc:docMk/>
            <pc:sldMk cId="1341460605" sldId="413"/>
            <ac:spMk id="4" creationId="{DD254814-2303-E696-4E85-C9365DECC5E0}"/>
          </ac:spMkLst>
        </pc:spChg>
      </pc:sldChg>
      <pc:sldChg chg="addSp modSp mod">
        <pc:chgData name="Dickson, Callum" userId="0e5db021-c310-4624-9bc7-9e09f6c75bc1" providerId="ADAL" clId="{2D58A811-E0FE-4238-9F37-1361A03B35D3}" dt="2025-03-08T19:36:07.646" v="4909" actId="167"/>
        <pc:sldMkLst>
          <pc:docMk/>
          <pc:sldMk cId="1288008877" sldId="414"/>
        </pc:sldMkLst>
        <pc:spChg chg="add mod ord">
          <ac:chgData name="Dickson, Callum" userId="0e5db021-c310-4624-9bc7-9e09f6c75bc1" providerId="ADAL" clId="{2D58A811-E0FE-4238-9F37-1361A03B35D3}" dt="2025-03-08T19:36:07.646" v="4909" actId="167"/>
          <ac:spMkLst>
            <pc:docMk/>
            <pc:sldMk cId="1288008877" sldId="414"/>
            <ac:spMk id="4" creationId="{27B5E824-2DD1-41C8-3B8D-F2A495F5C2AD}"/>
          </ac:spMkLst>
        </pc:spChg>
      </pc:sldChg>
      <pc:sldChg chg="addSp modSp mod">
        <pc:chgData name="Dickson, Callum" userId="0e5db021-c310-4624-9bc7-9e09f6c75bc1" providerId="ADAL" clId="{2D58A811-E0FE-4238-9F37-1361A03B35D3}" dt="2025-03-08T19:36:15.085" v="4913" actId="167"/>
        <pc:sldMkLst>
          <pc:docMk/>
          <pc:sldMk cId="1400694211" sldId="415"/>
        </pc:sldMkLst>
        <pc:spChg chg="add mod ord">
          <ac:chgData name="Dickson, Callum" userId="0e5db021-c310-4624-9bc7-9e09f6c75bc1" providerId="ADAL" clId="{2D58A811-E0FE-4238-9F37-1361A03B35D3}" dt="2025-03-08T19:36:15.085" v="4913" actId="167"/>
          <ac:spMkLst>
            <pc:docMk/>
            <pc:sldMk cId="1400694211" sldId="415"/>
            <ac:spMk id="3" creationId="{32F6DB44-ED8B-E338-076E-E5986678ACCC}"/>
          </ac:spMkLst>
        </pc:spChg>
      </pc:sldChg>
      <pc:sldChg chg="addSp delSp modSp mod">
        <pc:chgData name="Dickson, Callum" userId="0e5db021-c310-4624-9bc7-9e09f6c75bc1" providerId="ADAL" clId="{2D58A811-E0FE-4238-9F37-1361A03B35D3}" dt="2025-03-08T21:07:05.165" v="6786" actId="20577"/>
        <pc:sldMkLst>
          <pc:docMk/>
          <pc:sldMk cId="1135711171" sldId="416"/>
        </pc:sldMkLst>
        <pc:spChg chg="add mod">
          <ac:chgData name="Dickson, Callum" userId="0e5db021-c310-4624-9bc7-9e09f6c75bc1" providerId="ADAL" clId="{2D58A811-E0FE-4238-9F37-1361A03B35D3}" dt="2025-03-08T19:36:18.380" v="4916"/>
          <ac:spMkLst>
            <pc:docMk/>
            <pc:sldMk cId="1135711171" sldId="416"/>
            <ac:spMk id="4" creationId="{5B71A54C-93CA-D6D9-5994-1195C3569889}"/>
          </ac:spMkLst>
        </pc:spChg>
        <pc:spChg chg="add mod">
          <ac:chgData name="Dickson, Callum" userId="0e5db021-c310-4624-9bc7-9e09f6c75bc1" providerId="ADAL" clId="{2D58A811-E0FE-4238-9F37-1361A03B35D3}" dt="2025-03-08T21:07:05.165" v="6786" actId="20577"/>
          <ac:spMkLst>
            <pc:docMk/>
            <pc:sldMk cId="1135711171" sldId="416"/>
            <ac:spMk id="8" creationId="{39F01BEE-4DA7-A1AC-C255-00565D622FEF}"/>
          </ac:spMkLst>
        </pc:spChg>
      </pc:sldChg>
      <pc:sldChg chg="addSp modSp modAnim">
        <pc:chgData name="Dickson, Callum" userId="0e5db021-c310-4624-9bc7-9e09f6c75bc1" providerId="ADAL" clId="{2D58A811-E0FE-4238-9F37-1361A03B35D3}" dt="2025-03-08T23:33:20.042" v="6989" actId="20577"/>
        <pc:sldMkLst>
          <pc:docMk/>
          <pc:sldMk cId="1353061086" sldId="417"/>
        </pc:sldMkLst>
        <pc:spChg chg="add mod">
          <ac:chgData name="Dickson, Callum" userId="0e5db021-c310-4624-9bc7-9e09f6c75bc1" providerId="ADAL" clId="{2D58A811-E0FE-4238-9F37-1361A03B35D3}" dt="2025-03-08T19:36:19.329" v="4917"/>
          <ac:spMkLst>
            <pc:docMk/>
            <pc:sldMk cId="1353061086" sldId="417"/>
            <ac:spMk id="3" creationId="{D3BE3A4C-8B8D-E9CC-1184-4E8F6BCDCB95}"/>
          </ac:spMkLst>
        </pc:spChg>
        <pc:spChg chg="mod">
          <ac:chgData name="Dickson, Callum" userId="0e5db021-c310-4624-9bc7-9e09f6c75bc1" providerId="ADAL" clId="{2D58A811-E0FE-4238-9F37-1361A03B35D3}" dt="2025-03-08T23:33:20.042" v="6989" actId="20577"/>
          <ac:spMkLst>
            <pc:docMk/>
            <pc:sldMk cId="1353061086" sldId="417"/>
            <ac:spMk id="15" creationId="{108A05CF-C1CC-B83F-9A5E-5397AE808B65}"/>
          </ac:spMkLst>
        </pc:spChg>
      </pc:sldChg>
      <pc:sldChg chg="addSp modSp mod modAnim">
        <pc:chgData name="Dickson, Callum" userId="0e5db021-c310-4624-9bc7-9e09f6c75bc1" providerId="ADAL" clId="{2D58A811-E0FE-4238-9F37-1361A03B35D3}" dt="2025-03-08T21:10:30.516" v="6836" actId="1038"/>
        <pc:sldMkLst>
          <pc:docMk/>
          <pc:sldMk cId="1275137439" sldId="418"/>
        </pc:sldMkLst>
        <pc:spChg chg="add mod">
          <ac:chgData name="Dickson, Callum" userId="0e5db021-c310-4624-9bc7-9e09f6c75bc1" providerId="ADAL" clId="{2D58A811-E0FE-4238-9F37-1361A03B35D3}" dt="2025-03-08T21:10:30.516" v="6836" actId="1038"/>
          <ac:spMkLst>
            <pc:docMk/>
            <pc:sldMk cId="1275137439" sldId="418"/>
            <ac:spMk id="4" creationId="{BB83FCBB-FA13-AC1D-C815-F6AE8E66D0AD}"/>
          </ac:spMkLst>
        </pc:spChg>
        <pc:spChg chg="add mod ord">
          <ac:chgData name="Dickson, Callum" userId="0e5db021-c310-4624-9bc7-9e09f6c75bc1" providerId="ADAL" clId="{2D58A811-E0FE-4238-9F37-1361A03B35D3}" dt="2025-03-08T21:10:03.158" v="6825" actId="167"/>
          <ac:spMkLst>
            <pc:docMk/>
            <pc:sldMk cId="1275137439" sldId="418"/>
            <ac:spMk id="8" creationId="{5F7B01B0-BC0C-19CD-FB89-415351D64110}"/>
          </ac:spMkLst>
        </pc:spChg>
      </pc:sldChg>
      <pc:sldChg chg="addSp modSp mod">
        <pc:chgData name="Dickson, Callum" userId="0e5db021-c310-4624-9bc7-9e09f6c75bc1" providerId="ADAL" clId="{2D58A811-E0FE-4238-9F37-1361A03B35D3}" dt="2025-03-08T19:36:25.309" v="4920" actId="167"/>
        <pc:sldMkLst>
          <pc:docMk/>
          <pc:sldMk cId="332601092" sldId="419"/>
        </pc:sldMkLst>
        <pc:spChg chg="add mod ord">
          <ac:chgData name="Dickson, Callum" userId="0e5db021-c310-4624-9bc7-9e09f6c75bc1" providerId="ADAL" clId="{2D58A811-E0FE-4238-9F37-1361A03B35D3}" dt="2025-03-08T19:36:25.309" v="4920" actId="167"/>
          <ac:spMkLst>
            <pc:docMk/>
            <pc:sldMk cId="332601092" sldId="419"/>
            <ac:spMk id="3" creationId="{6DAEA24F-36CF-17A1-B8DE-E390634584F5}"/>
          </ac:spMkLst>
        </pc:spChg>
      </pc:sldChg>
      <pc:sldChg chg="addSp modSp mod">
        <pc:chgData name="Dickson, Callum" userId="0e5db021-c310-4624-9bc7-9e09f6c75bc1" providerId="ADAL" clId="{2D58A811-E0FE-4238-9F37-1361A03B35D3}" dt="2025-03-09T15:13:06.468" v="6990" actId="947"/>
        <pc:sldMkLst>
          <pc:docMk/>
          <pc:sldMk cId="2563866797" sldId="420"/>
        </pc:sldMkLst>
        <pc:spChg chg="add mod">
          <ac:chgData name="Dickson, Callum" userId="0e5db021-c310-4624-9bc7-9e09f6c75bc1" providerId="ADAL" clId="{2D58A811-E0FE-4238-9F37-1361A03B35D3}" dt="2025-03-08T19:36:26.905" v="4921"/>
          <ac:spMkLst>
            <pc:docMk/>
            <pc:sldMk cId="2563866797" sldId="420"/>
            <ac:spMk id="4" creationId="{3E916A37-B9E1-3279-AA72-16D604677C5F}"/>
          </ac:spMkLst>
        </pc:spChg>
        <pc:spChg chg="mod">
          <ac:chgData name="Dickson, Callum" userId="0e5db021-c310-4624-9bc7-9e09f6c75bc1" providerId="ADAL" clId="{2D58A811-E0FE-4238-9F37-1361A03B35D3}" dt="2025-03-09T15:13:06.468" v="6990" actId="947"/>
          <ac:spMkLst>
            <pc:docMk/>
            <pc:sldMk cId="2563866797" sldId="420"/>
            <ac:spMk id="7" creationId="{DCFE6DA8-CD33-CB20-B1E1-6FED00BD381A}"/>
          </ac:spMkLst>
        </pc:spChg>
      </pc:sldChg>
      <pc:sldChg chg="addSp modSp">
        <pc:chgData name="Dickson, Callum" userId="0e5db021-c310-4624-9bc7-9e09f6c75bc1" providerId="ADAL" clId="{2D58A811-E0FE-4238-9F37-1361A03B35D3}" dt="2025-03-08T19:36:28.510" v="4922"/>
        <pc:sldMkLst>
          <pc:docMk/>
          <pc:sldMk cId="2343273854" sldId="421"/>
        </pc:sldMkLst>
        <pc:spChg chg="add mod">
          <ac:chgData name="Dickson, Callum" userId="0e5db021-c310-4624-9bc7-9e09f6c75bc1" providerId="ADAL" clId="{2D58A811-E0FE-4238-9F37-1361A03B35D3}" dt="2025-03-08T19:36:28.510" v="4922"/>
          <ac:spMkLst>
            <pc:docMk/>
            <pc:sldMk cId="2343273854" sldId="421"/>
            <ac:spMk id="3" creationId="{9C52BA75-461D-37A8-3322-590FE64296C5}"/>
          </ac:spMkLst>
        </pc:spChg>
      </pc:sldChg>
      <pc:sldChg chg="addSp modSp mod">
        <pc:chgData name="Dickson, Callum" userId="0e5db021-c310-4624-9bc7-9e09f6c75bc1" providerId="ADAL" clId="{2D58A811-E0FE-4238-9F37-1361A03B35D3}" dt="2025-03-08T21:06:40.971" v="6781" actId="1035"/>
        <pc:sldMkLst>
          <pc:docMk/>
          <pc:sldMk cId="342313634" sldId="422"/>
        </pc:sldMkLst>
        <pc:spChg chg="add mod">
          <ac:chgData name="Dickson, Callum" userId="0e5db021-c310-4624-9bc7-9e09f6c75bc1" providerId="ADAL" clId="{2D58A811-E0FE-4238-9F37-1361A03B35D3}" dt="2025-03-08T19:36:17.322" v="4915"/>
          <ac:spMkLst>
            <pc:docMk/>
            <pc:sldMk cId="342313634" sldId="422"/>
            <ac:spMk id="4" creationId="{B29069BA-7E00-0AFC-0686-9D3D9542E9E6}"/>
          </ac:spMkLst>
        </pc:spChg>
        <pc:spChg chg="mod">
          <ac:chgData name="Dickson, Callum" userId="0e5db021-c310-4624-9bc7-9e09f6c75bc1" providerId="ADAL" clId="{2D58A811-E0FE-4238-9F37-1361A03B35D3}" dt="2025-03-08T21:06:40.971" v="6781" actId="1035"/>
          <ac:spMkLst>
            <pc:docMk/>
            <pc:sldMk cId="342313634" sldId="422"/>
            <ac:spMk id="10" creationId="{0FE09C9D-A4D3-181F-EAF4-B85C9EDC4733}"/>
          </ac:spMkLst>
        </pc:spChg>
      </pc:sldChg>
      <pc:sldChg chg="addSp delSp modSp mod">
        <pc:chgData name="Dickson, Callum" userId="0e5db021-c310-4624-9bc7-9e09f6c75bc1" providerId="ADAL" clId="{2D58A811-E0FE-4238-9F37-1361A03B35D3}" dt="2025-03-08T19:36:33.618" v="4924" actId="167"/>
        <pc:sldMkLst>
          <pc:docMk/>
          <pc:sldMk cId="2528953872" sldId="423"/>
        </pc:sldMkLst>
        <pc:spChg chg="add mod ord">
          <ac:chgData name="Dickson, Callum" userId="0e5db021-c310-4624-9bc7-9e09f6c75bc1" providerId="ADAL" clId="{2D58A811-E0FE-4238-9F37-1361A03B35D3}" dt="2025-03-08T19:36:33.618" v="4924" actId="167"/>
          <ac:spMkLst>
            <pc:docMk/>
            <pc:sldMk cId="2528953872" sldId="423"/>
            <ac:spMk id="2" creationId="{E23D0E10-1FBB-2D3B-4397-C06A50BF5F36}"/>
          </ac:spMkLst>
        </pc:spChg>
      </pc:sldChg>
      <pc:sldChg chg="addSp delSp modSp mod">
        <pc:chgData name="Dickson, Callum" userId="0e5db021-c310-4624-9bc7-9e09f6c75bc1" providerId="ADAL" clId="{2D58A811-E0FE-4238-9F37-1361A03B35D3}" dt="2025-03-08T19:35:35.307" v="4894"/>
        <pc:sldMkLst>
          <pc:docMk/>
          <pc:sldMk cId="1711460358" sldId="424"/>
        </pc:sldMkLst>
        <pc:spChg chg="add mod">
          <ac:chgData name="Dickson, Callum" userId="0e5db021-c310-4624-9bc7-9e09f6c75bc1" providerId="ADAL" clId="{2D58A811-E0FE-4238-9F37-1361A03B35D3}" dt="2025-03-08T19:35:35.307" v="4894"/>
          <ac:spMkLst>
            <pc:docMk/>
            <pc:sldMk cId="1711460358" sldId="424"/>
            <ac:spMk id="3" creationId="{4DA3042C-5DB1-0875-AAFD-C75B0EFA4E7F}"/>
          </ac:spMkLst>
        </pc:spChg>
        <pc:picChg chg="add mod">
          <ac:chgData name="Dickson, Callum" userId="0e5db021-c310-4624-9bc7-9e09f6c75bc1" providerId="ADAL" clId="{2D58A811-E0FE-4238-9F37-1361A03B35D3}" dt="2025-03-06T00:10:53.846" v="1963" actId="208"/>
          <ac:picMkLst>
            <pc:docMk/>
            <pc:sldMk cId="1711460358" sldId="424"/>
            <ac:picMk id="4" creationId="{CA4D62F2-0F4C-DAA3-63BA-2346E10FD82F}"/>
          </ac:picMkLst>
        </pc:picChg>
        <pc:picChg chg="mod">
          <ac:chgData name="Dickson, Callum" userId="0e5db021-c310-4624-9bc7-9e09f6c75bc1" providerId="ADAL" clId="{2D58A811-E0FE-4238-9F37-1361A03B35D3}" dt="2025-03-06T00:11:26.521" v="1965" actId="1076"/>
          <ac:picMkLst>
            <pc:docMk/>
            <pc:sldMk cId="1711460358" sldId="424"/>
            <ac:picMk id="8" creationId="{BF7B9304-61BA-1A89-4C3C-2F1E554F2EDA}"/>
          </ac:picMkLst>
        </pc:picChg>
        <pc:picChg chg="mod">
          <ac:chgData name="Dickson, Callum" userId="0e5db021-c310-4624-9bc7-9e09f6c75bc1" providerId="ADAL" clId="{2D58A811-E0FE-4238-9F37-1361A03B35D3}" dt="2025-03-06T00:11:26.521" v="1965" actId="1076"/>
          <ac:picMkLst>
            <pc:docMk/>
            <pc:sldMk cId="1711460358" sldId="424"/>
            <ac:picMk id="9" creationId="{B1618C41-A26F-9541-7243-90EBA16AF417}"/>
          </ac:picMkLst>
        </pc:picChg>
        <pc:picChg chg="mod">
          <ac:chgData name="Dickson, Callum" userId="0e5db021-c310-4624-9bc7-9e09f6c75bc1" providerId="ADAL" clId="{2D58A811-E0FE-4238-9F37-1361A03B35D3}" dt="2025-03-06T00:11:34.109" v="1966" actId="1076"/>
          <ac:picMkLst>
            <pc:docMk/>
            <pc:sldMk cId="1711460358" sldId="424"/>
            <ac:picMk id="10" creationId="{AFAA5E6D-B162-C25F-40E0-8DF2B754408A}"/>
          </ac:picMkLst>
        </pc:picChg>
        <pc:picChg chg="mod">
          <ac:chgData name="Dickson, Callum" userId="0e5db021-c310-4624-9bc7-9e09f6c75bc1" providerId="ADAL" clId="{2D58A811-E0FE-4238-9F37-1361A03B35D3}" dt="2025-03-06T00:11:34.109" v="1966" actId="1076"/>
          <ac:picMkLst>
            <pc:docMk/>
            <pc:sldMk cId="1711460358" sldId="424"/>
            <ac:picMk id="11" creationId="{93A0E4E1-538B-9B53-6F06-32996310E443}"/>
          </ac:picMkLst>
        </pc:picChg>
        <pc:picChg chg="mod">
          <ac:chgData name="Dickson, Callum" userId="0e5db021-c310-4624-9bc7-9e09f6c75bc1" providerId="ADAL" clId="{2D58A811-E0FE-4238-9F37-1361A03B35D3}" dt="2025-03-06T00:11:34.109" v="1966" actId="1076"/>
          <ac:picMkLst>
            <pc:docMk/>
            <pc:sldMk cId="1711460358" sldId="424"/>
            <ac:picMk id="12" creationId="{3F6A6BF4-28A2-C2CD-365B-A0267CF53666}"/>
          </ac:picMkLst>
        </pc:picChg>
      </pc:sldChg>
      <pc:sldChg chg="addSp delSp modSp add mod ord modAnim">
        <pc:chgData name="Dickson, Callum" userId="0e5db021-c310-4624-9bc7-9e09f6c75bc1" providerId="ADAL" clId="{2D58A811-E0FE-4238-9F37-1361A03B35D3}" dt="2025-03-08T20:43:25.061" v="6716" actId="167"/>
        <pc:sldMkLst>
          <pc:docMk/>
          <pc:sldMk cId="2499839456" sldId="425"/>
        </pc:sldMkLst>
        <pc:spChg chg="add mod ord">
          <ac:chgData name="Dickson, Callum" userId="0e5db021-c310-4624-9bc7-9e09f6c75bc1" providerId="ADAL" clId="{2D58A811-E0FE-4238-9F37-1361A03B35D3}" dt="2025-03-08T20:43:25.061" v="6716" actId="167"/>
          <ac:spMkLst>
            <pc:docMk/>
            <pc:sldMk cId="2499839456" sldId="425"/>
            <ac:spMk id="2" creationId="{22437339-3FA0-03A2-2C31-2BD1688F362B}"/>
          </ac:spMkLst>
        </pc:spChg>
        <pc:spChg chg="add mod">
          <ac:chgData name="Dickson, Callum" userId="0e5db021-c310-4624-9bc7-9e09f6c75bc1" providerId="ADAL" clId="{2D58A811-E0FE-4238-9F37-1361A03B35D3}" dt="2025-03-06T00:07:16.800" v="1904" actId="20577"/>
          <ac:spMkLst>
            <pc:docMk/>
            <pc:sldMk cId="2499839456" sldId="425"/>
            <ac:spMk id="15" creationId="{515D13C5-FAC2-E3EB-9B39-1415D5095057}"/>
          </ac:spMkLst>
        </pc:spChg>
        <pc:spChg chg="add mod">
          <ac:chgData name="Dickson, Callum" userId="0e5db021-c310-4624-9bc7-9e09f6c75bc1" providerId="ADAL" clId="{2D58A811-E0FE-4238-9F37-1361A03B35D3}" dt="2025-03-05T23:49:41.323" v="1022" actId="20577"/>
          <ac:spMkLst>
            <pc:docMk/>
            <pc:sldMk cId="2499839456" sldId="425"/>
            <ac:spMk id="16" creationId="{2B55BB8D-5C8B-DA68-ADDA-73BD21E9F879}"/>
          </ac:spMkLst>
        </pc:spChg>
        <pc:spChg chg="add mod">
          <ac:chgData name="Dickson, Callum" userId="0e5db021-c310-4624-9bc7-9e09f6c75bc1" providerId="ADAL" clId="{2D58A811-E0FE-4238-9F37-1361A03B35D3}" dt="2025-03-05T23:49:00.175" v="1018" actId="1035"/>
          <ac:spMkLst>
            <pc:docMk/>
            <pc:sldMk cId="2499839456" sldId="425"/>
            <ac:spMk id="17" creationId="{819AB23F-BE34-723F-F617-BFA207901237}"/>
          </ac:spMkLst>
        </pc:spChg>
        <pc:spChg chg="add mod">
          <ac:chgData name="Dickson, Callum" userId="0e5db021-c310-4624-9bc7-9e09f6c75bc1" providerId="ADAL" clId="{2D58A811-E0FE-4238-9F37-1361A03B35D3}" dt="2025-03-06T00:06:00.090" v="1895" actId="14100"/>
          <ac:spMkLst>
            <pc:docMk/>
            <pc:sldMk cId="2499839456" sldId="425"/>
            <ac:spMk id="18" creationId="{3588344D-FFAD-AB6F-3A7F-F66E85DED454}"/>
          </ac:spMkLst>
        </pc:spChg>
        <pc:spChg chg="add mod">
          <ac:chgData name="Dickson, Callum" userId="0e5db021-c310-4624-9bc7-9e09f6c75bc1" providerId="ADAL" clId="{2D58A811-E0FE-4238-9F37-1361A03B35D3}" dt="2025-03-07T01:09:52.197" v="4822" actId="20577"/>
          <ac:spMkLst>
            <pc:docMk/>
            <pc:sldMk cId="2499839456" sldId="425"/>
            <ac:spMk id="19" creationId="{37FD5CD3-13B5-7041-D3B7-5471405176C7}"/>
          </ac:spMkLst>
        </pc:spChg>
        <pc:spChg chg="add mod">
          <ac:chgData name="Dickson, Callum" userId="0e5db021-c310-4624-9bc7-9e09f6c75bc1" providerId="ADAL" clId="{2D58A811-E0FE-4238-9F37-1361A03B35D3}" dt="2025-03-05T23:59:37.095" v="1512" actId="1037"/>
          <ac:spMkLst>
            <pc:docMk/>
            <pc:sldMk cId="2499839456" sldId="425"/>
            <ac:spMk id="22" creationId="{5541E897-463B-6092-CC16-9810FF56A309}"/>
          </ac:spMkLst>
        </pc:spChg>
        <pc:spChg chg="add mod">
          <ac:chgData name="Dickson, Callum" userId="0e5db021-c310-4624-9bc7-9e09f6c75bc1" providerId="ADAL" clId="{2D58A811-E0FE-4238-9F37-1361A03B35D3}" dt="2025-03-06T02:30:21.329" v="4676" actId="1037"/>
          <ac:spMkLst>
            <pc:docMk/>
            <pc:sldMk cId="2499839456" sldId="425"/>
            <ac:spMk id="24" creationId="{395F9A6F-C983-B9C2-DD86-AF21DB1FE016}"/>
          </ac:spMkLst>
        </pc:spChg>
        <pc:spChg chg="add mod">
          <ac:chgData name="Dickson, Callum" userId="0e5db021-c310-4624-9bc7-9e09f6c75bc1" providerId="ADAL" clId="{2D58A811-E0FE-4238-9F37-1361A03B35D3}" dt="2025-03-06T02:30:21.329" v="4676" actId="1037"/>
          <ac:spMkLst>
            <pc:docMk/>
            <pc:sldMk cId="2499839456" sldId="425"/>
            <ac:spMk id="25" creationId="{FE26CEB0-5D5E-EC38-7D89-9A0ADC0DC836}"/>
          </ac:spMkLst>
        </pc:spChg>
        <pc:grpChg chg="add mod">
          <ac:chgData name="Dickson, Callum" userId="0e5db021-c310-4624-9bc7-9e09f6c75bc1" providerId="ADAL" clId="{2D58A811-E0FE-4238-9F37-1361A03B35D3}" dt="2025-03-05T23:59:37.095" v="1512" actId="1037"/>
          <ac:grpSpMkLst>
            <pc:docMk/>
            <pc:sldMk cId="2499839456" sldId="425"/>
            <ac:grpSpMk id="23" creationId="{84816DD5-CDC3-5C56-A0D4-9100FBF421A4}"/>
          </ac:grpSpMkLst>
        </pc:grpChg>
        <pc:picChg chg="add mod">
          <ac:chgData name="Dickson, Callum" userId="0e5db021-c310-4624-9bc7-9e09f6c75bc1" providerId="ADAL" clId="{2D58A811-E0FE-4238-9F37-1361A03B35D3}" dt="2025-03-05T23:42:19.311" v="620" actId="14100"/>
          <ac:picMkLst>
            <pc:docMk/>
            <pc:sldMk cId="2499839456" sldId="425"/>
            <ac:picMk id="14" creationId="{95B7DF82-0443-512C-FA6E-6852BB6BE5C6}"/>
          </ac:picMkLst>
        </pc:picChg>
        <pc:picChg chg="add mod">
          <ac:chgData name="Dickson, Callum" userId="0e5db021-c310-4624-9bc7-9e09f6c75bc1" providerId="ADAL" clId="{2D58A811-E0FE-4238-9F37-1361A03B35D3}" dt="2025-03-05T23:57:22.369" v="1473" actId="1076"/>
          <ac:picMkLst>
            <pc:docMk/>
            <pc:sldMk cId="2499839456" sldId="425"/>
            <ac:picMk id="1026" creationId="{197C7626-3619-D94A-702E-DB84896A4F7C}"/>
          </ac:picMkLst>
        </pc:picChg>
        <pc:picChg chg="add mod">
          <ac:chgData name="Dickson, Callum" userId="0e5db021-c310-4624-9bc7-9e09f6c75bc1" providerId="ADAL" clId="{2D58A811-E0FE-4238-9F37-1361A03B35D3}" dt="2025-03-05T23:59:37.095" v="1512" actId="1037"/>
          <ac:picMkLst>
            <pc:docMk/>
            <pc:sldMk cId="2499839456" sldId="425"/>
            <ac:picMk id="1030" creationId="{9F5FF09F-88C6-1D90-B3EE-414F49FCDA6A}"/>
          </ac:picMkLst>
        </pc:picChg>
        <pc:picChg chg="add mod">
          <ac:chgData name="Dickson, Callum" userId="0e5db021-c310-4624-9bc7-9e09f6c75bc1" providerId="ADAL" clId="{2D58A811-E0FE-4238-9F37-1361A03B35D3}" dt="2025-03-07T01:08:39.784" v="4678" actId="1076"/>
          <ac:picMkLst>
            <pc:docMk/>
            <pc:sldMk cId="2499839456" sldId="425"/>
            <ac:picMk id="1036" creationId="{4D5E516F-681E-3167-71AB-1C614DE7E2E5}"/>
          </ac:picMkLst>
        </pc:picChg>
        <pc:picChg chg="add mod">
          <ac:chgData name="Dickson, Callum" userId="0e5db021-c310-4624-9bc7-9e09f6c75bc1" providerId="ADAL" clId="{2D58A811-E0FE-4238-9F37-1361A03B35D3}" dt="2025-03-06T00:05:56.263" v="1894" actId="1076"/>
          <ac:picMkLst>
            <pc:docMk/>
            <pc:sldMk cId="2499839456" sldId="425"/>
            <ac:picMk id="1038" creationId="{FE65A0E7-AEF7-0617-7390-88C6B7FA7991}"/>
          </ac:picMkLst>
        </pc:picChg>
      </pc:sldChg>
      <pc:sldChg chg="addSp delSp modSp add mod">
        <pc:chgData name="Dickson, Callum" userId="0e5db021-c310-4624-9bc7-9e09f6c75bc1" providerId="ADAL" clId="{2D58A811-E0FE-4238-9F37-1361A03B35D3}" dt="2025-03-08T20:50:14.518" v="6737" actId="14100"/>
        <pc:sldMkLst>
          <pc:docMk/>
          <pc:sldMk cId="1530656485" sldId="426"/>
        </pc:sldMkLst>
        <pc:spChg chg="add mod">
          <ac:chgData name="Dickson, Callum" userId="0e5db021-c310-4624-9bc7-9e09f6c75bc1" providerId="ADAL" clId="{2D58A811-E0FE-4238-9F37-1361A03B35D3}" dt="2025-03-08T19:36:34.916" v="4925"/>
          <ac:spMkLst>
            <pc:docMk/>
            <pc:sldMk cId="1530656485" sldId="426"/>
            <ac:spMk id="3" creationId="{54AEB084-5948-8E89-18D8-EB8D4EB6B4CC}"/>
          </ac:spMkLst>
        </pc:spChg>
        <pc:spChg chg="mod">
          <ac:chgData name="Dickson, Callum" userId="0e5db021-c310-4624-9bc7-9e09f6c75bc1" providerId="ADAL" clId="{2D58A811-E0FE-4238-9F37-1361A03B35D3}" dt="2025-03-08T20:50:14.518" v="6737" actId="14100"/>
          <ac:spMkLst>
            <pc:docMk/>
            <pc:sldMk cId="1530656485" sldId="426"/>
            <ac:spMk id="4" creationId="{D48E5495-0056-C03B-8754-496117CFA8C9}"/>
          </ac:spMkLst>
        </pc:spChg>
        <pc:spChg chg="mod">
          <ac:chgData name="Dickson, Callum" userId="0e5db021-c310-4624-9bc7-9e09f6c75bc1" providerId="ADAL" clId="{2D58A811-E0FE-4238-9F37-1361A03B35D3}" dt="2025-03-06T00:16:58.391" v="2087"/>
          <ac:spMkLst>
            <pc:docMk/>
            <pc:sldMk cId="1530656485" sldId="426"/>
            <ac:spMk id="6" creationId="{8176571C-1A05-B7F5-A214-7C299FFBE432}"/>
          </ac:spMkLst>
        </pc:spChg>
        <pc:grpChg chg="add mod">
          <ac:chgData name="Dickson, Callum" userId="0e5db021-c310-4624-9bc7-9e09f6c75bc1" providerId="ADAL" clId="{2D58A811-E0FE-4238-9F37-1361A03B35D3}" dt="2025-03-06T00:22:11.512" v="2281" actId="1076"/>
          <ac:grpSpMkLst>
            <pc:docMk/>
            <pc:sldMk cId="1530656485" sldId="426"/>
            <ac:grpSpMk id="2" creationId="{C3D43351-9C81-9138-13E7-715C13C917BA}"/>
          </ac:grpSpMkLst>
        </pc:grpChg>
        <pc:cxnChg chg="mod">
          <ac:chgData name="Dickson, Callum" userId="0e5db021-c310-4624-9bc7-9e09f6c75bc1" providerId="ADAL" clId="{2D58A811-E0FE-4238-9F37-1361A03B35D3}" dt="2025-03-06T00:16:58.391" v="2087"/>
          <ac:cxnSpMkLst>
            <pc:docMk/>
            <pc:sldMk cId="1530656485" sldId="426"/>
            <ac:cxnSpMk id="7" creationId="{C737AE9A-3BD7-99DC-C26E-FA2AA0B330CD}"/>
          </ac:cxnSpMkLst>
        </pc:cxnChg>
        <pc:cxnChg chg="mod">
          <ac:chgData name="Dickson, Callum" userId="0e5db021-c310-4624-9bc7-9e09f6c75bc1" providerId="ADAL" clId="{2D58A811-E0FE-4238-9F37-1361A03B35D3}" dt="2025-03-06T00:16:58.391" v="2087"/>
          <ac:cxnSpMkLst>
            <pc:docMk/>
            <pc:sldMk cId="1530656485" sldId="426"/>
            <ac:cxnSpMk id="8" creationId="{3D96AC6A-DCC9-2A61-8B1D-9CA148864DCD}"/>
          </ac:cxnSpMkLst>
        </pc:cxnChg>
      </pc:sldChg>
      <pc:sldChg chg="addSp delSp modSp add mod ord">
        <pc:chgData name="Dickson, Callum" userId="0e5db021-c310-4624-9bc7-9e09f6c75bc1" providerId="ADAL" clId="{2D58A811-E0FE-4238-9F37-1361A03B35D3}" dt="2025-03-09T15:39:17.179" v="7016" actId="20577"/>
        <pc:sldMkLst>
          <pc:docMk/>
          <pc:sldMk cId="1750433166" sldId="427"/>
        </pc:sldMkLst>
        <pc:spChg chg="mod">
          <ac:chgData name="Dickson, Callum" userId="0e5db021-c310-4624-9bc7-9e09f6c75bc1" providerId="ADAL" clId="{2D58A811-E0FE-4238-9F37-1361A03B35D3}" dt="2025-03-06T00:17:33.221" v="2140" actId="14100"/>
          <ac:spMkLst>
            <pc:docMk/>
            <pc:sldMk cId="1750433166" sldId="427"/>
            <ac:spMk id="2" creationId="{0004261E-F092-9997-95A7-832984656694}"/>
          </ac:spMkLst>
        </pc:spChg>
        <pc:spChg chg="add mod ord">
          <ac:chgData name="Dickson, Callum" userId="0e5db021-c310-4624-9bc7-9e09f6c75bc1" providerId="ADAL" clId="{2D58A811-E0FE-4238-9F37-1361A03B35D3}" dt="2025-03-08T19:36:39.722" v="4927" actId="167"/>
          <ac:spMkLst>
            <pc:docMk/>
            <pc:sldMk cId="1750433166" sldId="427"/>
            <ac:spMk id="3" creationId="{BFA10284-4F1F-0CD5-7983-932353430DDE}"/>
          </ac:spMkLst>
        </pc:spChg>
        <pc:spChg chg="add mod">
          <ac:chgData name="Dickson, Callum" userId="0e5db021-c310-4624-9bc7-9e09f6c75bc1" providerId="ADAL" clId="{2D58A811-E0FE-4238-9F37-1361A03B35D3}" dt="2025-03-06T01:49:35.601" v="3682" actId="1036"/>
          <ac:spMkLst>
            <pc:docMk/>
            <pc:sldMk cId="1750433166" sldId="427"/>
            <ac:spMk id="6" creationId="{B8CEEDAA-4059-604F-6F6A-DF82ABB925EA}"/>
          </ac:spMkLst>
        </pc:spChg>
        <pc:spChg chg="mod">
          <ac:chgData name="Dickson, Callum" userId="0e5db021-c310-4624-9bc7-9e09f6c75bc1" providerId="ADAL" clId="{2D58A811-E0FE-4238-9F37-1361A03B35D3}" dt="2025-03-09T15:39:17.179" v="7016" actId="20577"/>
          <ac:spMkLst>
            <pc:docMk/>
            <pc:sldMk cId="1750433166" sldId="427"/>
            <ac:spMk id="7" creationId="{EBDEC208-7314-90A5-733C-AB7931943BF3}"/>
          </ac:spMkLst>
        </pc:spChg>
        <pc:spChg chg="add mod">
          <ac:chgData name="Dickson, Callum" userId="0e5db021-c310-4624-9bc7-9e09f6c75bc1" providerId="ADAL" clId="{2D58A811-E0FE-4238-9F37-1361A03B35D3}" dt="2025-03-06T01:49:35.601" v="3682" actId="1036"/>
          <ac:spMkLst>
            <pc:docMk/>
            <pc:sldMk cId="1750433166" sldId="427"/>
            <ac:spMk id="13" creationId="{C66E5C09-0CC0-ADF5-5A8D-6C1D43CF034D}"/>
          </ac:spMkLst>
        </pc:spChg>
        <pc:spChg chg="add mod">
          <ac:chgData name="Dickson, Callum" userId="0e5db021-c310-4624-9bc7-9e09f6c75bc1" providerId="ADAL" clId="{2D58A811-E0FE-4238-9F37-1361A03B35D3}" dt="2025-03-06T01:49:35.601" v="3682" actId="1036"/>
          <ac:spMkLst>
            <pc:docMk/>
            <pc:sldMk cId="1750433166" sldId="427"/>
            <ac:spMk id="14" creationId="{FFB18491-167D-B2F2-F145-9900A2B7EF7F}"/>
          </ac:spMkLst>
        </pc:spChg>
        <pc:spChg chg="add mod">
          <ac:chgData name="Dickson, Callum" userId="0e5db021-c310-4624-9bc7-9e09f6c75bc1" providerId="ADAL" clId="{2D58A811-E0FE-4238-9F37-1361A03B35D3}" dt="2025-03-06T01:49:35.601" v="3682" actId="1036"/>
          <ac:spMkLst>
            <pc:docMk/>
            <pc:sldMk cId="1750433166" sldId="427"/>
            <ac:spMk id="15" creationId="{3AECBCC5-469C-1C29-9E56-7D8C6A3836B4}"/>
          </ac:spMkLst>
        </pc:spChg>
        <pc:spChg chg="add mod">
          <ac:chgData name="Dickson, Callum" userId="0e5db021-c310-4624-9bc7-9e09f6c75bc1" providerId="ADAL" clId="{2D58A811-E0FE-4238-9F37-1361A03B35D3}" dt="2025-03-06T01:49:35.601" v="3682" actId="1036"/>
          <ac:spMkLst>
            <pc:docMk/>
            <pc:sldMk cId="1750433166" sldId="427"/>
            <ac:spMk id="16" creationId="{B43A8359-00CB-B91B-60DA-82D40E76D29F}"/>
          </ac:spMkLst>
        </pc:spChg>
        <pc:spChg chg="add mod">
          <ac:chgData name="Dickson, Callum" userId="0e5db021-c310-4624-9bc7-9e09f6c75bc1" providerId="ADAL" clId="{2D58A811-E0FE-4238-9F37-1361A03B35D3}" dt="2025-03-06T01:49:35.601" v="3682" actId="1036"/>
          <ac:spMkLst>
            <pc:docMk/>
            <pc:sldMk cId="1750433166" sldId="427"/>
            <ac:spMk id="17" creationId="{CAE41E47-741C-9940-0F47-C7073CE2E33D}"/>
          </ac:spMkLst>
        </pc:spChg>
        <pc:spChg chg="add mod">
          <ac:chgData name="Dickson, Callum" userId="0e5db021-c310-4624-9bc7-9e09f6c75bc1" providerId="ADAL" clId="{2D58A811-E0FE-4238-9F37-1361A03B35D3}" dt="2025-03-06T01:49:35.601" v="3682" actId="1036"/>
          <ac:spMkLst>
            <pc:docMk/>
            <pc:sldMk cId="1750433166" sldId="427"/>
            <ac:spMk id="18" creationId="{6993F777-0993-57BA-DB47-A186AE274CA6}"/>
          </ac:spMkLst>
        </pc:spChg>
        <pc:spChg chg="add mod">
          <ac:chgData name="Dickson, Callum" userId="0e5db021-c310-4624-9bc7-9e09f6c75bc1" providerId="ADAL" clId="{2D58A811-E0FE-4238-9F37-1361A03B35D3}" dt="2025-03-06T01:49:23.071" v="3678" actId="1038"/>
          <ac:spMkLst>
            <pc:docMk/>
            <pc:sldMk cId="1750433166" sldId="427"/>
            <ac:spMk id="24" creationId="{3CA409E3-80AD-ABA2-6CF4-86D286358901}"/>
          </ac:spMkLst>
        </pc:spChg>
        <pc:spChg chg="add mod">
          <ac:chgData name="Dickson, Callum" userId="0e5db021-c310-4624-9bc7-9e09f6c75bc1" providerId="ADAL" clId="{2D58A811-E0FE-4238-9F37-1361A03B35D3}" dt="2025-03-06T01:49:23.071" v="3678" actId="1038"/>
          <ac:spMkLst>
            <pc:docMk/>
            <pc:sldMk cId="1750433166" sldId="427"/>
            <ac:spMk id="25" creationId="{15D14533-9EF4-52B3-DD06-A61288519D37}"/>
          </ac:spMkLst>
        </pc:spChg>
        <pc:spChg chg="add mod">
          <ac:chgData name="Dickson, Callum" userId="0e5db021-c310-4624-9bc7-9e09f6c75bc1" providerId="ADAL" clId="{2D58A811-E0FE-4238-9F37-1361A03B35D3}" dt="2025-03-06T01:49:23.071" v="3678" actId="1038"/>
          <ac:spMkLst>
            <pc:docMk/>
            <pc:sldMk cId="1750433166" sldId="427"/>
            <ac:spMk id="26" creationId="{20C9C6AB-8699-7140-4EF8-F045D7CEA8C1}"/>
          </ac:spMkLst>
        </pc:spChg>
        <pc:spChg chg="add mod">
          <ac:chgData name="Dickson, Callum" userId="0e5db021-c310-4624-9bc7-9e09f6c75bc1" providerId="ADAL" clId="{2D58A811-E0FE-4238-9F37-1361A03B35D3}" dt="2025-03-06T01:49:23.071" v="3678" actId="1038"/>
          <ac:spMkLst>
            <pc:docMk/>
            <pc:sldMk cId="1750433166" sldId="427"/>
            <ac:spMk id="27" creationId="{10B04161-EE7B-CCEC-8F2C-3F52C00F8FA8}"/>
          </ac:spMkLst>
        </pc:spChg>
        <pc:spChg chg="add mod">
          <ac:chgData name="Dickson, Callum" userId="0e5db021-c310-4624-9bc7-9e09f6c75bc1" providerId="ADAL" clId="{2D58A811-E0FE-4238-9F37-1361A03B35D3}" dt="2025-03-06T01:49:05.396" v="3672" actId="12789"/>
          <ac:spMkLst>
            <pc:docMk/>
            <pc:sldMk cId="1750433166" sldId="427"/>
            <ac:spMk id="38" creationId="{77FB1421-019C-D8DD-6318-77AB4677AA3C}"/>
          </ac:spMkLst>
        </pc:spChg>
        <pc:spChg chg="add mod">
          <ac:chgData name="Dickson, Callum" userId="0e5db021-c310-4624-9bc7-9e09f6c75bc1" providerId="ADAL" clId="{2D58A811-E0FE-4238-9F37-1361A03B35D3}" dt="2025-03-06T01:49:05.396" v="3672" actId="12789"/>
          <ac:spMkLst>
            <pc:docMk/>
            <pc:sldMk cId="1750433166" sldId="427"/>
            <ac:spMk id="39" creationId="{989213C0-6112-0C2D-FB95-4FF1C98E67AA}"/>
          </ac:spMkLst>
        </pc:spChg>
        <pc:picChg chg="add mod modCrop">
          <ac:chgData name="Dickson, Callum" userId="0e5db021-c310-4624-9bc7-9e09f6c75bc1" providerId="ADAL" clId="{2D58A811-E0FE-4238-9F37-1361A03B35D3}" dt="2025-03-06T01:48:02.335" v="3635" actId="1076"/>
          <ac:picMkLst>
            <pc:docMk/>
            <pc:sldMk cId="1750433166" sldId="427"/>
            <ac:picMk id="4" creationId="{73536A93-4DB3-0057-7CA9-AE278A27C4E1}"/>
          </ac:picMkLst>
        </pc:picChg>
        <pc:cxnChg chg="add mod">
          <ac:chgData name="Dickson, Callum" userId="0e5db021-c310-4624-9bc7-9e09f6c75bc1" providerId="ADAL" clId="{2D58A811-E0FE-4238-9F37-1361A03B35D3}" dt="2025-03-06T01:49:23.071" v="3678" actId="1038"/>
          <ac:cxnSpMkLst>
            <pc:docMk/>
            <pc:sldMk cId="1750433166" sldId="427"/>
            <ac:cxnSpMk id="19" creationId="{D1DC200C-D2B9-11D3-FF9A-A45C6DCC7F50}"/>
          </ac:cxnSpMkLst>
        </pc:cxnChg>
        <pc:cxnChg chg="add mod">
          <ac:chgData name="Dickson, Callum" userId="0e5db021-c310-4624-9bc7-9e09f6c75bc1" providerId="ADAL" clId="{2D58A811-E0FE-4238-9F37-1361A03B35D3}" dt="2025-03-06T01:49:23.071" v="3678" actId="1038"/>
          <ac:cxnSpMkLst>
            <pc:docMk/>
            <pc:sldMk cId="1750433166" sldId="427"/>
            <ac:cxnSpMk id="21" creationId="{4DF967FE-A9D0-8A0F-F762-88FF8C6A3895}"/>
          </ac:cxnSpMkLst>
        </pc:cxnChg>
        <pc:cxnChg chg="add mod">
          <ac:chgData name="Dickson, Callum" userId="0e5db021-c310-4624-9bc7-9e09f6c75bc1" providerId="ADAL" clId="{2D58A811-E0FE-4238-9F37-1361A03B35D3}" dt="2025-03-06T01:49:23.071" v="3678" actId="1038"/>
          <ac:cxnSpMkLst>
            <pc:docMk/>
            <pc:sldMk cId="1750433166" sldId="427"/>
            <ac:cxnSpMk id="23" creationId="{66A73933-FA42-B98F-27EB-F2F8F0A7C475}"/>
          </ac:cxnSpMkLst>
        </pc:cxnChg>
        <pc:cxnChg chg="add mod">
          <ac:chgData name="Dickson, Callum" userId="0e5db021-c310-4624-9bc7-9e09f6c75bc1" providerId="ADAL" clId="{2D58A811-E0FE-4238-9F37-1361A03B35D3}" dt="2025-03-06T01:49:23.071" v="3678" actId="1038"/>
          <ac:cxnSpMkLst>
            <pc:docMk/>
            <pc:sldMk cId="1750433166" sldId="427"/>
            <ac:cxnSpMk id="29" creationId="{06CD03C2-5E8A-8EB5-5CFF-F2277F7AF870}"/>
          </ac:cxnSpMkLst>
        </pc:cxnChg>
        <pc:cxnChg chg="add mod">
          <ac:chgData name="Dickson, Callum" userId="0e5db021-c310-4624-9bc7-9e09f6c75bc1" providerId="ADAL" clId="{2D58A811-E0FE-4238-9F37-1361A03B35D3}" dt="2025-03-06T01:49:23.071" v="3678" actId="1038"/>
          <ac:cxnSpMkLst>
            <pc:docMk/>
            <pc:sldMk cId="1750433166" sldId="427"/>
            <ac:cxnSpMk id="30" creationId="{AEF51252-18B5-13D3-23AD-71792C322E43}"/>
          </ac:cxnSpMkLst>
        </pc:cxnChg>
        <pc:cxnChg chg="add mod">
          <ac:chgData name="Dickson, Callum" userId="0e5db021-c310-4624-9bc7-9e09f6c75bc1" providerId="ADAL" clId="{2D58A811-E0FE-4238-9F37-1361A03B35D3}" dt="2025-03-06T01:49:23.071" v="3678" actId="1038"/>
          <ac:cxnSpMkLst>
            <pc:docMk/>
            <pc:sldMk cId="1750433166" sldId="427"/>
            <ac:cxnSpMk id="31" creationId="{9663DF8A-2A03-7DC8-097C-25C1083E1206}"/>
          </ac:cxnSpMkLst>
        </pc:cxnChg>
      </pc:sldChg>
      <pc:sldChg chg="addSp delSp modSp add mod">
        <pc:chgData name="Dickson, Callum" userId="0e5db021-c310-4624-9bc7-9e09f6c75bc1" providerId="ADAL" clId="{2D58A811-E0FE-4238-9F37-1361A03B35D3}" dt="2025-03-08T23:33:11.614" v="6988" actId="12788"/>
        <pc:sldMkLst>
          <pc:docMk/>
          <pc:sldMk cId="2562995614" sldId="428"/>
        </pc:sldMkLst>
        <pc:spChg chg="mod">
          <ac:chgData name="Dickson, Callum" userId="0e5db021-c310-4624-9bc7-9e09f6c75bc1" providerId="ADAL" clId="{2D58A811-E0FE-4238-9F37-1361A03B35D3}" dt="2025-03-06T00:18:26.863" v="2212" actId="20577"/>
          <ac:spMkLst>
            <pc:docMk/>
            <pc:sldMk cId="2562995614" sldId="428"/>
            <ac:spMk id="2" creationId="{A5D287C6-1DDD-9E42-AE70-C9E95C7CC322}"/>
          </ac:spMkLst>
        </pc:spChg>
        <pc:spChg chg="add mod">
          <ac:chgData name="Dickson, Callum" userId="0e5db021-c310-4624-9bc7-9e09f6c75bc1" providerId="ADAL" clId="{2D58A811-E0FE-4238-9F37-1361A03B35D3}" dt="2025-03-08T23:33:11.614" v="6988" actId="12788"/>
          <ac:spMkLst>
            <pc:docMk/>
            <pc:sldMk cId="2562995614" sldId="428"/>
            <ac:spMk id="6" creationId="{DDC28919-6934-B0CF-A53F-120E41C57D27}"/>
          </ac:spMkLst>
        </pc:spChg>
        <pc:spChg chg="mod">
          <ac:chgData name="Dickson, Callum" userId="0e5db021-c310-4624-9bc7-9e09f6c75bc1" providerId="ADAL" clId="{2D58A811-E0FE-4238-9F37-1361A03B35D3}" dt="2025-03-06T01:28:57.659" v="2860" actId="20577"/>
          <ac:spMkLst>
            <pc:docMk/>
            <pc:sldMk cId="2562995614" sldId="428"/>
            <ac:spMk id="7" creationId="{9A32B891-92E1-7F7E-627E-A552EDD85A74}"/>
          </ac:spMkLst>
        </pc:spChg>
        <pc:spChg chg="add mod">
          <ac:chgData name="Dickson, Callum" userId="0e5db021-c310-4624-9bc7-9e09f6c75bc1" providerId="ADAL" clId="{2D58A811-E0FE-4238-9F37-1361A03B35D3}" dt="2025-03-08T23:33:11.614" v="6988" actId="12788"/>
          <ac:spMkLst>
            <pc:docMk/>
            <pc:sldMk cId="2562995614" sldId="428"/>
            <ac:spMk id="8" creationId="{4B19D7F8-B049-5254-C058-1FCBAD7CC116}"/>
          </ac:spMkLst>
        </pc:spChg>
        <pc:spChg chg="add mod">
          <ac:chgData name="Dickson, Callum" userId="0e5db021-c310-4624-9bc7-9e09f6c75bc1" providerId="ADAL" clId="{2D58A811-E0FE-4238-9F37-1361A03B35D3}" dt="2025-03-08T23:33:11.614" v="6988" actId="12788"/>
          <ac:spMkLst>
            <pc:docMk/>
            <pc:sldMk cId="2562995614" sldId="428"/>
            <ac:spMk id="9" creationId="{58E26C03-AC08-47BF-1BE0-9FAE670C2430}"/>
          </ac:spMkLst>
        </pc:spChg>
        <pc:spChg chg="add mod">
          <ac:chgData name="Dickson, Callum" userId="0e5db021-c310-4624-9bc7-9e09f6c75bc1" providerId="ADAL" clId="{2D58A811-E0FE-4238-9F37-1361A03B35D3}" dt="2025-03-08T23:33:11.614" v="6988" actId="12788"/>
          <ac:spMkLst>
            <pc:docMk/>
            <pc:sldMk cId="2562995614" sldId="428"/>
            <ac:spMk id="10" creationId="{AF63018E-D3C1-AC12-2C6E-E46478994DB7}"/>
          </ac:spMkLst>
        </pc:spChg>
        <pc:spChg chg="add mod">
          <ac:chgData name="Dickson, Callum" userId="0e5db021-c310-4624-9bc7-9e09f6c75bc1" providerId="ADAL" clId="{2D58A811-E0FE-4238-9F37-1361A03B35D3}" dt="2025-03-08T23:33:11.614" v="6988" actId="12788"/>
          <ac:spMkLst>
            <pc:docMk/>
            <pc:sldMk cId="2562995614" sldId="428"/>
            <ac:spMk id="11" creationId="{C85E615C-5A6F-E0E0-0A41-130671450965}"/>
          </ac:spMkLst>
        </pc:spChg>
        <pc:spChg chg="add mod">
          <ac:chgData name="Dickson, Callum" userId="0e5db021-c310-4624-9bc7-9e09f6c75bc1" providerId="ADAL" clId="{2D58A811-E0FE-4238-9F37-1361A03B35D3}" dt="2025-03-08T23:33:11.614" v="6988" actId="12788"/>
          <ac:spMkLst>
            <pc:docMk/>
            <pc:sldMk cId="2562995614" sldId="428"/>
            <ac:spMk id="12" creationId="{28E6069C-5039-41E8-E605-68873426313C}"/>
          </ac:spMkLst>
        </pc:spChg>
        <pc:spChg chg="add mod">
          <ac:chgData name="Dickson, Callum" userId="0e5db021-c310-4624-9bc7-9e09f6c75bc1" providerId="ADAL" clId="{2D58A811-E0FE-4238-9F37-1361A03B35D3}" dt="2025-03-06T01:33:37.689" v="3171" actId="1076"/>
          <ac:spMkLst>
            <pc:docMk/>
            <pc:sldMk cId="2562995614" sldId="428"/>
            <ac:spMk id="14" creationId="{2E0A53B8-A37A-AAE0-A2EF-11132F9E923B}"/>
          </ac:spMkLst>
        </pc:spChg>
        <pc:spChg chg="add mod">
          <ac:chgData name="Dickson, Callum" userId="0e5db021-c310-4624-9bc7-9e09f6c75bc1" providerId="ADAL" clId="{2D58A811-E0FE-4238-9F37-1361A03B35D3}" dt="2025-03-06T01:33:30.673" v="3170" actId="20577"/>
          <ac:spMkLst>
            <pc:docMk/>
            <pc:sldMk cId="2562995614" sldId="428"/>
            <ac:spMk id="15" creationId="{A6811A4B-019A-80AB-4B0D-C46538003052}"/>
          </ac:spMkLst>
        </pc:spChg>
        <pc:spChg chg="add mod">
          <ac:chgData name="Dickson, Callum" userId="0e5db021-c310-4624-9bc7-9e09f6c75bc1" providerId="ADAL" clId="{2D58A811-E0FE-4238-9F37-1361A03B35D3}" dt="2025-03-06T01:50:02.168" v="3683" actId="20577"/>
          <ac:spMkLst>
            <pc:docMk/>
            <pc:sldMk cId="2562995614" sldId="428"/>
            <ac:spMk id="16" creationId="{30514AB3-5EA0-F7C3-2484-8ADF67D34032}"/>
          </ac:spMkLst>
        </pc:spChg>
        <pc:spChg chg="add mod">
          <ac:chgData name="Dickson, Callum" userId="0e5db021-c310-4624-9bc7-9e09f6c75bc1" providerId="ADAL" clId="{2D58A811-E0FE-4238-9F37-1361A03B35D3}" dt="2025-03-08T23:33:11.614" v="6988" actId="12788"/>
          <ac:spMkLst>
            <pc:docMk/>
            <pc:sldMk cId="2562995614" sldId="428"/>
            <ac:spMk id="17" creationId="{42E70722-F60F-785A-C9A5-BFA117EBF53F}"/>
          </ac:spMkLst>
        </pc:spChg>
        <pc:spChg chg="add mod">
          <ac:chgData name="Dickson, Callum" userId="0e5db021-c310-4624-9bc7-9e09f6c75bc1" providerId="ADAL" clId="{2D58A811-E0FE-4238-9F37-1361A03B35D3}" dt="2025-03-08T23:33:11.614" v="6988" actId="12788"/>
          <ac:spMkLst>
            <pc:docMk/>
            <pc:sldMk cId="2562995614" sldId="428"/>
            <ac:spMk id="18" creationId="{84E10BBC-A4EB-2B0F-C99E-34D75CD08831}"/>
          </ac:spMkLst>
        </pc:spChg>
        <pc:spChg chg="add mod">
          <ac:chgData name="Dickson, Callum" userId="0e5db021-c310-4624-9bc7-9e09f6c75bc1" providerId="ADAL" clId="{2D58A811-E0FE-4238-9F37-1361A03B35D3}" dt="2025-03-08T23:33:11.614" v="6988" actId="12788"/>
          <ac:spMkLst>
            <pc:docMk/>
            <pc:sldMk cId="2562995614" sldId="428"/>
            <ac:spMk id="19" creationId="{444C85B8-E881-C80B-ED4E-3EA668A7E918}"/>
          </ac:spMkLst>
        </pc:spChg>
        <pc:spChg chg="add mod ord">
          <ac:chgData name="Dickson, Callum" userId="0e5db021-c310-4624-9bc7-9e09f6c75bc1" providerId="ADAL" clId="{2D58A811-E0FE-4238-9F37-1361A03B35D3}" dt="2025-03-08T19:36:45.366" v="4929" actId="167"/>
          <ac:spMkLst>
            <pc:docMk/>
            <pc:sldMk cId="2562995614" sldId="428"/>
            <ac:spMk id="20" creationId="{7C5B18B3-8BD0-B874-4593-53F962918B80}"/>
          </ac:spMkLst>
        </pc:spChg>
        <pc:spChg chg="add mod">
          <ac:chgData name="Dickson, Callum" userId="0e5db021-c310-4624-9bc7-9e09f6c75bc1" providerId="ADAL" clId="{2D58A811-E0FE-4238-9F37-1361A03B35D3}" dt="2025-03-06T01:38:00.187" v="3320" actId="114"/>
          <ac:spMkLst>
            <pc:docMk/>
            <pc:sldMk cId="2562995614" sldId="428"/>
            <ac:spMk id="22" creationId="{B4EFE3A1-BECA-0AC4-6A6C-43DF4D1D8614}"/>
          </ac:spMkLst>
        </pc:spChg>
        <pc:spChg chg="add mod">
          <ac:chgData name="Dickson, Callum" userId="0e5db021-c310-4624-9bc7-9e09f6c75bc1" providerId="ADAL" clId="{2D58A811-E0FE-4238-9F37-1361A03B35D3}" dt="2025-03-06T01:38:00.187" v="3320" actId="114"/>
          <ac:spMkLst>
            <pc:docMk/>
            <pc:sldMk cId="2562995614" sldId="428"/>
            <ac:spMk id="23" creationId="{ABA510DE-2A86-8416-8EA8-3937E4B1B2DD}"/>
          </ac:spMkLst>
        </pc:spChg>
        <pc:graphicFrameChg chg="add mod modGraphic">
          <ac:chgData name="Dickson, Callum" userId="0e5db021-c310-4624-9bc7-9e09f6c75bc1" providerId="ADAL" clId="{2D58A811-E0FE-4238-9F37-1361A03B35D3}" dt="2025-03-06T01:34:45.144" v="3250" actId="1076"/>
          <ac:graphicFrameMkLst>
            <pc:docMk/>
            <pc:sldMk cId="2562995614" sldId="428"/>
            <ac:graphicFrameMk id="13" creationId="{FAD63D0B-38D3-A424-5DC3-4D10EAB780BB}"/>
          </ac:graphicFrameMkLst>
        </pc:graphicFrameChg>
        <pc:picChg chg="add mod">
          <ac:chgData name="Dickson, Callum" userId="0e5db021-c310-4624-9bc7-9e09f6c75bc1" providerId="ADAL" clId="{2D58A811-E0FE-4238-9F37-1361A03B35D3}" dt="2025-03-06T01:37:30.869" v="3290" actId="1076"/>
          <ac:picMkLst>
            <pc:docMk/>
            <pc:sldMk cId="2562995614" sldId="428"/>
            <ac:picMk id="3" creationId="{2BEBA14A-18C9-F4A0-EB1A-94382D77F30E}"/>
          </ac:picMkLst>
        </pc:picChg>
        <pc:picChg chg="add mod">
          <ac:chgData name="Dickson, Callum" userId="0e5db021-c310-4624-9bc7-9e09f6c75bc1" providerId="ADAL" clId="{2D58A811-E0FE-4238-9F37-1361A03B35D3}" dt="2025-03-06T01:33:20.556" v="3168" actId="1076"/>
          <ac:picMkLst>
            <pc:docMk/>
            <pc:sldMk cId="2562995614" sldId="428"/>
            <ac:picMk id="4" creationId="{5B780F56-CDC1-D019-33B4-652611D0B8D2}"/>
          </ac:picMkLst>
        </pc:picChg>
      </pc:sldChg>
      <pc:sldChg chg="addSp delSp modSp add mod ord">
        <pc:chgData name="Dickson, Callum" userId="0e5db021-c310-4624-9bc7-9e09f6c75bc1" providerId="ADAL" clId="{2D58A811-E0FE-4238-9F37-1361A03B35D3}" dt="2025-03-08T19:36:46.890" v="4930"/>
        <pc:sldMkLst>
          <pc:docMk/>
          <pc:sldMk cId="3085312241" sldId="429"/>
        </pc:sldMkLst>
        <pc:spChg chg="mod">
          <ac:chgData name="Dickson, Callum" userId="0e5db021-c310-4624-9bc7-9e09f6c75bc1" providerId="ADAL" clId="{2D58A811-E0FE-4238-9F37-1361A03B35D3}" dt="2025-03-06T00:18:47.969" v="2258" actId="20577"/>
          <ac:spMkLst>
            <pc:docMk/>
            <pc:sldMk cId="3085312241" sldId="429"/>
            <ac:spMk id="2" creationId="{84BB9CC3-56C4-DD25-7421-DF49916D926E}"/>
          </ac:spMkLst>
        </pc:spChg>
        <pc:spChg chg="add mod">
          <ac:chgData name="Dickson, Callum" userId="0e5db021-c310-4624-9bc7-9e09f6c75bc1" providerId="ADAL" clId="{2D58A811-E0FE-4238-9F37-1361A03B35D3}" dt="2025-03-08T19:36:46.890" v="4930"/>
          <ac:spMkLst>
            <pc:docMk/>
            <pc:sldMk cId="3085312241" sldId="429"/>
            <ac:spMk id="3" creationId="{A45F57A6-4E5B-D61B-0CFB-151687CE0009}"/>
          </ac:spMkLst>
        </pc:spChg>
        <pc:spChg chg="mod">
          <ac:chgData name="Dickson, Callum" userId="0e5db021-c310-4624-9bc7-9e09f6c75bc1" providerId="ADAL" clId="{2D58A811-E0FE-4238-9F37-1361A03B35D3}" dt="2025-03-06T01:51:16.085" v="3778" actId="20577"/>
          <ac:spMkLst>
            <pc:docMk/>
            <pc:sldMk cId="3085312241" sldId="429"/>
            <ac:spMk id="7" creationId="{68102D70-ED47-845D-9EB8-CB1124C0F7BE}"/>
          </ac:spMkLst>
        </pc:spChg>
        <pc:spChg chg="add mod">
          <ac:chgData name="Dickson, Callum" userId="0e5db021-c310-4624-9bc7-9e09f6c75bc1" providerId="ADAL" clId="{2D58A811-E0FE-4238-9F37-1361A03B35D3}" dt="2025-03-06T01:52:11.806" v="3795" actId="20577"/>
          <ac:spMkLst>
            <pc:docMk/>
            <pc:sldMk cId="3085312241" sldId="429"/>
            <ac:spMk id="8" creationId="{44B3D56B-B5EF-63AA-0E3B-30354B260B74}"/>
          </ac:spMkLst>
        </pc:spChg>
        <pc:spChg chg="add mod">
          <ac:chgData name="Dickson, Callum" userId="0e5db021-c310-4624-9bc7-9e09f6c75bc1" providerId="ADAL" clId="{2D58A811-E0FE-4238-9F37-1361A03B35D3}" dt="2025-03-06T01:51:58.347" v="3780" actId="1076"/>
          <ac:spMkLst>
            <pc:docMk/>
            <pc:sldMk cId="3085312241" sldId="429"/>
            <ac:spMk id="9" creationId="{DB903BA9-5191-04F2-6CF8-818AE4CDCBB0}"/>
          </ac:spMkLst>
        </pc:spChg>
        <pc:graphicFrameChg chg="add mod">
          <ac:chgData name="Dickson, Callum" userId="0e5db021-c310-4624-9bc7-9e09f6c75bc1" providerId="ADAL" clId="{2D58A811-E0FE-4238-9F37-1361A03B35D3}" dt="2025-03-06T01:51:58.347" v="3780" actId="1076"/>
          <ac:graphicFrameMkLst>
            <pc:docMk/>
            <pc:sldMk cId="3085312241" sldId="429"/>
            <ac:graphicFrameMk id="6" creationId="{1E06DF29-EEF4-FE85-7D38-B1D5F9282CD1}"/>
          </ac:graphicFrameMkLst>
        </pc:graphicFrameChg>
        <pc:picChg chg="add mod">
          <ac:chgData name="Dickson, Callum" userId="0e5db021-c310-4624-9bc7-9e09f6c75bc1" providerId="ADAL" clId="{2D58A811-E0FE-4238-9F37-1361A03B35D3}" dt="2025-03-06T01:57:34.373" v="3804" actId="27614"/>
          <ac:picMkLst>
            <pc:docMk/>
            <pc:sldMk cId="3085312241" sldId="429"/>
            <ac:picMk id="11" creationId="{F801CABF-C85D-96E0-4E45-7E2A73F1735E}"/>
          </ac:picMkLst>
        </pc:picChg>
      </pc:sldChg>
      <pc:sldChg chg="addSp modSp add mod">
        <pc:chgData name="Dickson, Callum" userId="0e5db021-c310-4624-9bc7-9e09f6c75bc1" providerId="ADAL" clId="{2D58A811-E0FE-4238-9F37-1361A03B35D3}" dt="2025-03-08T23:32:52.789" v="6987"/>
        <pc:sldMkLst>
          <pc:docMk/>
          <pc:sldMk cId="1521640874" sldId="430"/>
        </pc:sldMkLst>
        <pc:spChg chg="mod">
          <ac:chgData name="Dickson, Callum" userId="0e5db021-c310-4624-9bc7-9e09f6c75bc1" providerId="ADAL" clId="{2D58A811-E0FE-4238-9F37-1361A03B35D3}" dt="2025-03-06T00:29:41.311" v="2727" actId="20577"/>
          <ac:spMkLst>
            <pc:docMk/>
            <pc:sldMk cId="1521640874" sldId="430"/>
            <ac:spMk id="2" creationId="{8E913C86-29A8-3EDA-6249-326CB20320DF}"/>
          </ac:spMkLst>
        </pc:spChg>
        <pc:spChg chg="add mod">
          <ac:chgData name="Dickson, Callum" userId="0e5db021-c310-4624-9bc7-9e09f6c75bc1" providerId="ADAL" clId="{2D58A811-E0FE-4238-9F37-1361A03B35D3}" dt="2025-03-06T02:18:16.330" v="4635" actId="20577"/>
          <ac:spMkLst>
            <pc:docMk/>
            <pc:sldMk cId="1521640874" sldId="430"/>
            <ac:spMk id="3" creationId="{CEF01B23-FAE2-53AE-FE3E-393247EAB391}"/>
          </ac:spMkLst>
        </pc:spChg>
        <pc:spChg chg="add mod">
          <ac:chgData name="Dickson, Callum" userId="0e5db021-c310-4624-9bc7-9e09f6c75bc1" providerId="ADAL" clId="{2D58A811-E0FE-4238-9F37-1361A03B35D3}" dt="2025-03-08T19:36:48.011" v="4931"/>
          <ac:spMkLst>
            <pc:docMk/>
            <pc:sldMk cId="1521640874" sldId="430"/>
            <ac:spMk id="4" creationId="{399255B5-509B-D602-B07F-8C1F6F645F2F}"/>
          </ac:spMkLst>
        </pc:spChg>
        <pc:spChg chg="mod">
          <ac:chgData name="Dickson, Callum" userId="0e5db021-c310-4624-9bc7-9e09f6c75bc1" providerId="ADAL" clId="{2D58A811-E0FE-4238-9F37-1361A03B35D3}" dt="2025-03-08T23:32:52.789" v="6987"/>
          <ac:spMkLst>
            <pc:docMk/>
            <pc:sldMk cId="1521640874" sldId="430"/>
            <ac:spMk id="7" creationId="{E9F4B276-59A0-E272-B53B-61544352CD8A}"/>
          </ac:spMkLst>
        </pc:spChg>
      </pc:sldChg>
      <pc:sldChg chg="addSp delSp modSp new mod modAnim">
        <pc:chgData name="Dickson, Callum" userId="0e5db021-c310-4624-9bc7-9e09f6c75bc1" providerId="ADAL" clId="{2D58A811-E0FE-4238-9F37-1361A03B35D3}" dt="2025-03-08T20:48:47.298" v="6726"/>
        <pc:sldMkLst>
          <pc:docMk/>
          <pc:sldMk cId="1263845491" sldId="431"/>
        </pc:sldMkLst>
        <pc:spChg chg="add mod">
          <ac:chgData name="Dickson, Callum" userId="0e5db021-c310-4624-9bc7-9e09f6c75bc1" providerId="ADAL" clId="{2D58A811-E0FE-4238-9F37-1361A03B35D3}" dt="2025-03-08T19:34:37.575" v="4872" actId="1037"/>
          <ac:spMkLst>
            <pc:docMk/>
            <pc:sldMk cId="1263845491" sldId="431"/>
            <ac:spMk id="7" creationId="{AC2CF061-96C7-A631-F98C-F3E191E35E89}"/>
          </ac:spMkLst>
        </pc:spChg>
        <pc:spChg chg="add mod">
          <ac:chgData name="Dickson, Callum" userId="0e5db021-c310-4624-9bc7-9e09f6c75bc1" providerId="ADAL" clId="{2D58A811-E0FE-4238-9F37-1361A03B35D3}" dt="2025-03-08T20:19:21.103" v="6478" actId="3064"/>
          <ac:spMkLst>
            <pc:docMk/>
            <pc:sldMk cId="1263845491" sldId="431"/>
            <ac:spMk id="10" creationId="{F11233D6-F1F1-B084-D943-45BB24456A78}"/>
          </ac:spMkLst>
        </pc:spChg>
        <pc:spChg chg="add mod">
          <ac:chgData name="Dickson, Callum" userId="0e5db021-c310-4624-9bc7-9e09f6c75bc1" providerId="ADAL" clId="{2D58A811-E0FE-4238-9F37-1361A03B35D3}" dt="2025-03-08T20:19:24.999" v="6480" actId="3064"/>
          <ac:spMkLst>
            <pc:docMk/>
            <pc:sldMk cId="1263845491" sldId="431"/>
            <ac:spMk id="11" creationId="{BAF2F2E6-E6DD-FE9B-85CE-C3D2EE416805}"/>
          </ac:spMkLst>
        </pc:spChg>
        <pc:spChg chg="add mod">
          <ac:chgData name="Dickson, Callum" userId="0e5db021-c310-4624-9bc7-9e09f6c75bc1" providerId="ADAL" clId="{2D58A811-E0FE-4238-9F37-1361A03B35D3}" dt="2025-03-08T20:19:28.021" v="6482" actId="3064"/>
          <ac:spMkLst>
            <pc:docMk/>
            <pc:sldMk cId="1263845491" sldId="431"/>
            <ac:spMk id="12" creationId="{C83057E3-6B62-9D9E-E4DA-8746A39C18B6}"/>
          </ac:spMkLst>
        </pc:spChg>
        <pc:spChg chg="add mod">
          <ac:chgData name="Dickson, Callum" userId="0e5db021-c310-4624-9bc7-9e09f6c75bc1" providerId="ADAL" clId="{2D58A811-E0FE-4238-9F37-1361A03B35D3}" dt="2025-03-08T20:19:44.715" v="6486" actId="20578"/>
          <ac:spMkLst>
            <pc:docMk/>
            <pc:sldMk cId="1263845491" sldId="431"/>
            <ac:spMk id="13" creationId="{F1ACB0D1-96F4-8ED6-43E9-5DA636DB3A51}"/>
          </ac:spMkLst>
        </pc:spChg>
        <pc:spChg chg="add mod">
          <ac:chgData name="Dickson, Callum" userId="0e5db021-c310-4624-9bc7-9e09f6c75bc1" providerId="ADAL" clId="{2D58A811-E0FE-4238-9F37-1361A03B35D3}" dt="2025-03-08T20:35:26.580" v="6664" actId="164"/>
          <ac:spMkLst>
            <pc:docMk/>
            <pc:sldMk cId="1263845491" sldId="431"/>
            <ac:spMk id="15" creationId="{05FC4264-48D7-2A09-184F-BBC4DEAB537F}"/>
          </ac:spMkLst>
        </pc:spChg>
        <pc:spChg chg="add mod">
          <ac:chgData name="Dickson, Callum" userId="0e5db021-c310-4624-9bc7-9e09f6c75bc1" providerId="ADAL" clId="{2D58A811-E0FE-4238-9F37-1361A03B35D3}" dt="2025-03-08T20:35:26.580" v="6664" actId="164"/>
          <ac:spMkLst>
            <pc:docMk/>
            <pc:sldMk cId="1263845491" sldId="431"/>
            <ac:spMk id="16" creationId="{58054F48-EBC2-B632-1CA3-1E172ED349E7}"/>
          </ac:spMkLst>
        </pc:spChg>
        <pc:spChg chg="add mod">
          <ac:chgData name="Dickson, Callum" userId="0e5db021-c310-4624-9bc7-9e09f6c75bc1" providerId="ADAL" clId="{2D58A811-E0FE-4238-9F37-1361A03B35D3}" dt="2025-03-08T20:35:26.580" v="6664" actId="164"/>
          <ac:spMkLst>
            <pc:docMk/>
            <pc:sldMk cId="1263845491" sldId="431"/>
            <ac:spMk id="17" creationId="{007D7B07-1C46-6363-3E23-A97B2D3301AA}"/>
          </ac:spMkLst>
        </pc:spChg>
        <pc:spChg chg="add mod">
          <ac:chgData name="Dickson, Callum" userId="0e5db021-c310-4624-9bc7-9e09f6c75bc1" providerId="ADAL" clId="{2D58A811-E0FE-4238-9F37-1361A03B35D3}" dt="2025-03-08T20:35:26.580" v="6664" actId="164"/>
          <ac:spMkLst>
            <pc:docMk/>
            <pc:sldMk cId="1263845491" sldId="431"/>
            <ac:spMk id="18" creationId="{78D5A62A-EFD4-330D-DDB1-1BD7A4C1B57B}"/>
          </ac:spMkLst>
        </pc:spChg>
        <pc:spChg chg="add mod">
          <ac:chgData name="Dickson, Callum" userId="0e5db021-c310-4624-9bc7-9e09f6c75bc1" providerId="ADAL" clId="{2D58A811-E0FE-4238-9F37-1361A03B35D3}" dt="2025-03-08T20:35:26.580" v="6664" actId="164"/>
          <ac:spMkLst>
            <pc:docMk/>
            <pc:sldMk cId="1263845491" sldId="431"/>
            <ac:spMk id="19" creationId="{AB98B56F-3E38-8504-5529-CEC56AD28F05}"/>
          </ac:spMkLst>
        </pc:spChg>
        <pc:spChg chg="add mod">
          <ac:chgData name="Dickson, Callum" userId="0e5db021-c310-4624-9bc7-9e09f6c75bc1" providerId="ADAL" clId="{2D58A811-E0FE-4238-9F37-1361A03B35D3}" dt="2025-03-08T20:35:26.580" v="6664" actId="164"/>
          <ac:spMkLst>
            <pc:docMk/>
            <pc:sldMk cId="1263845491" sldId="431"/>
            <ac:spMk id="20" creationId="{5C929946-C4AE-B7BE-05E5-767726320838}"/>
          </ac:spMkLst>
        </pc:spChg>
        <pc:spChg chg="add mod">
          <ac:chgData name="Dickson, Callum" userId="0e5db021-c310-4624-9bc7-9e09f6c75bc1" providerId="ADAL" clId="{2D58A811-E0FE-4238-9F37-1361A03B35D3}" dt="2025-03-08T20:00:47.648" v="6082" actId="164"/>
          <ac:spMkLst>
            <pc:docMk/>
            <pc:sldMk cId="1263845491" sldId="431"/>
            <ac:spMk id="28" creationId="{759581E5-DF3D-F274-2025-E33A6CB4559C}"/>
          </ac:spMkLst>
        </pc:spChg>
        <pc:spChg chg="add mod">
          <ac:chgData name="Dickson, Callum" userId="0e5db021-c310-4624-9bc7-9e09f6c75bc1" providerId="ADAL" clId="{2D58A811-E0FE-4238-9F37-1361A03B35D3}" dt="2025-03-08T20:00:47.648" v="6082" actId="164"/>
          <ac:spMkLst>
            <pc:docMk/>
            <pc:sldMk cId="1263845491" sldId="431"/>
            <ac:spMk id="29" creationId="{8D912DE1-6A52-BCA1-0C7B-4F7AAD9CCE71}"/>
          </ac:spMkLst>
        </pc:spChg>
        <pc:spChg chg="add mod">
          <ac:chgData name="Dickson, Callum" userId="0e5db021-c310-4624-9bc7-9e09f6c75bc1" providerId="ADAL" clId="{2D58A811-E0FE-4238-9F37-1361A03B35D3}" dt="2025-03-08T20:00:47.648" v="6082" actId="164"/>
          <ac:spMkLst>
            <pc:docMk/>
            <pc:sldMk cId="1263845491" sldId="431"/>
            <ac:spMk id="30" creationId="{5D847B78-4E8C-4C5C-3E71-E99788C377E0}"/>
          </ac:spMkLst>
        </pc:spChg>
        <pc:spChg chg="add mod">
          <ac:chgData name="Dickson, Callum" userId="0e5db021-c310-4624-9bc7-9e09f6c75bc1" providerId="ADAL" clId="{2D58A811-E0FE-4238-9F37-1361A03B35D3}" dt="2025-03-08T20:35:40.455" v="6667" actId="164"/>
          <ac:spMkLst>
            <pc:docMk/>
            <pc:sldMk cId="1263845491" sldId="431"/>
            <ac:spMk id="36" creationId="{7205232C-8148-7B07-9D2D-D27BE603C77B}"/>
          </ac:spMkLst>
        </pc:spChg>
        <pc:spChg chg="add mod">
          <ac:chgData name="Dickson, Callum" userId="0e5db021-c310-4624-9bc7-9e09f6c75bc1" providerId="ADAL" clId="{2D58A811-E0FE-4238-9F37-1361A03B35D3}" dt="2025-03-08T20:48:33.990" v="6723" actId="164"/>
          <ac:spMkLst>
            <pc:docMk/>
            <pc:sldMk cId="1263845491" sldId="431"/>
            <ac:spMk id="37" creationId="{3CEE94BC-D23F-6596-6B80-AD251E49D14B}"/>
          </ac:spMkLst>
        </pc:spChg>
        <pc:spChg chg="add mod">
          <ac:chgData name="Dickson, Callum" userId="0e5db021-c310-4624-9bc7-9e09f6c75bc1" providerId="ADAL" clId="{2D58A811-E0FE-4238-9F37-1361A03B35D3}" dt="2025-03-08T20:20:54.718" v="6514" actId="1076"/>
          <ac:spMkLst>
            <pc:docMk/>
            <pc:sldMk cId="1263845491" sldId="431"/>
            <ac:spMk id="38" creationId="{F7E942ED-2DFF-0EC6-E61B-1C9DE342CE91}"/>
          </ac:spMkLst>
        </pc:spChg>
        <pc:spChg chg="add mod">
          <ac:chgData name="Dickson, Callum" userId="0e5db021-c310-4624-9bc7-9e09f6c75bc1" providerId="ADAL" clId="{2D58A811-E0FE-4238-9F37-1361A03B35D3}" dt="2025-03-08T20:20:54.718" v="6514" actId="1076"/>
          <ac:spMkLst>
            <pc:docMk/>
            <pc:sldMk cId="1263845491" sldId="431"/>
            <ac:spMk id="39" creationId="{2E69BC40-C8DB-4294-91BD-364B0D6FCC44}"/>
          </ac:spMkLst>
        </pc:spChg>
        <pc:grpChg chg="add mod">
          <ac:chgData name="Dickson, Callum" userId="0e5db021-c310-4624-9bc7-9e09f6c75bc1" providerId="ADAL" clId="{2D58A811-E0FE-4238-9F37-1361A03B35D3}" dt="2025-03-08T20:20:59.330" v="6515" actId="14100"/>
          <ac:grpSpMkLst>
            <pc:docMk/>
            <pc:sldMk cId="1263845491" sldId="431"/>
            <ac:grpSpMk id="31" creationId="{6CF90B71-5473-F495-B591-907AADF3AEFD}"/>
          </ac:grpSpMkLst>
        </pc:grpChg>
        <pc:grpChg chg="add mod">
          <ac:chgData name="Dickson, Callum" userId="0e5db021-c310-4624-9bc7-9e09f6c75bc1" providerId="ADAL" clId="{2D58A811-E0FE-4238-9F37-1361A03B35D3}" dt="2025-03-08T20:35:26.580" v="6664" actId="164"/>
          <ac:grpSpMkLst>
            <pc:docMk/>
            <pc:sldMk cId="1263845491" sldId="431"/>
            <ac:grpSpMk id="40" creationId="{4A694C79-3192-694A-BB02-D2B7AC2CFAC3}"/>
          </ac:grpSpMkLst>
        </pc:grpChg>
        <pc:grpChg chg="add mod">
          <ac:chgData name="Dickson, Callum" userId="0e5db021-c310-4624-9bc7-9e09f6c75bc1" providerId="ADAL" clId="{2D58A811-E0FE-4238-9F37-1361A03B35D3}" dt="2025-03-08T20:48:33.990" v="6723" actId="164"/>
          <ac:grpSpMkLst>
            <pc:docMk/>
            <pc:sldMk cId="1263845491" sldId="431"/>
            <ac:grpSpMk id="41" creationId="{95AA0613-C800-1A8B-3600-284E652B7204}"/>
          </ac:grpSpMkLst>
        </pc:grpChg>
        <pc:grpChg chg="add mod">
          <ac:chgData name="Dickson, Callum" userId="0e5db021-c310-4624-9bc7-9e09f6c75bc1" providerId="ADAL" clId="{2D58A811-E0FE-4238-9F37-1361A03B35D3}" dt="2025-03-08T20:48:33.990" v="6723" actId="164"/>
          <ac:grpSpMkLst>
            <pc:docMk/>
            <pc:sldMk cId="1263845491" sldId="431"/>
            <ac:grpSpMk id="42" creationId="{F9F28DDB-92EF-C1FB-DCF6-4603B8D0E3B6}"/>
          </ac:grpSpMkLst>
        </pc:grpChg>
        <pc:picChg chg="add mod modCrop">
          <ac:chgData name="Dickson, Callum" userId="0e5db021-c310-4624-9bc7-9e09f6c75bc1" providerId="ADAL" clId="{2D58A811-E0FE-4238-9F37-1361A03B35D3}" dt="2025-03-08T20:00:47.648" v="6082" actId="164"/>
          <ac:picMkLst>
            <pc:docMk/>
            <pc:sldMk cId="1263845491" sldId="431"/>
            <ac:picMk id="27" creationId="{4F5CF489-192A-094A-D19D-B367434128A7}"/>
          </ac:picMkLst>
        </pc:picChg>
        <pc:picChg chg="add mod">
          <ac:chgData name="Dickson, Callum" userId="0e5db021-c310-4624-9bc7-9e09f6c75bc1" providerId="ADAL" clId="{2D58A811-E0FE-4238-9F37-1361A03B35D3}" dt="2025-03-08T20:24:28.571" v="6627" actId="1076"/>
          <ac:picMkLst>
            <pc:docMk/>
            <pc:sldMk cId="1263845491" sldId="431"/>
            <ac:picMk id="34" creationId="{3C613509-CD12-1617-25B4-737F55296F6C}"/>
          </ac:picMkLst>
        </pc:picChg>
        <pc:picChg chg="add mod">
          <ac:chgData name="Dickson, Callum" userId="0e5db021-c310-4624-9bc7-9e09f6c75bc1" providerId="ADAL" clId="{2D58A811-E0FE-4238-9F37-1361A03B35D3}" dt="2025-03-08T20:35:40.455" v="6667" actId="164"/>
          <ac:picMkLst>
            <pc:docMk/>
            <pc:sldMk cId="1263845491" sldId="431"/>
            <ac:picMk id="35" creationId="{90D69918-BA7C-9FCB-9A1A-B58C10B31B1F}"/>
          </ac:picMkLst>
        </pc:picChg>
        <pc:cxnChg chg="add mod">
          <ac:chgData name="Dickson, Callum" userId="0e5db021-c310-4624-9bc7-9e09f6c75bc1" providerId="ADAL" clId="{2D58A811-E0FE-4238-9F37-1361A03B35D3}" dt="2025-03-08T20:35:26.580" v="6664" actId="164"/>
          <ac:cxnSpMkLst>
            <pc:docMk/>
            <pc:sldMk cId="1263845491" sldId="431"/>
            <ac:cxnSpMk id="22" creationId="{B1F35D26-3249-550B-CA23-5A42D7051C0F}"/>
          </ac:cxnSpMkLst>
        </pc:cxnChg>
        <pc:cxnChg chg="add mod">
          <ac:chgData name="Dickson, Callum" userId="0e5db021-c310-4624-9bc7-9e09f6c75bc1" providerId="ADAL" clId="{2D58A811-E0FE-4238-9F37-1361A03B35D3}" dt="2025-03-08T20:35:26.580" v="6664" actId="164"/>
          <ac:cxnSpMkLst>
            <pc:docMk/>
            <pc:sldMk cId="1263845491" sldId="431"/>
            <ac:cxnSpMk id="26" creationId="{4D7A17A1-A9C7-18B6-2A9F-2681309BB4A0}"/>
          </ac:cxnSpMkLst>
        </pc:cxnChg>
      </pc:sldChg>
      <pc:sldChg chg="addSp delSp modSp add mod ord">
        <pc:chgData name="Dickson, Callum" userId="0e5db021-c310-4624-9bc7-9e09f6c75bc1" providerId="ADAL" clId="{2D58A811-E0FE-4238-9F37-1361A03B35D3}" dt="2025-03-08T20:12:24.658" v="6362" actId="114"/>
        <pc:sldMkLst>
          <pc:docMk/>
          <pc:sldMk cId="1936803506" sldId="432"/>
        </pc:sldMkLst>
        <pc:spChg chg="mod">
          <ac:chgData name="Dickson, Callum" userId="0e5db021-c310-4624-9bc7-9e09f6c75bc1" providerId="ADAL" clId="{2D58A811-E0FE-4238-9F37-1361A03B35D3}" dt="2025-03-08T20:02:16.224" v="6204" actId="20577"/>
          <ac:spMkLst>
            <pc:docMk/>
            <pc:sldMk cId="1936803506" sldId="432"/>
            <ac:spMk id="2" creationId="{BDB61EC8-E584-7C6D-DD53-B6EB6F460E27}"/>
          </ac:spMkLst>
        </pc:spChg>
        <pc:spChg chg="add mod">
          <ac:chgData name="Dickson, Callum" userId="0e5db021-c310-4624-9bc7-9e09f6c75bc1" providerId="ADAL" clId="{2D58A811-E0FE-4238-9F37-1361A03B35D3}" dt="2025-03-08T20:07:19.596" v="6281" actId="1038"/>
          <ac:spMkLst>
            <pc:docMk/>
            <pc:sldMk cId="1936803506" sldId="432"/>
            <ac:spMk id="13" creationId="{FC190F86-AEB4-E8BA-B235-B2B5054D1EDC}"/>
          </ac:spMkLst>
        </pc:spChg>
        <pc:spChg chg="mod">
          <ac:chgData name="Dickson, Callum" userId="0e5db021-c310-4624-9bc7-9e09f6c75bc1" providerId="ADAL" clId="{2D58A811-E0FE-4238-9F37-1361A03B35D3}" dt="2025-03-08T20:03:51.667" v="6223"/>
          <ac:spMkLst>
            <pc:docMk/>
            <pc:sldMk cId="1936803506" sldId="432"/>
            <ac:spMk id="47" creationId="{80E6A99A-BFEB-E75D-893A-9A78AC5C16A7}"/>
          </ac:spMkLst>
        </pc:spChg>
        <pc:spChg chg="mod">
          <ac:chgData name="Dickson, Callum" userId="0e5db021-c310-4624-9bc7-9e09f6c75bc1" providerId="ADAL" clId="{2D58A811-E0FE-4238-9F37-1361A03B35D3}" dt="2025-03-08T20:03:51.667" v="6223"/>
          <ac:spMkLst>
            <pc:docMk/>
            <pc:sldMk cId="1936803506" sldId="432"/>
            <ac:spMk id="49" creationId="{740ACCC5-67B2-9A20-9EF3-F4349470DAD7}"/>
          </ac:spMkLst>
        </pc:spChg>
        <pc:spChg chg="mod">
          <ac:chgData name="Dickson, Callum" userId="0e5db021-c310-4624-9bc7-9e09f6c75bc1" providerId="ADAL" clId="{2D58A811-E0FE-4238-9F37-1361A03B35D3}" dt="2025-03-08T20:03:51.667" v="6223"/>
          <ac:spMkLst>
            <pc:docMk/>
            <pc:sldMk cId="1936803506" sldId="432"/>
            <ac:spMk id="52" creationId="{49CAF533-1074-3EDE-9090-FA2FAE9810DD}"/>
          </ac:spMkLst>
        </pc:spChg>
        <pc:spChg chg="mod">
          <ac:chgData name="Dickson, Callum" userId="0e5db021-c310-4624-9bc7-9e09f6c75bc1" providerId="ADAL" clId="{2D58A811-E0FE-4238-9F37-1361A03B35D3}" dt="2025-03-08T20:03:51.667" v="6223"/>
          <ac:spMkLst>
            <pc:docMk/>
            <pc:sldMk cId="1936803506" sldId="432"/>
            <ac:spMk id="53" creationId="{00F46E4B-DD8C-31AC-3038-837B7617028E}"/>
          </ac:spMkLst>
        </pc:spChg>
        <pc:spChg chg="mod">
          <ac:chgData name="Dickson, Callum" userId="0e5db021-c310-4624-9bc7-9e09f6c75bc1" providerId="ADAL" clId="{2D58A811-E0FE-4238-9F37-1361A03B35D3}" dt="2025-03-08T20:03:51.667" v="6223"/>
          <ac:spMkLst>
            <pc:docMk/>
            <pc:sldMk cId="1936803506" sldId="432"/>
            <ac:spMk id="54" creationId="{8A355D2C-CF12-6A3A-4067-ACD6F61CEBC6}"/>
          </ac:spMkLst>
        </pc:spChg>
        <pc:spChg chg="mod">
          <ac:chgData name="Dickson, Callum" userId="0e5db021-c310-4624-9bc7-9e09f6c75bc1" providerId="ADAL" clId="{2D58A811-E0FE-4238-9F37-1361A03B35D3}" dt="2025-03-08T20:03:51.667" v="6223"/>
          <ac:spMkLst>
            <pc:docMk/>
            <pc:sldMk cId="1936803506" sldId="432"/>
            <ac:spMk id="55" creationId="{AB001240-052B-A00D-F163-75A208EC9700}"/>
          </ac:spMkLst>
        </pc:spChg>
        <pc:spChg chg="mod">
          <ac:chgData name="Dickson, Callum" userId="0e5db021-c310-4624-9bc7-9e09f6c75bc1" providerId="ADAL" clId="{2D58A811-E0FE-4238-9F37-1361A03B35D3}" dt="2025-03-08T20:03:51.667" v="6223"/>
          <ac:spMkLst>
            <pc:docMk/>
            <pc:sldMk cId="1936803506" sldId="432"/>
            <ac:spMk id="56" creationId="{B69ACDB2-24F7-FF88-52B9-9E6AA00D5041}"/>
          </ac:spMkLst>
        </pc:spChg>
        <pc:spChg chg="mod">
          <ac:chgData name="Dickson, Callum" userId="0e5db021-c310-4624-9bc7-9e09f6c75bc1" providerId="ADAL" clId="{2D58A811-E0FE-4238-9F37-1361A03B35D3}" dt="2025-03-08T20:03:51.667" v="6223"/>
          <ac:spMkLst>
            <pc:docMk/>
            <pc:sldMk cId="1936803506" sldId="432"/>
            <ac:spMk id="58" creationId="{0392DE3B-ECFB-766E-4533-B52DA2BE07DC}"/>
          </ac:spMkLst>
        </pc:spChg>
        <pc:spChg chg="mod">
          <ac:chgData name="Dickson, Callum" userId="0e5db021-c310-4624-9bc7-9e09f6c75bc1" providerId="ADAL" clId="{2D58A811-E0FE-4238-9F37-1361A03B35D3}" dt="2025-03-08T20:03:51.667" v="6223"/>
          <ac:spMkLst>
            <pc:docMk/>
            <pc:sldMk cId="1936803506" sldId="432"/>
            <ac:spMk id="59" creationId="{A07A2941-E97D-1F2D-EF73-F99BB9B3ADB0}"/>
          </ac:spMkLst>
        </pc:spChg>
        <pc:spChg chg="mod">
          <ac:chgData name="Dickson, Callum" userId="0e5db021-c310-4624-9bc7-9e09f6c75bc1" providerId="ADAL" clId="{2D58A811-E0FE-4238-9F37-1361A03B35D3}" dt="2025-03-08T20:03:51.667" v="6223"/>
          <ac:spMkLst>
            <pc:docMk/>
            <pc:sldMk cId="1936803506" sldId="432"/>
            <ac:spMk id="62" creationId="{6E11A380-AD36-394F-CEFA-DAE7B6E12FD9}"/>
          </ac:spMkLst>
        </pc:spChg>
        <pc:spChg chg="mod">
          <ac:chgData name="Dickson, Callum" userId="0e5db021-c310-4624-9bc7-9e09f6c75bc1" providerId="ADAL" clId="{2D58A811-E0FE-4238-9F37-1361A03B35D3}" dt="2025-03-08T20:06:54.144" v="6271" actId="1035"/>
          <ac:spMkLst>
            <pc:docMk/>
            <pc:sldMk cId="1936803506" sldId="432"/>
            <ac:spMk id="84" creationId="{4326045B-A1D5-0F4B-1E13-08A60CC6A7B4}"/>
          </ac:spMkLst>
        </pc:spChg>
        <pc:spChg chg="mod">
          <ac:chgData name="Dickson, Callum" userId="0e5db021-c310-4624-9bc7-9e09f6c75bc1" providerId="ADAL" clId="{2D58A811-E0FE-4238-9F37-1361A03B35D3}" dt="2025-03-08T20:04:19.081" v="6226"/>
          <ac:spMkLst>
            <pc:docMk/>
            <pc:sldMk cId="1936803506" sldId="432"/>
            <ac:spMk id="89" creationId="{E44934D9-2320-5122-A6CE-41F279363DAF}"/>
          </ac:spMkLst>
        </pc:spChg>
        <pc:spChg chg="mod">
          <ac:chgData name="Dickson, Callum" userId="0e5db021-c310-4624-9bc7-9e09f6c75bc1" providerId="ADAL" clId="{2D58A811-E0FE-4238-9F37-1361A03B35D3}" dt="2025-03-08T20:04:19.081" v="6226"/>
          <ac:spMkLst>
            <pc:docMk/>
            <pc:sldMk cId="1936803506" sldId="432"/>
            <ac:spMk id="91" creationId="{F3B04F67-7968-EBD9-563C-97A8AB48926F}"/>
          </ac:spMkLst>
        </pc:spChg>
        <pc:spChg chg="mod">
          <ac:chgData name="Dickson, Callum" userId="0e5db021-c310-4624-9bc7-9e09f6c75bc1" providerId="ADAL" clId="{2D58A811-E0FE-4238-9F37-1361A03B35D3}" dt="2025-03-08T20:04:19.081" v="6226"/>
          <ac:spMkLst>
            <pc:docMk/>
            <pc:sldMk cId="1936803506" sldId="432"/>
            <ac:spMk id="92" creationId="{61433540-E752-4C92-9603-B12001262366}"/>
          </ac:spMkLst>
        </pc:spChg>
        <pc:spChg chg="mod">
          <ac:chgData name="Dickson, Callum" userId="0e5db021-c310-4624-9bc7-9e09f6c75bc1" providerId="ADAL" clId="{2D58A811-E0FE-4238-9F37-1361A03B35D3}" dt="2025-03-08T20:04:19.081" v="6226"/>
          <ac:spMkLst>
            <pc:docMk/>
            <pc:sldMk cId="1936803506" sldId="432"/>
            <ac:spMk id="94" creationId="{B2A71462-B62F-2529-31F2-0727F67AA2F2}"/>
          </ac:spMkLst>
        </pc:spChg>
        <pc:spChg chg="mod">
          <ac:chgData name="Dickson, Callum" userId="0e5db021-c310-4624-9bc7-9e09f6c75bc1" providerId="ADAL" clId="{2D58A811-E0FE-4238-9F37-1361A03B35D3}" dt="2025-03-08T20:04:19.081" v="6226"/>
          <ac:spMkLst>
            <pc:docMk/>
            <pc:sldMk cId="1936803506" sldId="432"/>
            <ac:spMk id="96" creationId="{17FB2EBC-9CE2-5363-408C-A9B9D12507BC}"/>
          </ac:spMkLst>
        </pc:spChg>
        <pc:spChg chg="mod">
          <ac:chgData name="Dickson, Callum" userId="0e5db021-c310-4624-9bc7-9e09f6c75bc1" providerId="ADAL" clId="{2D58A811-E0FE-4238-9F37-1361A03B35D3}" dt="2025-03-08T20:04:19.081" v="6226"/>
          <ac:spMkLst>
            <pc:docMk/>
            <pc:sldMk cId="1936803506" sldId="432"/>
            <ac:spMk id="97" creationId="{9D7C0C24-BF48-858D-9680-A644BE7A0AF5}"/>
          </ac:spMkLst>
        </pc:spChg>
        <pc:spChg chg="mod">
          <ac:chgData name="Dickson, Callum" userId="0e5db021-c310-4624-9bc7-9e09f6c75bc1" providerId="ADAL" clId="{2D58A811-E0FE-4238-9F37-1361A03B35D3}" dt="2025-03-08T20:04:19.081" v="6226"/>
          <ac:spMkLst>
            <pc:docMk/>
            <pc:sldMk cId="1936803506" sldId="432"/>
            <ac:spMk id="98" creationId="{A67D765E-0A2A-0CC3-8C6A-F472479E1913}"/>
          </ac:spMkLst>
        </pc:spChg>
        <pc:spChg chg="mod">
          <ac:chgData name="Dickson, Callum" userId="0e5db021-c310-4624-9bc7-9e09f6c75bc1" providerId="ADAL" clId="{2D58A811-E0FE-4238-9F37-1361A03B35D3}" dt="2025-03-08T20:04:19.081" v="6226"/>
          <ac:spMkLst>
            <pc:docMk/>
            <pc:sldMk cId="1936803506" sldId="432"/>
            <ac:spMk id="100" creationId="{92D07EF4-B647-A4E9-7D2C-7E71445DC35D}"/>
          </ac:spMkLst>
        </pc:spChg>
        <pc:spChg chg="mod">
          <ac:chgData name="Dickson, Callum" userId="0e5db021-c310-4624-9bc7-9e09f6c75bc1" providerId="ADAL" clId="{2D58A811-E0FE-4238-9F37-1361A03B35D3}" dt="2025-03-08T20:04:19.081" v="6226"/>
          <ac:spMkLst>
            <pc:docMk/>
            <pc:sldMk cId="1936803506" sldId="432"/>
            <ac:spMk id="102" creationId="{8DD9E3A6-55C0-11BF-8A95-CB69A0281957}"/>
          </ac:spMkLst>
        </pc:spChg>
        <pc:spChg chg="mod">
          <ac:chgData name="Dickson, Callum" userId="0e5db021-c310-4624-9bc7-9e09f6c75bc1" providerId="ADAL" clId="{2D58A811-E0FE-4238-9F37-1361A03B35D3}" dt="2025-03-08T20:04:19.081" v="6226"/>
          <ac:spMkLst>
            <pc:docMk/>
            <pc:sldMk cId="1936803506" sldId="432"/>
            <ac:spMk id="103" creationId="{CAD94BB3-289A-57B3-D898-54E2A048736D}"/>
          </ac:spMkLst>
        </pc:spChg>
        <pc:spChg chg="add mod">
          <ac:chgData name="Dickson, Callum" userId="0e5db021-c310-4624-9bc7-9e09f6c75bc1" providerId="ADAL" clId="{2D58A811-E0FE-4238-9F37-1361A03B35D3}" dt="2025-03-08T20:06:48.592" v="6261" actId="1035"/>
          <ac:spMkLst>
            <pc:docMk/>
            <pc:sldMk cId="1936803506" sldId="432"/>
            <ac:spMk id="104" creationId="{98E8FC1C-000C-BBD3-36DA-5ABC7EDB3BDB}"/>
          </ac:spMkLst>
        </pc:spChg>
        <pc:spChg chg="add mod">
          <ac:chgData name="Dickson, Callum" userId="0e5db021-c310-4624-9bc7-9e09f6c75bc1" providerId="ADAL" clId="{2D58A811-E0FE-4238-9F37-1361A03B35D3}" dt="2025-03-08T20:06:32.137" v="6255" actId="1076"/>
          <ac:spMkLst>
            <pc:docMk/>
            <pc:sldMk cId="1936803506" sldId="432"/>
            <ac:spMk id="121" creationId="{85C40D36-F392-5930-C96E-81CC8D1F7712}"/>
          </ac:spMkLst>
        </pc:spChg>
        <pc:spChg chg="add mod">
          <ac:chgData name="Dickson, Callum" userId="0e5db021-c310-4624-9bc7-9e09f6c75bc1" providerId="ADAL" clId="{2D58A811-E0FE-4238-9F37-1361A03B35D3}" dt="2025-03-08T20:06:32.137" v="6255" actId="1076"/>
          <ac:spMkLst>
            <pc:docMk/>
            <pc:sldMk cId="1936803506" sldId="432"/>
            <ac:spMk id="122" creationId="{D374C32B-8B7E-B802-A714-FA4CE9638760}"/>
          </ac:spMkLst>
        </pc:spChg>
        <pc:spChg chg="add mod">
          <ac:chgData name="Dickson, Callum" userId="0e5db021-c310-4624-9bc7-9e09f6c75bc1" providerId="ADAL" clId="{2D58A811-E0FE-4238-9F37-1361A03B35D3}" dt="2025-03-08T20:06:32.137" v="6255" actId="1076"/>
          <ac:spMkLst>
            <pc:docMk/>
            <pc:sldMk cId="1936803506" sldId="432"/>
            <ac:spMk id="123" creationId="{106A689B-F1C2-02B3-D3C7-F10A2301E921}"/>
          </ac:spMkLst>
        </pc:spChg>
        <pc:spChg chg="add mod">
          <ac:chgData name="Dickson, Callum" userId="0e5db021-c310-4624-9bc7-9e09f6c75bc1" providerId="ADAL" clId="{2D58A811-E0FE-4238-9F37-1361A03B35D3}" dt="2025-03-08T20:06:32.137" v="6255" actId="1076"/>
          <ac:spMkLst>
            <pc:docMk/>
            <pc:sldMk cId="1936803506" sldId="432"/>
            <ac:spMk id="124" creationId="{7D80DC73-8F43-9208-D2F4-1B36CE400B5B}"/>
          </ac:spMkLst>
        </pc:spChg>
        <pc:spChg chg="add mod">
          <ac:chgData name="Dickson, Callum" userId="0e5db021-c310-4624-9bc7-9e09f6c75bc1" providerId="ADAL" clId="{2D58A811-E0FE-4238-9F37-1361A03B35D3}" dt="2025-03-08T20:09:55.085" v="6321" actId="552"/>
          <ac:spMkLst>
            <pc:docMk/>
            <pc:sldMk cId="1936803506" sldId="432"/>
            <ac:spMk id="129" creationId="{F160CF8F-C4CA-2636-5FD9-26CD07FB8452}"/>
          </ac:spMkLst>
        </pc:spChg>
        <pc:spChg chg="add mod">
          <ac:chgData name="Dickson, Callum" userId="0e5db021-c310-4624-9bc7-9e09f6c75bc1" providerId="ADAL" clId="{2D58A811-E0FE-4238-9F37-1361A03B35D3}" dt="2025-03-08T20:10:03.034" v="6323" actId="552"/>
          <ac:spMkLst>
            <pc:docMk/>
            <pc:sldMk cId="1936803506" sldId="432"/>
            <ac:spMk id="130" creationId="{9C3D5C06-EB1E-2010-F40F-C66676A9C7E0}"/>
          </ac:spMkLst>
        </pc:spChg>
        <pc:spChg chg="add mod">
          <ac:chgData name="Dickson, Callum" userId="0e5db021-c310-4624-9bc7-9e09f6c75bc1" providerId="ADAL" clId="{2D58A811-E0FE-4238-9F37-1361A03B35D3}" dt="2025-03-08T20:09:55.085" v="6321" actId="552"/>
          <ac:spMkLst>
            <pc:docMk/>
            <pc:sldMk cId="1936803506" sldId="432"/>
            <ac:spMk id="131" creationId="{7533F01C-A4AC-4BA3-0685-9AC36FEA6D84}"/>
          </ac:spMkLst>
        </pc:spChg>
        <pc:spChg chg="add mod">
          <ac:chgData name="Dickson, Callum" userId="0e5db021-c310-4624-9bc7-9e09f6c75bc1" providerId="ADAL" clId="{2D58A811-E0FE-4238-9F37-1361A03B35D3}" dt="2025-03-08T20:10:03.034" v="6323" actId="552"/>
          <ac:spMkLst>
            <pc:docMk/>
            <pc:sldMk cId="1936803506" sldId="432"/>
            <ac:spMk id="132" creationId="{49E5A79B-EBC3-1409-EB86-D231DEECBEFC}"/>
          </ac:spMkLst>
        </pc:spChg>
        <pc:spChg chg="add mod">
          <ac:chgData name="Dickson, Callum" userId="0e5db021-c310-4624-9bc7-9e09f6c75bc1" providerId="ADAL" clId="{2D58A811-E0FE-4238-9F37-1361A03B35D3}" dt="2025-03-08T20:10:07.126" v="6324" actId="1076"/>
          <ac:spMkLst>
            <pc:docMk/>
            <pc:sldMk cId="1936803506" sldId="432"/>
            <ac:spMk id="133" creationId="{BD2D1983-D89F-A46F-5672-780A2BAD8B6C}"/>
          </ac:spMkLst>
        </pc:spChg>
        <pc:spChg chg="add mod">
          <ac:chgData name="Dickson, Callum" userId="0e5db021-c310-4624-9bc7-9e09f6c75bc1" providerId="ADAL" clId="{2D58A811-E0FE-4238-9F37-1361A03B35D3}" dt="2025-03-08T20:09:38.940" v="6318" actId="20577"/>
          <ac:spMkLst>
            <pc:docMk/>
            <pc:sldMk cId="1936803506" sldId="432"/>
            <ac:spMk id="134" creationId="{178CE214-F5FA-60B7-79AD-0039DEFAE4F2}"/>
          </ac:spMkLst>
        </pc:spChg>
        <pc:spChg chg="add mod">
          <ac:chgData name="Dickson, Callum" userId="0e5db021-c310-4624-9bc7-9e09f6c75bc1" providerId="ADAL" clId="{2D58A811-E0FE-4238-9F37-1361A03B35D3}" dt="2025-03-08T20:12:24.658" v="6362" actId="114"/>
          <ac:spMkLst>
            <pc:docMk/>
            <pc:sldMk cId="1936803506" sldId="432"/>
            <ac:spMk id="137" creationId="{4DF9F866-957B-554D-EE58-B7DBD54C51AC}"/>
          </ac:spMkLst>
        </pc:spChg>
        <pc:grpChg chg="mod">
          <ac:chgData name="Dickson, Callum" userId="0e5db021-c310-4624-9bc7-9e09f6c75bc1" providerId="ADAL" clId="{2D58A811-E0FE-4238-9F37-1361A03B35D3}" dt="2025-03-08T20:06:48.592" v="6261" actId="1035"/>
          <ac:grpSpMkLst>
            <pc:docMk/>
            <pc:sldMk cId="1936803506" sldId="432"/>
            <ac:grpSpMk id="40" creationId="{2B8A7A03-F25C-1D8C-7DA3-2D79A3EFD516}"/>
          </ac:grpSpMkLst>
        </pc:grpChg>
        <pc:grpChg chg="mod">
          <ac:chgData name="Dickson, Callum" userId="0e5db021-c310-4624-9bc7-9e09f6c75bc1" providerId="ADAL" clId="{2D58A811-E0FE-4238-9F37-1361A03B35D3}" dt="2025-03-08T20:06:54.144" v="6271" actId="1035"/>
          <ac:grpSpMkLst>
            <pc:docMk/>
            <pc:sldMk cId="1936803506" sldId="432"/>
            <ac:grpSpMk id="85" creationId="{E610DBCE-DE08-FEF2-DE4A-48AF3C916C7A}"/>
          </ac:grpSpMkLst>
        </pc:grpChg>
        <pc:graphicFrameChg chg="add mod">
          <ac:chgData name="Dickson, Callum" userId="0e5db021-c310-4624-9bc7-9e09f6c75bc1" providerId="ADAL" clId="{2D58A811-E0FE-4238-9F37-1361A03B35D3}" dt="2025-03-08T20:07:19.596" v="6281" actId="1038"/>
          <ac:graphicFrameMkLst>
            <pc:docMk/>
            <pc:sldMk cId="1936803506" sldId="432"/>
            <ac:graphicFrameMk id="12" creationId="{6E9AAA4F-9E2A-33A8-6F60-F5BD149F6311}"/>
          </ac:graphicFrameMkLst>
        </pc:graphicFrameChg>
        <pc:picChg chg="add mod">
          <ac:chgData name="Dickson, Callum" userId="0e5db021-c310-4624-9bc7-9e09f6c75bc1" providerId="ADAL" clId="{2D58A811-E0FE-4238-9F37-1361A03B35D3}" dt="2025-03-08T20:06:58.713" v="6272" actId="1076"/>
          <ac:picMkLst>
            <pc:docMk/>
            <pc:sldMk cId="1936803506" sldId="432"/>
            <ac:picMk id="14" creationId="{B0E34830-DBFD-EE0C-5258-1E1BF03CCCC3}"/>
          </ac:picMkLst>
        </pc:picChg>
        <pc:picChg chg="add mod modCrop">
          <ac:chgData name="Dickson, Callum" userId="0e5db021-c310-4624-9bc7-9e09f6c75bc1" providerId="ADAL" clId="{2D58A811-E0FE-4238-9F37-1361A03B35D3}" dt="2025-03-08T20:07:23.648" v="6283" actId="1076"/>
          <ac:picMkLst>
            <pc:docMk/>
            <pc:sldMk cId="1936803506" sldId="432"/>
            <ac:picMk id="15" creationId="{E653278E-0F13-9CD4-65DD-AC179B159F06}"/>
          </ac:picMkLst>
        </pc:picChg>
        <pc:picChg chg="add mod">
          <ac:chgData name="Dickson, Callum" userId="0e5db021-c310-4624-9bc7-9e09f6c75bc1" providerId="ADAL" clId="{2D58A811-E0FE-4238-9F37-1361A03B35D3}" dt="2025-03-08T20:06:32.137" v="6255" actId="1076"/>
          <ac:picMkLst>
            <pc:docMk/>
            <pc:sldMk cId="1936803506" sldId="432"/>
            <ac:picMk id="117" creationId="{2AE05B57-2E70-594B-EC2A-079FE7CA02D8}"/>
          </ac:picMkLst>
        </pc:picChg>
        <pc:picChg chg="add mod">
          <ac:chgData name="Dickson, Callum" userId="0e5db021-c310-4624-9bc7-9e09f6c75bc1" providerId="ADAL" clId="{2D58A811-E0FE-4238-9F37-1361A03B35D3}" dt="2025-03-08T20:10:10.705" v="6326" actId="1076"/>
          <ac:picMkLst>
            <pc:docMk/>
            <pc:sldMk cId="1936803506" sldId="432"/>
            <ac:picMk id="120" creationId="{2E9D69BC-E2BF-3694-C5BA-815817EB9EA3}"/>
          </ac:picMkLst>
        </pc:picChg>
      </pc:sldChg>
      <pc:sldChg chg="addSp delSp modSp add mod modAnim">
        <pc:chgData name="Dickson, Callum" userId="0e5db021-c310-4624-9bc7-9e09f6c75bc1" providerId="ADAL" clId="{2D58A811-E0FE-4238-9F37-1361A03B35D3}" dt="2025-03-08T20:49:11.339" v="6731" actId="1076"/>
        <pc:sldMkLst>
          <pc:docMk/>
          <pc:sldMk cId="2196120608" sldId="433"/>
        </pc:sldMkLst>
        <pc:spChg chg="add mod">
          <ac:chgData name="Dickson, Callum" userId="0e5db021-c310-4624-9bc7-9e09f6c75bc1" providerId="ADAL" clId="{2D58A811-E0FE-4238-9F37-1361A03B35D3}" dt="2025-03-08T20:41:15.451" v="6714" actId="20577"/>
          <ac:spMkLst>
            <pc:docMk/>
            <pc:sldMk cId="2196120608" sldId="433"/>
            <ac:spMk id="5" creationId="{DE725DDB-4DB3-7B16-C43A-AD78DC8419AE}"/>
          </ac:spMkLst>
        </pc:spChg>
        <pc:spChg chg="add mod">
          <ac:chgData name="Dickson, Callum" userId="0e5db021-c310-4624-9bc7-9e09f6c75bc1" providerId="ADAL" clId="{2D58A811-E0FE-4238-9F37-1361A03B35D3}" dt="2025-03-08T20:24:08.089" v="6623"/>
          <ac:spMkLst>
            <pc:docMk/>
            <pc:sldMk cId="2196120608" sldId="433"/>
            <ac:spMk id="6" creationId="{FC693F5F-8F3C-921B-33B2-056EBB323EFE}"/>
          </ac:spMkLst>
        </pc:spChg>
        <pc:spChg chg="mod">
          <ac:chgData name="Dickson, Callum" userId="0e5db021-c310-4624-9bc7-9e09f6c75bc1" providerId="ADAL" clId="{2D58A811-E0FE-4238-9F37-1361A03B35D3}" dt="2025-03-08T20:49:05.365" v="6729"/>
          <ac:spMkLst>
            <pc:docMk/>
            <pc:sldMk cId="2196120608" sldId="433"/>
            <ac:spMk id="21" creationId="{DC3C793C-CE11-52FB-0EC7-BB6C4AECF0DB}"/>
          </ac:spMkLst>
        </pc:spChg>
        <pc:spChg chg="mod">
          <ac:chgData name="Dickson, Callum" userId="0e5db021-c310-4624-9bc7-9e09f6c75bc1" providerId="ADAL" clId="{2D58A811-E0FE-4238-9F37-1361A03B35D3}" dt="2025-03-08T20:49:05.365" v="6729"/>
          <ac:spMkLst>
            <pc:docMk/>
            <pc:sldMk cId="2196120608" sldId="433"/>
            <ac:spMk id="23" creationId="{9971FB45-FD86-2EC1-F7E1-0D13EDFF807C}"/>
          </ac:spMkLst>
        </pc:spChg>
        <pc:grpChg chg="add mod">
          <ac:chgData name="Dickson, Callum" userId="0e5db021-c310-4624-9bc7-9e09f6c75bc1" providerId="ADAL" clId="{2D58A811-E0FE-4238-9F37-1361A03B35D3}" dt="2025-03-08T20:49:11.339" v="6731" actId="1076"/>
          <ac:grpSpMkLst>
            <pc:docMk/>
            <pc:sldMk cId="2196120608" sldId="433"/>
            <ac:grpSpMk id="19" creationId="{3952569C-0636-7835-037D-3FA1590B2E83}"/>
          </ac:grpSpMkLst>
        </pc:grpChg>
        <pc:grpChg chg="mod">
          <ac:chgData name="Dickson, Callum" userId="0e5db021-c310-4624-9bc7-9e09f6c75bc1" providerId="ADAL" clId="{2D58A811-E0FE-4238-9F37-1361A03B35D3}" dt="2025-03-08T20:49:05.365" v="6729"/>
          <ac:grpSpMkLst>
            <pc:docMk/>
            <pc:sldMk cId="2196120608" sldId="433"/>
            <ac:grpSpMk id="20" creationId="{71EA8B53-DA48-B910-95B2-026AC8631854}"/>
          </ac:grpSpMkLst>
        </pc:grpChg>
        <pc:picChg chg="add mod">
          <ac:chgData name="Dickson, Callum" userId="0e5db021-c310-4624-9bc7-9e09f6c75bc1" providerId="ADAL" clId="{2D58A811-E0FE-4238-9F37-1361A03B35D3}" dt="2025-03-08T20:30:38.422" v="6645" actId="1038"/>
          <ac:picMkLst>
            <pc:docMk/>
            <pc:sldMk cId="2196120608" sldId="433"/>
            <ac:picMk id="7" creationId="{7E9FA376-AA14-D74A-92A4-AD87AAC112B8}"/>
          </ac:picMkLst>
        </pc:picChg>
        <pc:picChg chg="add mod">
          <ac:chgData name="Dickson, Callum" userId="0e5db021-c310-4624-9bc7-9e09f6c75bc1" providerId="ADAL" clId="{2D58A811-E0FE-4238-9F37-1361A03B35D3}" dt="2025-03-08T20:33:25.685" v="6652" actId="1076"/>
          <ac:picMkLst>
            <pc:docMk/>
            <pc:sldMk cId="2196120608" sldId="433"/>
            <ac:picMk id="18" creationId="{48B0B7A3-A546-46DA-3BE8-C3A00A65C36D}"/>
          </ac:picMkLst>
        </pc:picChg>
        <pc:picChg chg="mod">
          <ac:chgData name="Dickson, Callum" userId="0e5db021-c310-4624-9bc7-9e09f6c75bc1" providerId="ADAL" clId="{2D58A811-E0FE-4238-9F37-1361A03B35D3}" dt="2025-03-08T20:49:05.365" v="6729"/>
          <ac:picMkLst>
            <pc:docMk/>
            <pc:sldMk cId="2196120608" sldId="433"/>
            <ac:picMk id="22" creationId="{0B77566A-62CA-66BF-1234-E4D58A041186}"/>
          </ac:picMkLst>
        </pc:picChg>
      </pc:sldChg>
      <pc:sldChg chg="addSp delSp modSp new mod">
        <pc:chgData name="Dickson, Callum" userId="0e5db021-c310-4624-9bc7-9e09f6c75bc1" providerId="ADAL" clId="{2D58A811-E0FE-4238-9F37-1361A03B35D3}" dt="2025-03-09T15:31:29.369" v="6996"/>
        <pc:sldMkLst>
          <pc:docMk/>
          <pc:sldMk cId="3058059074" sldId="434"/>
        </pc:sldMkLst>
        <pc:spChg chg="add mod">
          <ac:chgData name="Dickson, Callum" userId="0e5db021-c310-4624-9bc7-9e09f6c75bc1" providerId="ADAL" clId="{2D58A811-E0FE-4238-9F37-1361A03B35D3}" dt="2025-03-09T15:31:29.369" v="6996"/>
          <ac:spMkLst>
            <pc:docMk/>
            <pc:sldMk cId="3058059074" sldId="434"/>
            <ac:spMk id="2" creationId="{BC2E2B1E-5877-C4C2-3DF8-04E25D651796}"/>
          </ac:spMkLst>
        </pc:spChg>
        <pc:graphicFrameChg chg="add mod modGraphic">
          <ac:chgData name="Dickson, Callum" userId="0e5db021-c310-4624-9bc7-9e09f6c75bc1" providerId="ADAL" clId="{2D58A811-E0FE-4238-9F37-1361A03B35D3}" dt="2025-03-08T21:20:34.548" v="6985" actId="12788"/>
          <ac:graphicFrameMkLst>
            <pc:docMk/>
            <pc:sldMk cId="3058059074" sldId="434"/>
            <ac:graphicFrameMk id="7" creationId="{3B8E20FF-4678-0F0C-B7E0-5B4F4CB32648}"/>
          </ac:graphicFrameMkLst>
        </pc:graphicFrameChg>
      </pc:sldChg>
      <pc:sldChg chg="addSp delSp modSp new mod ord">
        <pc:chgData name="Dickson, Callum" userId="0e5db021-c310-4624-9bc7-9e09f6c75bc1" providerId="ADAL" clId="{2D58A811-E0FE-4238-9F37-1361A03B35D3}" dt="2025-03-11T18:50:55.613" v="10111"/>
        <pc:sldMkLst>
          <pc:docMk/>
          <pc:sldMk cId="327338598" sldId="435"/>
        </pc:sldMkLst>
        <pc:spChg chg="add mod">
          <ac:chgData name="Dickson, Callum" userId="0e5db021-c310-4624-9bc7-9e09f6c75bc1" providerId="ADAL" clId="{2D58A811-E0FE-4238-9F37-1361A03B35D3}" dt="2025-03-09T15:31:30.171" v="6997"/>
          <ac:spMkLst>
            <pc:docMk/>
            <pc:sldMk cId="327338598" sldId="435"/>
            <ac:spMk id="7" creationId="{8D69AAFC-0DAB-9ED7-1CDF-EBACFA6FE069}"/>
          </ac:spMkLst>
        </pc:spChg>
        <pc:graphicFrameChg chg="add mod">
          <ac:chgData name="Dickson, Callum" userId="0e5db021-c310-4624-9bc7-9e09f6c75bc1" providerId="ADAL" clId="{2D58A811-E0FE-4238-9F37-1361A03B35D3}" dt="2025-03-09T15:32:00.950" v="7005" actId="14100"/>
          <ac:graphicFrameMkLst>
            <pc:docMk/>
            <pc:sldMk cId="327338598" sldId="435"/>
            <ac:graphicFrameMk id="8" creationId="{3F390309-E16D-A00C-ACD4-0D818B10FBCC}"/>
          </ac:graphicFrameMkLst>
        </pc:graphicFrameChg>
        <pc:graphicFrameChg chg="add mod">
          <ac:chgData name="Dickson, Callum" userId="0e5db021-c310-4624-9bc7-9e09f6c75bc1" providerId="ADAL" clId="{2D58A811-E0FE-4238-9F37-1361A03B35D3}" dt="2025-03-11T18:50:55.613" v="10111"/>
          <ac:graphicFrameMkLst>
            <pc:docMk/>
            <pc:sldMk cId="327338598" sldId="435"/>
            <ac:graphicFrameMk id="10" creationId="{D6CE3553-37C7-FFAD-77DC-1D823A8A325B}"/>
          </ac:graphicFrameMkLst>
        </pc:graphicFrameChg>
      </pc:sldChg>
      <pc:sldChg chg="addSp delSp modSp new mod">
        <pc:chgData name="Dickson, Callum" userId="0e5db021-c310-4624-9bc7-9e09f6c75bc1" providerId="ADAL" clId="{2D58A811-E0FE-4238-9F37-1361A03B35D3}" dt="2025-03-09T16:13:04.304" v="7539" actId="20577"/>
        <pc:sldMkLst>
          <pc:docMk/>
          <pc:sldMk cId="2422130808" sldId="436"/>
        </pc:sldMkLst>
        <pc:spChg chg="add mod">
          <ac:chgData name="Dickson, Callum" userId="0e5db021-c310-4624-9bc7-9e09f6c75bc1" providerId="ADAL" clId="{2D58A811-E0FE-4238-9F37-1361A03B35D3}" dt="2025-03-09T15:53:50.611" v="7020"/>
          <ac:spMkLst>
            <pc:docMk/>
            <pc:sldMk cId="2422130808" sldId="436"/>
            <ac:spMk id="7" creationId="{435F9D49-ED07-922F-8AC1-5A8F06A901C2}"/>
          </ac:spMkLst>
        </pc:spChg>
        <pc:spChg chg="add mod">
          <ac:chgData name="Dickson, Callum" userId="0e5db021-c310-4624-9bc7-9e09f6c75bc1" providerId="ADAL" clId="{2D58A811-E0FE-4238-9F37-1361A03B35D3}" dt="2025-03-09T15:54:18.219" v="7028" actId="1076"/>
          <ac:spMkLst>
            <pc:docMk/>
            <pc:sldMk cId="2422130808" sldId="436"/>
            <ac:spMk id="8" creationId="{F15D4C17-ECD6-5D5F-BC52-980252191432}"/>
          </ac:spMkLst>
        </pc:spChg>
        <pc:spChg chg="add mod">
          <ac:chgData name="Dickson, Callum" userId="0e5db021-c310-4624-9bc7-9e09f6c75bc1" providerId="ADAL" clId="{2D58A811-E0FE-4238-9F37-1361A03B35D3}" dt="2025-03-09T16:13:04.304" v="7539" actId="20577"/>
          <ac:spMkLst>
            <pc:docMk/>
            <pc:sldMk cId="2422130808" sldId="436"/>
            <ac:spMk id="9" creationId="{9D632C5C-2024-5A4E-28C4-AF138F4A8EBA}"/>
          </ac:spMkLst>
        </pc:spChg>
        <pc:picChg chg="add mod">
          <ac:chgData name="Dickson, Callum" userId="0e5db021-c310-4624-9bc7-9e09f6c75bc1" providerId="ADAL" clId="{2D58A811-E0FE-4238-9F37-1361A03B35D3}" dt="2025-03-09T15:54:38.227" v="7031" actId="1076"/>
          <ac:picMkLst>
            <pc:docMk/>
            <pc:sldMk cId="2422130808" sldId="436"/>
            <ac:picMk id="1026" creationId="{50A56249-ACEF-BC4A-9D22-7B8945700142}"/>
          </ac:picMkLst>
        </pc:picChg>
      </pc:sldChg>
      <pc:sldChg chg="addSp delSp modSp add mod">
        <pc:chgData name="Dickson, Callum" userId="0e5db021-c310-4624-9bc7-9e09f6c75bc1" providerId="ADAL" clId="{2D58A811-E0FE-4238-9F37-1361A03B35D3}" dt="2025-03-09T16:21:49.067" v="7678" actId="1076"/>
        <pc:sldMkLst>
          <pc:docMk/>
          <pc:sldMk cId="953028739" sldId="437"/>
        </pc:sldMkLst>
        <pc:spChg chg="mod">
          <ac:chgData name="Dickson, Callum" userId="0e5db021-c310-4624-9bc7-9e09f6c75bc1" providerId="ADAL" clId="{2D58A811-E0FE-4238-9F37-1361A03B35D3}" dt="2025-03-09T16:21:31.564" v="7676" actId="6549"/>
          <ac:spMkLst>
            <pc:docMk/>
            <pc:sldMk cId="953028739" sldId="437"/>
            <ac:spMk id="9" creationId="{593BED37-3E9E-C5A8-2795-1300C18145E2}"/>
          </ac:spMkLst>
        </pc:spChg>
        <pc:picChg chg="add mod">
          <ac:chgData name="Dickson, Callum" userId="0e5db021-c310-4624-9bc7-9e09f6c75bc1" providerId="ADAL" clId="{2D58A811-E0FE-4238-9F37-1361A03B35D3}" dt="2025-03-09T16:21:25.942" v="7674" actId="1076"/>
          <ac:picMkLst>
            <pc:docMk/>
            <pc:sldMk cId="953028739" sldId="437"/>
            <ac:picMk id="15" creationId="{BCEEF326-AD49-E846-8642-9D73EB888438}"/>
          </ac:picMkLst>
        </pc:picChg>
        <pc:picChg chg="add mod">
          <ac:chgData name="Dickson, Callum" userId="0e5db021-c310-4624-9bc7-9e09f6c75bc1" providerId="ADAL" clId="{2D58A811-E0FE-4238-9F37-1361A03B35D3}" dt="2025-03-09T16:21:49.067" v="7678" actId="1076"/>
          <ac:picMkLst>
            <pc:docMk/>
            <pc:sldMk cId="953028739" sldId="437"/>
            <ac:picMk id="17" creationId="{8C499678-2C9D-D822-CB6A-2486B2305AD3}"/>
          </ac:picMkLst>
        </pc:picChg>
      </pc:sldChg>
      <pc:sldChg chg="addSp delSp modSp add mod">
        <pc:chgData name="Dickson, Callum" userId="0e5db021-c310-4624-9bc7-9e09f6c75bc1" providerId="ADAL" clId="{2D58A811-E0FE-4238-9F37-1361A03B35D3}" dt="2025-03-09T17:14:57.022" v="8388" actId="1036"/>
        <pc:sldMkLst>
          <pc:docMk/>
          <pc:sldMk cId="2604433460" sldId="438"/>
        </pc:sldMkLst>
        <pc:spChg chg="add mod">
          <ac:chgData name="Dickson, Callum" userId="0e5db021-c310-4624-9bc7-9e09f6c75bc1" providerId="ADAL" clId="{2D58A811-E0FE-4238-9F37-1361A03B35D3}" dt="2025-03-09T17:14:45.173" v="8357" actId="1036"/>
          <ac:spMkLst>
            <pc:docMk/>
            <pc:sldMk cId="2604433460" sldId="438"/>
            <ac:spMk id="2" creationId="{BC19BFBC-09CE-A299-D804-150C50B9F92A}"/>
          </ac:spMkLst>
        </pc:spChg>
        <pc:spChg chg="add mod">
          <ac:chgData name="Dickson, Callum" userId="0e5db021-c310-4624-9bc7-9e09f6c75bc1" providerId="ADAL" clId="{2D58A811-E0FE-4238-9F37-1361A03B35D3}" dt="2025-03-09T17:14:50.908" v="8369" actId="1036"/>
          <ac:spMkLst>
            <pc:docMk/>
            <pc:sldMk cId="2604433460" sldId="438"/>
            <ac:spMk id="6" creationId="{43297653-26DB-0E96-4D4A-721356B0A28B}"/>
          </ac:spMkLst>
        </pc:spChg>
        <pc:spChg chg="add mod">
          <ac:chgData name="Dickson, Callum" userId="0e5db021-c310-4624-9bc7-9e09f6c75bc1" providerId="ADAL" clId="{2D58A811-E0FE-4238-9F37-1361A03B35D3}" dt="2025-03-09T17:14:57.022" v="8388" actId="1036"/>
          <ac:spMkLst>
            <pc:docMk/>
            <pc:sldMk cId="2604433460" sldId="438"/>
            <ac:spMk id="8" creationId="{876C8642-B668-5E13-EF76-7403CD72542A}"/>
          </ac:spMkLst>
        </pc:spChg>
        <pc:spChg chg="mod">
          <ac:chgData name="Dickson, Callum" userId="0e5db021-c310-4624-9bc7-9e09f6c75bc1" providerId="ADAL" clId="{2D58A811-E0FE-4238-9F37-1361A03B35D3}" dt="2025-03-09T17:14:38.079" v="8345"/>
          <ac:spMkLst>
            <pc:docMk/>
            <pc:sldMk cId="2604433460" sldId="438"/>
            <ac:spMk id="9" creationId="{1250881C-F671-B5A9-8A58-837C682F6C41}"/>
          </ac:spMkLst>
        </pc:spChg>
        <pc:picChg chg="add mod">
          <ac:chgData name="Dickson, Callum" userId="0e5db021-c310-4624-9bc7-9e09f6c75bc1" providerId="ADAL" clId="{2D58A811-E0FE-4238-9F37-1361A03B35D3}" dt="2025-03-09T17:14:50.908" v="8369" actId="1036"/>
          <ac:picMkLst>
            <pc:docMk/>
            <pc:sldMk cId="2604433460" sldId="438"/>
            <ac:picMk id="4" creationId="{F932B93B-36D8-BB1E-1107-356BCA15397E}"/>
          </ac:picMkLst>
        </pc:picChg>
      </pc:sldChg>
      <pc:sldChg chg="addSp delSp modSp add mod">
        <pc:chgData name="Dickson, Callum" userId="0e5db021-c310-4624-9bc7-9e09f6c75bc1" providerId="ADAL" clId="{2D58A811-E0FE-4238-9F37-1361A03B35D3}" dt="2025-03-09T17:08:35.667" v="8320" actId="20577"/>
        <pc:sldMkLst>
          <pc:docMk/>
          <pc:sldMk cId="4224080396" sldId="439"/>
        </pc:sldMkLst>
        <pc:spChg chg="add mod">
          <ac:chgData name="Dickson, Callum" userId="0e5db021-c310-4624-9bc7-9e09f6c75bc1" providerId="ADAL" clId="{2D58A811-E0FE-4238-9F37-1361A03B35D3}" dt="2025-03-09T16:57:41.402" v="8057" actId="1076"/>
          <ac:spMkLst>
            <pc:docMk/>
            <pc:sldMk cId="4224080396" sldId="439"/>
            <ac:spMk id="3" creationId="{ACFCF075-9EE8-F97F-CB41-E86633D23A9E}"/>
          </ac:spMkLst>
        </pc:spChg>
        <pc:spChg chg="mod">
          <ac:chgData name="Dickson, Callum" userId="0e5db021-c310-4624-9bc7-9e09f6c75bc1" providerId="ADAL" clId="{2D58A811-E0FE-4238-9F37-1361A03B35D3}" dt="2025-03-09T17:08:35.667" v="8320" actId="20577"/>
          <ac:spMkLst>
            <pc:docMk/>
            <pc:sldMk cId="4224080396" sldId="439"/>
            <ac:spMk id="9" creationId="{C3AC756C-8BC6-99A9-C5F6-817587466297}"/>
          </ac:spMkLst>
        </pc:spChg>
      </pc:sldChg>
      <pc:sldChg chg="addSp modSp add mod">
        <pc:chgData name="Dickson, Callum" userId="0e5db021-c310-4624-9bc7-9e09f6c75bc1" providerId="ADAL" clId="{2D58A811-E0FE-4238-9F37-1361A03B35D3}" dt="2025-03-09T17:37:35.277" v="8892" actId="20577"/>
        <pc:sldMkLst>
          <pc:docMk/>
          <pc:sldMk cId="1985008998" sldId="440"/>
        </pc:sldMkLst>
        <pc:spChg chg="mod">
          <ac:chgData name="Dickson, Callum" userId="0e5db021-c310-4624-9bc7-9e09f6c75bc1" providerId="ADAL" clId="{2D58A811-E0FE-4238-9F37-1361A03B35D3}" dt="2025-03-09T17:26:28.215" v="8673" actId="1076"/>
          <ac:spMkLst>
            <pc:docMk/>
            <pc:sldMk cId="1985008998" sldId="440"/>
            <ac:spMk id="3" creationId="{F0039E21-423E-3C4D-6510-54449A721B2F}"/>
          </ac:spMkLst>
        </pc:spChg>
        <pc:spChg chg="mod">
          <ac:chgData name="Dickson, Callum" userId="0e5db021-c310-4624-9bc7-9e09f6c75bc1" providerId="ADAL" clId="{2D58A811-E0FE-4238-9F37-1361A03B35D3}" dt="2025-03-09T17:37:35.277" v="8892" actId="20577"/>
          <ac:spMkLst>
            <pc:docMk/>
            <pc:sldMk cId="1985008998" sldId="440"/>
            <ac:spMk id="9" creationId="{5C2D984A-5152-8439-54F5-DB0E48D20BCA}"/>
          </ac:spMkLst>
        </pc:spChg>
        <pc:spChg chg="mod">
          <ac:chgData name="Dickson, Callum" userId="0e5db021-c310-4624-9bc7-9e09f6c75bc1" providerId="ADAL" clId="{2D58A811-E0FE-4238-9F37-1361A03B35D3}" dt="2025-03-09T17:33:23.360" v="8810" actId="1076"/>
          <ac:spMkLst>
            <pc:docMk/>
            <pc:sldMk cId="1985008998" sldId="440"/>
            <ac:spMk id="15" creationId="{EA58E0D4-B9A7-F266-51AE-3BC811E6EF6E}"/>
          </ac:spMkLst>
        </pc:spChg>
        <pc:spChg chg="add mod">
          <ac:chgData name="Dickson, Callum" userId="0e5db021-c310-4624-9bc7-9e09f6c75bc1" providerId="ADAL" clId="{2D58A811-E0FE-4238-9F37-1361A03B35D3}" dt="2025-03-09T17:33:40.058" v="8825" actId="1038"/>
          <ac:spMkLst>
            <pc:docMk/>
            <pc:sldMk cId="1985008998" sldId="440"/>
            <ac:spMk id="16" creationId="{6DC5300F-B9B1-6200-09ED-F1ADA5DB9FB4}"/>
          </ac:spMkLst>
        </pc:spChg>
        <pc:spChg chg="add mod">
          <ac:chgData name="Dickson, Callum" userId="0e5db021-c310-4624-9bc7-9e09f6c75bc1" providerId="ADAL" clId="{2D58A811-E0FE-4238-9F37-1361A03B35D3}" dt="2025-03-09T17:33:24.293" v="8811" actId="14100"/>
          <ac:spMkLst>
            <pc:docMk/>
            <pc:sldMk cId="1985008998" sldId="440"/>
            <ac:spMk id="17" creationId="{332AD348-587E-531F-77AF-07E36DAD53EB}"/>
          </ac:spMkLst>
        </pc:spChg>
        <pc:spChg chg="add mod">
          <ac:chgData name="Dickson, Callum" userId="0e5db021-c310-4624-9bc7-9e09f6c75bc1" providerId="ADAL" clId="{2D58A811-E0FE-4238-9F37-1361A03B35D3}" dt="2025-03-09T17:33:47.514" v="8832" actId="1037"/>
          <ac:spMkLst>
            <pc:docMk/>
            <pc:sldMk cId="1985008998" sldId="440"/>
            <ac:spMk id="18" creationId="{6B2D6AE3-80EC-C1D8-C591-E53CFF979E4E}"/>
          </ac:spMkLst>
        </pc:spChg>
        <pc:spChg chg="add mod">
          <ac:chgData name="Dickson, Callum" userId="0e5db021-c310-4624-9bc7-9e09f6c75bc1" providerId="ADAL" clId="{2D58A811-E0FE-4238-9F37-1361A03B35D3}" dt="2025-03-09T17:36:12.730" v="8886" actId="1038"/>
          <ac:spMkLst>
            <pc:docMk/>
            <pc:sldMk cId="1985008998" sldId="440"/>
            <ac:spMk id="19" creationId="{2BC3BB9D-BBC7-47CD-FEDB-6DB66CADC697}"/>
          </ac:spMkLst>
        </pc:spChg>
      </pc:sldChg>
      <pc:sldChg chg="addSp delSp modSp add mod">
        <pc:chgData name="Dickson, Callum" userId="0e5db021-c310-4624-9bc7-9e09f6c75bc1" providerId="ADAL" clId="{2D58A811-E0FE-4238-9F37-1361A03B35D3}" dt="2025-03-09T17:49:18.927" v="9077" actId="14100"/>
        <pc:sldMkLst>
          <pc:docMk/>
          <pc:sldMk cId="2916279101" sldId="441"/>
        </pc:sldMkLst>
        <pc:spChg chg="mod">
          <ac:chgData name="Dickson, Callum" userId="0e5db021-c310-4624-9bc7-9e09f6c75bc1" providerId="ADAL" clId="{2D58A811-E0FE-4238-9F37-1361A03B35D3}" dt="2025-03-09T17:49:18.927" v="9077" actId="14100"/>
          <ac:spMkLst>
            <pc:docMk/>
            <pc:sldMk cId="2916279101" sldId="441"/>
            <ac:spMk id="3" creationId="{A9842FAA-EDE7-2DDE-E7DD-A8B459F8A67E}"/>
          </ac:spMkLst>
        </pc:spChg>
        <pc:spChg chg="mod">
          <ac:chgData name="Dickson, Callum" userId="0e5db021-c310-4624-9bc7-9e09f6c75bc1" providerId="ADAL" clId="{2D58A811-E0FE-4238-9F37-1361A03B35D3}" dt="2025-03-09T17:48:52.563" v="9069" actId="113"/>
          <ac:spMkLst>
            <pc:docMk/>
            <pc:sldMk cId="2916279101" sldId="441"/>
            <ac:spMk id="9" creationId="{3F5E1DF3-032E-5101-A123-0C231DB1F19B}"/>
          </ac:spMkLst>
        </pc:spChg>
        <pc:spChg chg="add mod">
          <ac:chgData name="Dickson, Callum" userId="0e5db021-c310-4624-9bc7-9e09f6c75bc1" providerId="ADAL" clId="{2D58A811-E0FE-4238-9F37-1361A03B35D3}" dt="2025-03-09T17:47:57.708" v="9058" actId="1076"/>
          <ac:spMkLst>
            <pc:docMk/>
            <pc:sldMk cId="2916279101" sldId="441"/>
            <ac:spMk id="12" creationId="{DE0B9211-B031-FF50-0290-4B3CE69E923F}"/>
          </ac:spMkLst>
        </pc:spChg>
        <pc:picChg chg="add mod">
          <ac:chgData name="Dickson, Callum" userId="0e5db021-c310-4624-9bc7-9e09f6c75bc1" providerId="ADAL" clId="{2D58A811-E0FE-4238-9F37-1361A03B35D3}" dt="2025-03-09T17:47:06.083" v="9020" actId="1076"/>
          <ac:picMkLst>
            <pc:docMk/>
            <pc:sldMk cId="2916279101" sldId="441"/>
            <ac:picMk id="4" creationId="{C65CF67C-1915-B750-DE15-2179AC7324F6}"/>
          </ac:picMkLst>
        </pc:picChg>
        <pc:picChg chg="add mod">
          <ac:chgData name="Dickson, Callum" userId="0e5db021-c310-4624-9bc7-9e09f6c75bc1" providerId="ADAL" clId="{2D58A811-E0FE-4238-9F37-1361A03B35D3}" dt="2025-03-09T17:47:01.378" v="9019" actId="1076"/>
          <ac:picMkLst>
            <pc:docMk/>
            <pc:sldMk cId="2916279101" sldId="441"/>
            <ac:picMk id="8" creationId="{C2CF20A2-2E18-A662-11BF-865833845B95}"/>
          </ac:picMkLst>
        </pc:picChg>
        <pc:picChg chg="add mod">
          <ac:chgData name="Dickson, Callum" userId="0e5db021-c310-4624-9bc7-9e09f6c75bc1" providerId="ADAL" clId="{2D58A811-E0FE-4238-9F37-1361A03B35D3}" dt="2025-03-09T17:47:33.904" v="9025" actId="1076"/>
          <ac:picMkLst>
            <pc:docMk/>
            <pc:sldMk cId="2916279101" sldId="441"/>
            <ac:picMk id="11" creationId="{AEEA2129-EAD9-1560-F51F-1879F58083AF}"/>
          </ac:picMkLst>
        </pc:picChg>
      </pc:sldChg>
      <pc:sldChg chg="addSp delSp modSp add mod">
        <pc:chgData name="Dickson, Callum" userId="0e5db021-c310-4624-9bc7-9e09f6c75bc1" providerId="ADAL" clId="{2D58A811-E0FE-4238-9F37-1361A03B35D3}" dt="2025-03-09T19:13:32.758" v="9788" actId="20577"/>
        <pc:sldMkLst>
          <pc:docMk/>
          <pc:sldMk cId="2979613891" sldId="442"/>
        </pc:sldMkLst>
        <pc:spChg chg="add mod">
          <ac:chgData name="Dickson, Callum" userId="0e5db021-c310-4624-9bc7-9e09f6c75bc1" providerId="ADAL" clId="{2D58A811-E0FE-4238-9F37-1361A03B35D3}" dt="2025-03-09T19:13:32.758" v="9788" actId="20577"/>
          <ac:spMkLst>
            <pc:docMk/>
            <pc:sldMk cId="2979613891" sldId="442"/>
            <ac:spMk id="2" creationId="{09C5EE33-B4EF-3A0F-3EDC-7B516EA67E6E}"/>
          </ac:spMkLst>
        </pc:spChg>
        <pc:spChg chg="mod">
          <ac:chgData name="Dickson, Callum" userId="0e5db021-c310-4624-9bc7-9e09f6c75bc1" providerId="ADAL" clId="{2D58A811-E0FE-4238-9F37-1361A03B35D3}" dt="2025-03-09T17:56:15.530" v="9080"/>
          <ac:spMkLst>
            <pc:docMk/>
            <pc:sldMk cId="2979613891" sldId="442"/>
            <ac:spMk id="3" creationId="{8305EF26-1407-F9B0-0EF8-1CACF5052BF1}"/>
          </ac:spMkLst>
        </pc:spChg>
        <pc:spChg chg="mod">
          <ac:chgData name="Dickson, Callum" userId="0e5db021-c310-4624-9bc7-9e09f6c75bc1" providerId="ADAL" clId="{2D58A811-E0FE-4238-9F37-1361A03B35D3}" dt="2025-03-09T18:02:07.276" v="9477" actId="20577"/>
          <ac:spMkLst>
            <pc:docMk/>
            <pc:sldMk cId="2979613891" sldId="442"/>
            <ac:spMk id="9" creationId="{F35F35C7-214D-8531-99EE-1E5E6CAD33F8}"/>
          </ac:spMkLst>
        </pc:spChg>
        <pc:picChg chg="add mod">
          <ac:chgData name="Dickson, Callum" userId="0e5db021-c310-4624-9bc7-9e09f6c75bc1" providerId="ADAL" clId="{2D58A811-E0FE-4238-9F37-1361A03B35D3}" dt="2025-03-09T18:03:59.596" v="9484" actId="1076"/>
          <ac:picMkLst>
            <pc:docMk/>
            <pc:sldMk cId="2979613891" sldId="442"/>
            <ac:picMk id="5122" creationId="{040650C9-2CE9-2420-2247-D7A50F6943B8}"/>
          </ac:picMkLst>
        </pc:picChg>
      </pc:sldChg>
      <pc:sldChg chg="addSp delSp modSp add mod">
        <pc:chgData name="Dickson, Callum" userId="0e5db021-c310-4624-9bc7-9e09f6c75bc1" providerId="ADAL" clId="{2D58A811-E0FE-4238-9F37-1361A03B35D3}" dt="2025-03-09T20:03:25.642" v="10098" actId="947"/>
        <pc:sldMkLst>
          <pc:docMk/>
          <pc:sldMk cId="2116148016" sldId="443"/>
        </pc:sldMkLst>
        <pc:spChg chg="mod">
          <ac:chgData name="Dickson, Callum" userId="0e5db021-c310-4624-9bc7-9e09f6c75bc1" providerId="ADAL" clId="{2D58A811-E0FE-4238-9F37-1361A03B35D3}" dt="2025-03-09T19:50:15.844" v="9912" actId="1036"/>
          <ac:spMkLst>
            <pc:docMk/>
            <pc:sldMk cId="2116148016" sldId="443"/>
            <ac:spMk id="3" creationId="{C7DC2503-4937-5AA9-B65D-62E5A80A6AA2}"/>
          </ac:spMkLst>
        </pc:spChg>
        <pc:spChg chg="add mod">
          <ac:chgData name="Dickson, Callum" userId="0e5db021-c310-4624-9bc7-9e09f6c75bc1" providerId="ADAL" clId="{2D58A811-E0FE-4238-9F37-1361A03B35D3}" dt="2025-03-09T19:50:15.844" v="9912" actId="1036"/>
          <ac:spMkLst>
            <pc:docMk/>
            <pc:sldMk cId="2116148016" sldId="443"/>
            <ac:spMk id="8" creationId="{ECE5E750-9F1D-594C-36A2-C5C395DE1E3C}"/>
          </ac:spMkLst>
        </pc:spChg>
        <pc:spChg chg="mod">
          <ac:chgData name="Dickson, Callum" userId="0e5db021-c310-4624-9bc7-9e09f6c75bc1" providerId="ADAL" clId="{2D58A811-E0FE-4238-9F37-1361A03B35D3}" dt="2025-03-09T19:50:22.758" v="9930" actId="20577"/>
          <ac:spMkLst>
            <pc:docMk/>
            <pc:sldMk cId="2116148016" sldId="443"/>
            <ac:spMk id="9" creationId="{EEE8AA26-E2F0-5A23-D4A8-757B708DA2F0}"/>
          </ac:spMkLst>
        </pc:spChg>
        <pc:spChg chg="add mod">
          <ac:chgData name="Dickson, Callum" userId="0e5db021-c310-4624-9bc7-9e09f6c75bc1" providerId="ADAL" clId="{2D58A811-E0FE-4238-9F37-1361A03B35D3}" dt="2025-03-09T20:03:25.642" v="10098" actId="947"/>
          <ac:spMkLst>
            <pc:docMk/>
            <pc:sldMk cId="2116148016" sldId="443"/>
            <ac:spMk id="10" creationId="{9D4B068A-E01D-32B2-DEAF-EBBAF872A023}"/>
          </ac:spMkLst>
        </pc:spChg>
        <pc:spChg chg="add mod">
          <ac:chgData name="Dickson, Callum" userId="0e5db021-c310-4624-9bc7-9e09f6c75bc1" providerId="ADAL" clId="{2D58A811-E0FE-4238-9F37-1361A03B35D3}" dt="2025-03-09T19:52:35.570" v="9971" actId="1035"/>
          <ac:spMkLst>
            <pc:docMk/>
            <pc:sldMk cId="2116148016" sldId="443"/>
            <ac:spMk id="13" creationId="{D6C61946-FE86-3B57-7957-617B079E15B6}"/>
          </ac:spMkLst>
        </pc:spChg>
        <pc:picChg chg="add mod">
          <ac:chgData name="Dickson, Callum" userId="0e5db021-c310-4624-9bc7-9e09f6c75bc1" providerId="ADAL" clId="{2D58A811-E0FE-4238-9F37-1361A03B35D3}" dt="2025-03-09T19:50:15.844" v="9912" actId="1036"/>
          <ac:picMkLst>
            <pc:docMk/>
            <pc:sldMk cId="2116148016" sldId="443"/>
            <ac:picMk id="6" creationId="{E54512C2-DA5B-B433-486E-1D1A64798C2B}"/>
          </ac:picMkLst>
        </pc:picChg>
        <pc:picChg chg="add mod">
          <ac:chgData name="Dickson, Callum" userId="0e5db021-c310-4624-9bc7-9e09f6c75bc1" providerId="ADAL" clId="{2D58A811-E0FE-4238-9F37-1361A03B35D3}" dt="2025-03-09T19:52:15.644" v="9961" actId="1076"/>
          <ac:picMkLst>
            <pc:docMk/>
            <pc:sldMk cId="2116148016" sldId="443"/>
            <ac:picMk id="12" creationId="{F7BC89E1-CB2F-A762-5EC6-ED053C6EC2E6}"/>
          </ac:picMkLst>
        </pc:picChg>
        <pc:picChg chg="add mod modCrop">
          <ac:chgData name="Dickson, Callum" userId="0e5db021-c310-4624-9bc7-9e09f6c75bc1" providerId="ADAL" clId="{2D58A811-E0FE-4238-9F37-1361A03B35D3}" dt="2025-03-09T20:01:11.197" v="9974" actId="1076"/>
          <ac:picMkLst>
            <pc:docMk/>
            <pc:sldMk cId="2116148016" sldId="443"/>
            <ac:picMk id="15" creationId="{5E315DAC-BB3B-AB98-03E6-A26991AF94FC}"/>
          </ac:picMkLst>
        </pc:picChg>
        <pc:picChg chg="add mod">
          <ac:chgData name="Dickson, Callum" userId="0e5db021-c310-4624-9bc7-9e09f6c75bc1" providerId="ADAL" clId="{2D58A811-E0FE-4238-9F37-1361A03B35D3}" dt="2025-03-09T20:02:26.946" v="10058" actId="1076"/>
          <ac:picMkLst>
            <pc:docMk/>
            <pc:sldMk cId="2116148016" sldId="443"/>
            <ac:picMk id="17" creationId="{CEC36E3D-EF33-3449-C5E6-37BE82DF8EB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05393C-279E-C9B0-6414-753F3C5AC3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9E548BD-3BF5-C546-597C-CDDEBB5060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5D6D29-B0AC-4F17-B48C-0DD4C2CD20D2}" type="datetimeFigureOut">
              <a:rPr lang="en-GB" smtClean="0"/>
              <a:t>11/03/2025</a:t>
            </a:fld>
            <a:endParaRPr lang="en-GB"/>
          </a:p>
        </p:txBody>
      </p:sp>
      <p:sp>
        <p:nvSpPr>
          <p:cNvPr id="4" name="Footer Placeholder 3">
            <a:extLst>
              <a:ext uri="{FF2B5EF4-FFF2-40B4-BE49-F238E27FC236}">
                <a16:creationId xmlns:a16="http://schemas.microsoft.com/office/drawing/2014/main" id="{3D599E39-A58A-EE61-F03E-E373F660B4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7CA5418-7089-7ED5-A1DA-A7670647F2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EE6E49-F2EA-4DFD-BA31-A3CAB8E0D7E3}" type="slidenum">
              <a:rPr lang="en-GB" smtClean="0"/>
              <a:t>‹#›</a:t>
            </a:fld>
            <a:endParaRPr lang="en-GB"/>
          </a:p>
        </p:txBody>
      </p:sp>
    </p:spTree>
    <p:extLst>
      <p:ext uri="{BB962C8B-B14F-4D97-AF65-F5344CB8AC3E}">
        <p14:creationId xmlns:p14="http://schemas.microsoft.com/office/powerpoint/2010/main" val="248315016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3B3FB0-12FC-4420-880E-3E7AA3DB0BD4}" type="datetimeFigureOut">
              <a:rPr lang="en-GB" smtClean="0"/>
              <a:t>11/03/2025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F80CA-0B62-4806-84EF-87D648B4ECD5}" type="slidenum">
              <a:rPr lang="en-GB" smtClean="0"/>
              <a:t>‹#›</a:t>
            </a:fld>
            <a:endParaRPr lang="en-GB"/>
          </a:p>
        </p:txBody>
      </p:sp>
    </p:spTree>
    <p:extLst>
      <p:ext uri="{BB962C8B-B14F-4D97-AF65-F5344CB8AC3E}">
        <p14:creationId xmlns:p14="http://schemas.microsoft.com/office/powerpoint/2010/main" val="94553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(1) and Q (2)</a:t>
            </a:r>
          </a:p>
        </p:txBody>
      </p:sp>
      <p:sp>
        <p:nvSpPr>
          <p:cNvPr id="4" name="Slide Number Placeholder 3"/>
          <p:cNvSpPr>
            <a:spLocks noGrp="1"/>
          </p:cNvSpPr>
          <p:nvPr>
            <p:ph type="sldNum" sz="quarter" idx="5"/>
          </p:nvPr>
        </p:nvSpPr>
        <p:spPr/>
        <p:txBody>
          <a:bodyPr/>
          <a:lstStyle/>
          <a:p>
            <a:fld id="{3E5F80CA-0B62-4806-84EF-87D648B4ECD5}" type="slidenum">
              <a:rPr lang="en-GB" smtClean="0"/>
              <a:t>20</a:t>
            </a:fld>
            <a:endParaRPr lang="en-GB"/>
          </a:p>
        </p:txBody>
      </p:sp>
    </p:spTree>
    <p:extLst>
      <p:ext uri="{BB962C8B-B14F-4D97-AF65-F5344CB8AC3E}">
        <p14:creationId xmlns:p14="http://schemas.microsoft.com/office/powerpoint/2010/main" val="40529205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jp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Full Colour)">
    <p:spTree>
      <p:nvGrpSpPr>
        <p:cNvPr id="1" name=""/>
        <p:cNvGrpSpPr/>
        <p:nvPr/>
      </p:nvGrpSpPr>
      <p:grpSpPr>
        <a:xfrm>
          <a:off x="0" y="0"/>
          <a:ext cx="0" cy="0"/>
          <a:chOff x="0" y="0"/>
          <a:chExt cx="0" cy="0"/>
        </a:xfrm>
      </p:grpSpPr>
      <p:pic>
        <p:nvPicPr>
          <p:cNvPr id="8" name="Picture 7" descr="A colorful circle with black background&#10;&#10;Description automatically generated with medium confidence">
            <a:extLst>
              <a:ext uri="{FF2B5EF4-FFF2-40B4-BE49-F238E27FC236}">
                <a16:creationId xmlns:a16="http://schemas.microsoft.com/office/drawing/2014/main" id="{FF6A30E8-B7D4-ED0A-B735-3EFA8195962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26601" y="0"/>
            <a:ext cx="25653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19040087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1 (Full Colour) Light Image">
    <p:spTree>
      <p:nvGrpSpPr>
        <p:cNvPr id="1" name=""/>
        <p:cNvGrpSpPr/>
        <p:nvPr/>
      </p:nvGrpSpPr>
      <p:grpSpPr>
        <a:xfrm>
          <a:off x="0" y="0"/>
          <a:ext cx="0" cy="0"/>
          <a:chOff x="0" y="0"/>
          <a:chExt cx="0" cy="0"/>
        </a:xfrm>
      </p:grpSpPr>
      <p:sp>
        <p:nvSpPr>
          <p:cNvPr id="1036" name="Picture Placeholder 1035">
            <a:extLst>
              <a:ext uri="{FF2B5EF4-FFF2-40B4-BE49-F238E27FC236}">
                <a16:creationId xmlns:a16="http://schemas.microsoft.com/office/drawing/2014/main" id="{7AA4D6D0-4766-1D05-8A41-65097B5A117F}"/>
              </a:ext>
            </a:extLst>
          </p:cNvPr>
          <p:cNvSpPr>
            <a:spLocks noGrp="1"/>
          </p:cNvSpPr>
          <p:nvPr>
            <p:ph type="pic" sz="quarter" idx="10"/>
          </p:nvPr>
        </p:nvSpPr>
        <p:spPr>
          <a:xfrm>
            <a:off x="0" y="0"/>
            <a:ext cx="11563350" cy="6858000"/>
          </a:xfrm>
          <a:custGeom>
            <a:avLst/>
            <a:gdLst>
              <a:gd name="connsiteX0" fmla="*/ 0 w 2751427"/>
              <a:gd name="connsiteY0" fmla="*/ 0 h 1638300"/>
              <a:gd name="connsiteX1" fmla="*/ 582307 w 2751427"/>
              <a:gd name="connsiteY1" fmla="*/ 0 h 1638300"/>
              <a:gd name="connsiteX2" fmla="*/ 1160833 w 2751427"/>
              <a:gd name="connsiteY2" fmla="*/ 0 h 1638300"/>
              <a:gd name="connsiteX3" fmla="*/ 1743141 w 2751427"/>
              <a:gd name="connsiteY3" fmla="*/ 0 h 1638300"/>
              <a:gd name="connsiteX4" fmla="*/ 2321667 w 2751427"/>
              <a:gd name="connsiteY4" fmla="*/ 0 h 1638300"/>
              <a:gd name="connsiteX5" fmla="*/ 2495602 w 2751427"/>
              <a:gd name="connsiteY5" fmla="*/ 0 h 1638300"/>
              <a:gd name="connsiteX6" fmla="*/ 2355697 w 2751427"/>
              <a:gd name="connsiteY6" fmla="*/ 333728 h 1638300"/>
              <a:gd name="connsiteX7" fmla="*/ 2355697 w 2751427"/>
              <a:gd name="connsiteY7" fmla="*/ 656079 h 1638300"/>
              <a:gd name="connsiteX8" fmla="*/ 2495602 w 2751427"/>
              <a:gd name="connsiteY8" fmla="*/ 982222 h 1638300"/>
              <a:gd name="connsiteX9" fmla="*/ 2650632 w 2751427"/>
              <a:gd name="connsiteY9" fmla="*/ 1152878 h 1638300"/>
              <a:gd name="connsiteX10" fmla="*/ 2745163 w 2751427"/>
              <a:gd name="connsiteY10" fmla="*/ 1312157 h 1638300"/>
              <a:gd name="connsiteX11" fmla="*/ 2748944 w 2751427"/>
              <a:gd name="connsiteY11" fmla="*/ 1422136 h 1638300"/>
              <a:gd name="connsiteX12" fmla="*/ 2571227 w 2751427"/>
              <a:gd name="connsiteY12" fmla="*/ 1638300 h 1638300"/>
              <a:gd name="connsiteX13" fmla="*/ 2321667 w 2751427"/>
              <a:gd name="connsiteY13" fmla="*/ 1638300 h 1638300"/>
              <a:gd name="connsiteX14" fmla="*/ 1743141 w 2751427"/>
              <a:gd name="connsiteY14" fmla="*/ 1638300 h 1638300"/>
              <a:gd name="connsiteX15" fmla="*/ 1160833 w 2751427"/>
              <a:gd name="connsiteY15" fmla="*/ 1638300 h 1638300"/>
              <a:gd name="connsiteX16" fmla="*/ 582307 w 2751427"/>
              <a:gd name="connsiteY16" fmla="*/ 1638300 h 1638300"/>
              <a:gd name="connsiteX17" fmla="*/ 0 w 2751427"/>
              <a:gd name="connsiteY17" fmla="*/ 1638300 h 1638300"/>
              <a:gd name="connsiteX18" fmla="*/ 0 w 2751427"/>
              <a:gd name="connsiteY18" fmla="*/ 1312157 h 1638300"/>
              <a:gd name="connsiteX19" fmla="*/ 0 w 2751427"/>
              <a:gd name="connsiteY19" fmla="*/ 982222 h 1638300"/>
              <a:gd name="connsiteX20" fmla="*/ 0 w 2751427"/>
              <a:gd name="connsiteY20" fmla="*/ 656079 h 1638300"/>
              <a:gd name="connsiteX21" fmla="*/ 0 w 2751427"/>
              <a:gd name="connsiteY21" fmla="*/ 326143 h 1638300"/>
              <a:gd name="connsiteX22" fmla="*/ 0 w 2751427"/>
              <a:gd name="connsiteY22"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51427" h="1638300">
                <a:moveTo>
                  <a:pt x="0" y="0"/>
                </a:moveTo>
                <a:cubicBezTo>
                  <a:pt x="0" y="0"/>
                  <a:pt x="0" y="0"/>
                  <a:pt x="582307" y="0"/>
                </a:cubicBezTo>
                <a:cubicBezTo>
                  <a:pt x="582307" y="0"/>
                  <a:pt x="582307" y="0"/>
                  <a:pt x="1160833" y="0"/>
                </a:cubicBezTo>
                <a:cubicBezTo>
                  <a:pt x="1160833" y="0"/>
                  <a:pt x="1160833" y="0"/>
                  <a:pt x="1743141" y="0"/>
                </a:cubicBezTo>
                <a:cubicBezTo>
                  <a:pt x="1743141" y="0"/>
                  <a:pt x="1743141" y="0"/>
                  <a:pt x="2321667" y="0"/>
                </a:cubicBezTo>
                <a:cubicBezTo>
                  <a:pt x="2321667" y="0"/>
                  <a:pt x="2321667" y="0"/>
                  <a:pt x="2495602" y="0"/>
                </a:cubicBezTo>
                <a:cubicBezTo>
                  <a:pt x="2427541" y="98602"/>
                  <a:pt x="2378385" y="216165"/>
                  <a:pt x="2355697" y="333728"/>
                </a:cubicBezTo>
                <a:cubicBezTo>
                  <a:pt x="2336791" y="439914"/>
                  <a:pt x="2336791" y="553685"/>
                  <a:pt x="2355697" y="656079"/>
                </a:cubicBezTo>
                <a:cubicBezTo>
                  <a:pt x="2378385" y="773642"/>
                  <a:pt x="2427541" y="883620"/>
                  <a:pt x="2495602" y="982222"/>
                </a:cubicBezTo>
                <a:cubicBezTo>
                  <a:pt x="2537196" y="1046692"/>
                  <a:pt x="2590133" y="1103577"/>
                  <a:pt x="2650632" y="1152878"/>
                </a:cubicBezTo>
                <a:cubicBezTo>
                  <a:pt x="2699788" y="1194594"/>
                  <a:pt x="2730038" y="1247687"/>
                  <a:pt x="2745163" y="1312157"/>
                </a:cubicBezTo>
                <a:cubicBezTo>
                  <a:pt x="2752725" y="1346288"/>
                  <a:pt x="2752725" y="1384212"/>
                  <a:pt x="2748944" y="1422136"/>
                </a:cubicBezTo>
                <a:cubicBezTo>
                  <a:pt x="2730038" y="1520737"/>
                  <a:pt x="2665757" y="1600377"/>
                  <a:pt x="2571227" y="1638300"/>
                </a:cubicBezTo>
                <a:cubicBezTo>
                  <a:pt x="2571227" y="1638300"/>
                  <a:pt x="2571227" y="1638300"/>
                  <a:pt x="2321667" y="1638300"/>
                </a:cubicBezTo>
                <a:cubicBezTo>
                  <a:pt x="2321667" y="1638300"/>
                  <a:pt x="2321667" y="1638300"/>
                  <a:pt x="1743141" y="1638300"/>
                </a:cubicBezTo>
                <a:cubicBezTo>
                  <a:pt x="1743141" y="1638300"/>
                  <a:pt x="1743141" y="1638300"/>
                  <a:pt x="1160833" y="1638300"/>
                </a:cubicBezTo>
                <a:cubicBezTo>
                  <a:pt x="1160833" y="1638300"/>
                  <a:pt x="1160833" y="1638300"/>
                  <a:pt x="582307" y="1638300"/>
                </a:cubicBezTo>
                <a:cubicBezTo>
                  <a:pt x="582307" y="1638300"/>
                  <a:pt x="582307"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p:spPr>
        <p:txBody>
          <a:bodyPr wrap="square" tIns="360000">
            <a:noAutofit/>
          </a:bodyPr>
          <a:lstStyle>
            <a:lvl1pPr algn="ctr">
              <a:defRPr sz="1400" b="0"/>
            </a:lvl1pPr>
          </a:lstStyle>
          <a:p>
            <a:r>
              <a:rPr lang="en-US"/>
              <a:t>Click icon to add picture</a:t>
            </a:r>
            <a:endParaRPr lang="en-GB" dirty="0"/>
          </a:p>
        </p:txBody>
      </p:sp>
      <p:pic>
        <p:nvPicPr>
          <p:cNvPr id="8" name="Picture 7" descr="A colorful circle with black background&#10;&#10;Description automatically generated with medium confidence">
            <a:extLst>
              <a:ext uri="{FF2B5EF4-FFF2-40B4-BE49-F238E27FC236}">
                <a16:creationId xmlns:a16="http://schemas.microsoft.com/office/drawing/2014/main" id="{FF6A30E8-B7D4-ED0A-B735-3EFA8195962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26601" y="0"/>
            <a:ext cx="25653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165554587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1 (Full Colour) Dark Image">
    <p:bg>
      <p:bgPr>
        <a:solidFill>
          <a:srgbClr val="A7A8AA"/>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051E80E-90E2-38D4-1EC7-9B268E7FFE5C}"/>
              </a:ext>
            </a:extLst>
          </p:cNvPr>
          <p:cNvSpPr>
            <a:spLocks noGrp="1"/>
          </p:cNvSpPr>
          <p:nvPr>
            <p:ph type="pic" sz="quarter" idx="10"/>
          </p:nvPr>
        </p:nvSpPr>
        <p:spPr>
          <a:xfrm>
            <a:off x="0" y="0"/>
            <a:ext cx="11563350" cy="6858000"/>
          </a:xfrm>
          <a:custGeom>
            <a:avLst/>
            <a:gdLst>
              <a:gd name="connsiteX0" fmla="*/ 0 w 2751427"/>
              <a:gd name="connsiteY0" fmla="*/ 0 h 1638300"/>
              <a:gd name="connsiteX1" fmla="*/ 582307 w 2751427"/>
              <a:gd name="connsiteY1" fmla="*/ 0 h 1638300"/>
              <a:gd name="connsiteX2" fmla="*/ 1160833 w 2751427"/>
              <a:gd name="connsiteY2" fmla="*/ 0 h 1638300"/>
              <a:gd name="connsiteX3" fmla="*/ 1743141 w 2751427"/>
              <a:gd name="connsiteY3" fmla="*/ 0 h 1638300"/>
              <a:gd name="connsiteX4" fmla="*/ 2321667 w 2751427"/>
              <a:gd name="connsiteY4" fmla="*/ 0 h 1638300"/>
              <a:gd name="connsiteX5" fmla="*/ 2495602 w 2751427"/>
              <a:gd name="connsiteY5" fmla="*/ 0 h 1638300"/>
              <a:gd name="connsiteX6" fmla="*/ 2355697 w 2751427"/>
              <a:gd name="connsiteY6" fmla="*/ 333728 h 1638300"/>
              <a:gd name="connsiteX7" fmla="*/ 2355697 w 2751427"/>
              <a:gd name="connsiteY7" fmla="*/ 656079 h 1638300"/>
              <a:gd name="connsiteX8" fmla="*/ 2495602 w 2751427"/>
              <a:gd name="connsiteY8" fmla="*/ 982222 h 1638300"/>
              <a:gd name="connsiteX9" fmla="*/ 2650632 w 2751427"/>
              <a:gd name="connsiteY9" fmla="*/ 1152878 h 1638300"/>
              <a:gd name="connsiteX10" fmla="*/ 2745163 w 2751427"/>
              <a:gd name="connsiteY10" fmla="*/ 1312157 h 1638300"/>
              <a:gd name="connsiteX11" fmla="*/ 2748944 w 2751427"/>
              <a:gd name="connsiteY11" fmla="*/ 1422136 h 1638300"/>
              <a:gd name="connsiteX12" fmla="*/ 2571227 w 2751427"/>
              <a:gd name="connsiteY12" fmla="*/ 1638300 h 1638300"/>
              <a:gd name="connsiteX13" fmla="*/ 2321667 w 2751427"/>
              <a:gd name="connsiteY13" fmla="*/ 1638300 h 1638300"/>
              <a:gd name="connsiteX14" fmla="*/ 1743141 w 2751427"/>
              <a:gd name="connsiteY14" fmla="*/ 1638300 h 1638300"/>
              <a:gd name="connsiteX15" fmla="*/ 1160833 w 2751427"/>
              <a:gd name="connsiteY15" fmla="*/ 1638300 h 1638300"/>
              <a:gd name="connsiteX16" fmla="*/ 582307 w 2751427"/>
              <a:gd name="connsiteY16" fmla="*/ 1638300 h 1638300"/>
              <a:gd name="connsiteX17" fmla="*/ 0 w 2751427"/>
              <a:gd name="connsiteY17" fmla="*/ 1638300 h 1638300"/>
              <a:gd name="connsiteX18" fmla="*/ 0 w 2751427"/>
              <a:gd name="connsiteY18" fmla="*/ 1312157 h 1638300"/>
              <a:gd name="connsiteX19" fmla="*/ 0 w 2751427"/>
              <a:gd name="connsiteY19" fmla="*/ 982222 h 1638300"/>
              <a:gd name="connsiteX20" fmla="*/ 0 w 2751427"/>
              <a:gd name="connsiteY20" fmla="*/ 656079 h 1638300"/>
              <a:gd name="connsiteX21" fmla="*/ 0 w 2751427"/>
              <a:gd name="connsiteY21" fmla="*/ 326143 h 1638300"/>
              <a:gd name="connsiteX22" fmla="*/ 0 w 2751427"/>
              <a:gd name="connsiteY22"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51427" h="1638300">
                <a:moveTo>
                  <a:pt x="0" y="0"/>
                </a:moveTo>
                <a:cubicBezTo>
                  <a:pt x="0" y="0"/>
                  <a:pt x="0" y="0"/>
                  <a:pt x="582307" y="0"/>
                </a:cubicBezTo>
                <a:cubicBezTo>
                  <a:pt x="582307" y="0"/>
                  <a:pt x="582307" y="0"/>
                  <a:pt x="1160833" y="0"/>
                </a:cubicBezTo>
                <a:cubicBezTo>
                  <a:pt x="1160833" y="0"/>
                  <a:pt x="1160833" y="0"/>
                  <a:pt x="1743141" y="0"/>
                </a:cubicBezTo>
                <a:cubicBezTo>
                  <a:pt x="1743141" y="0"/>
                  <a:pt x="1743141" y="0"/>
                  <a:pt x="2321667" y="0"/>
                </a:cubicBezTo>
                <a:cubicBezTo>
                  <a:pt x="2321667" y="0"/>
                  <a:pt x="2321667" y="0"/>
                  <a:pt x="2495602" y="0"/>
                </a:cubicBezTo>
                <a:cubicBezTo>
                  <a:pt x="2427541" y="98602"/>
                  <a:pt x="2378385" y="216165"/>
                  <a:pt x="2355697" y="333728"/>
                </a:cubicBezTo>
                <a:cubicBezTo>
                  <a:pt x="2336791" y="439914"/>
                  <a:pt x="2336791" y="553685"/>
                  <a:pt x="2355697" y="656079"/>
                </a:cubicBezTo>
                <a:cubicBezTo>
                  <a:pt x="2378385" y="773642"/>
                  <a:pt x="2427541" y="883620"/>
                  <a:pt x="2495602" y="982222"/>
                </a:cubicBezTo>
                <a:cubicBezTo>
                  <a:pt x="2537196" y="1046692"/>
                  <a:pt x="2590133" y="1103577"/>
                  <a:pt x="2650632" y="1152878"/>
                </a:cubicBezTo>
                <a:cubicBezTo>
                  <a:pt x="2699788" y="1194594"/>
                  <a:pt x="2730038" y="1247687"/>
                  <a:pt x="2745163" y="1312157"/>
                </a:cubicBezTo>
                <a:cubicBezTo>
                  <a:pt x="2752725" y="1346288"/>
                  <a:pt x="2752725" y="1384212"/>
                  <a:pt x="2748944" y="1422136"/>
                </a:cubicBezTo>
                <a:cubicBezTo>
                  <a:pt x="2730038" y="1520737"/>
                  <a:pt x="2665757" y="1600377"/>
                  <a:pt x="2571227" y="1638300"/>
                </a:cubicBezTo>
                <a:cubicBezTo>
                  <a:pt x="2571227" y="1638300"/>
                  <a:pt x="2571227" y="1638300"/>
                  <a:pt x="2321667" y="1638300"/>
                </a:cubicBezTo>
                <a:cubicBezTo>
                  <a:pt x="2321667" y="1638300"/>
                  <a:pt x="2321667" y="1638300"/>
                  <a:pt x="1743141" y="1638300"/>
                </a:cubicBezTo>
                <a:cubicBezTo>
                  <a:pt x="1743141" y="1638300"/>
                  <a:pt x="1743141" y="1638300"/>
                  <a:pt x="1160833" y="1638300"/>
                </a:cubicBezTo>
                <a:cubicBezTo>
                  <a:pt x="1160833" y="1638300"/>
                  <a:pt x="1160833" y="1638300"/>
                  <a:pt x="582307" y="1638300"/>
                </a:cubicBezTo>
                <a:cubicBezTo>
                  <a:pt x="582307" y="1638300"/>
                  <a:pt x="582307"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p:spPr>
        <p:txBody>
          <a:bodyPr wrap="square" tIns="360000">
            <a:noAutofit/>
          </a:bodyPr>
          <a:lstStyle>
            <a:lvl1pPr algn="ctr">
              <a:defRPr sz="1400" b="0">
                <a:solidFill>
                  <a:schemeClr val="bg1"/>
                </a:solidFill>
              </a:defRPr>
            </a:lvl1pPr>
          </a:lstStyle>
          <a:p>
            <a:r>
              <a:rPr lang="en-US"/>
              <a:t>Click icon to add picture</a:t>
            </a:r>
            <a:endParaRPr lang="en-GB" dirty="0"/>
          </a:p>
        </p:txBody>
      </p:sp>
      <p:pic>
        <p:nvPicPr>
          <p:cNvPr id="8" name="Picture 7" descr="A colorful circle with black background&#10;&#10;Description automatically generated with medium confidence">
            <a:extLst>
              <a:ext uri="{FF2B5EF4-FFF2-40B4-BE49-F238E27FC236}">
                <a16:creationId xmlns:a16="http://schemas.microsoft.com/office/drawing/2014/main" id="{FF6A30E8-B7D4-ED0A-B735-3EFA8195962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26601" y="0"/>
            <a:ext cx="2565399" cy="6858000"/>
          </a:xfrm>
          <a:prstGeom prst="rect">
            <a:avLst/>
          </a:prstGeom>
        </p:spPr>
      </p:pic>
      <p:pic>
        <p:nvPicPr>
          <p:cNvPr id="7" name="Picture 6">
            <a:extLst>
              <a:ext uri="{FF2B5EF4-FFF2-40B4-BE49-F238E27FC236}">
                <a16:creationId xmlns:a16="http://schemas.microsoft.com/office/drawing/2014/main" id="{68BF5FAE-D19B-68EB-DD60-A7A23884BAF7}"/>
              </a:ext>
            </a:extLst>
          </p:cNvPr>
          <p:cNvPicPr>
            <a:picLocks noChangeAspect="1"/>
          </p:cNvPicPr>
          <p:nvPr userDrawn="1"/>
        </p:nvPicPr>
        <p:blipFill>
          <a:blip r:embed="rId3"/>
          <a:stretch>
            <a:fillRect/>
          </a:stretch>
        </p:blipFill>
        <p:spPr>
          <a:xfrm>
            <a:off x="331200" y="5644800"/>
            <a:ext cx="5004000" cy="93421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lvl1pPr>
              <a:defRPr>
                <a:solidFill>
                  <a:schemeClr val="tx1"/>
                </a:solidFill>
              </a:defRPr>
            </a:lvl1p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178417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Full Colour)">
    <p:spTree>
      <p:nvGrpSpPr>
        <p:cNvPr id="1" name=""/>
        <p:cNvGrpSpPr/>
        <p:nvPr/>
      </p:nvGrpSpPr>
      <p:grpSpPr>
        <a:xfrm>
          <a:off x="0" y="0"/>
          <a:ext cx="0" cy="0"/>
          <a:chOff x="0" y="0"/>
          <a:chExt cx="0" cy="0"/>
        </a:xfrm>
      </p:grpSpPr>
      <p:pic>
        <p:nvPicPr>
          <p:cNvPr id="9" name="Picture 8" descr="A blue and pink circle with black background&#10;&#10;Description automatically generated">
            <a:extLst>
              <a:ext uri="{FF2B5EF4-FFF2-40B4-BE49-F238E27FC236}">
                <a16:creationId xmlns:a16="http://schemas.microsoft.com/office/drawing/2014/main" id="{5C3534BA-B612-8BE4-57E8-98FF2A63A77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74001" y="0"/>
            <a:ext cx="43179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11400438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2 (Full Colour) Light Image">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5BEA9E99-0C18-0E13-D81E-E2F2149CBA47}"/>
              </a:ext>
            </a:extLst>
          </p:cNvPr>
          <p:cNvSpPr>
            <a:spLocks noGrp="1" noChangeAspect="1"/>
          </p:cNvSpPr>
          <p:nvPr>
            <p:ph type="pic" sz="quarter" idx="10"/>
          </p:nvPr>
        </p:nvSpPr>
        <p:spPr>
          <a:xfrm>
            <a:off x="0" y="0"/>
            <a:ext cx="12192000" cy="6858000"/>
          </a:xfrm>
          <a:custGeom>
            <a:avLst/>
            <a:gdLst>
              <a:gd name="connsiteX0" fmla="*/ 0 w 2901950"/>
              <a:gd name="connsiteY0" fmla="*/ 0 h 1638300"/>
              <a:gd name="connsiteX1" fmla="*/ 581902 w 2901950"/>
              <a:gd name="connsiteY1" fmla="*/ 0 h 1638300"/>
              <a:gd name="connsiteX2" fmla="*/ 1160024 w 2901950"/>
              <a:gd name="connsiteY2" fmla="*/ 0 h 1638300"/>
              <a:gd name="connsiteX3" fmla="*/ 1741926 w 2901950"/>
              <a:gd name="connsiteY3" fmla="*/ 0 h 1638300"/>
              <a:gd name="connsiteX4" fmla="*/ 2320049 w 2901950"/>
              <a:gd name="connsiteY4" fmla="*/ 0 h 1638300"/>
              <a:gd name="connsiteX5" fmla="*/ 2901950 w 2901950"/>
              <a:gd name="connsiteY5" fmla="*/ 0 h 1638300"/>
              <a:gd name="connsiteX6" fmla="*/ 2901950 w 2901950"/>
              <a:gd name="connsiteY6" fmla="*/ 326143 h 1638300"/>
              <a:gd name="connsiteX7" fmla="*/ 2901950 w 2901950"/>
              <a:gd name="connsiteY7" fmla="*/ 356482 h 1638300"/>
              <a:gd name="connsiteX8" fmla="*/ 2467413 w 2901950"/>
              <a:gd name="connsiteY8" fmla="*/ 656079 h 1638300"/>
              <a:gd name="connsiteX9" fmla="*/ 2463635 w 2901950"/>
              <a:gd name="connsiteY9" fmla="*/ 663663 h 1638300"/>
              <a:gd name="connsiteX10" fmla="*/ 2350277 w 2901950"/>
              <a:gd name="connsiteY10" fmla="*/ 982222 h 1638300"/>
              <a:gd name="connsiteX11" fmla="*/ 2350277 w 2901950"/>
              <a:gd name="connsiteY11" fmla="*/ 1312157 h 1638300"/>
              <a:gd name="connsiteX12" fmla="*/ 2350277 w 2901950"/>
              <a:gd name="connsiteY12" fmla="*/ 1315949 h 1638300"/>
              <a:gd name="connsiteX13" fmla="*/ 2320049 w 2901950"/>
              <a:gd name="connsiteY13" fmla="*/ 1331119 h 1638300"/>
              <a:gd name="connsiteX14" fmla="*/ 2029098 w 2901950"/>
              <a:gd name="connsiteY14" fmla="*/ 1501775 h 1638300"/>
              <a:gd name="connsiteX15" fmla="*/ 1915741 w 2901950"/>
              <a:gd name="connsiteY15" fmla="*/ 1615546 h 1638300"/>
              <a:gd name="connsiteX16" fmla="*/ 1904405 w 2901950"/>
              <a:gd name="connsiteY16" fmla="*/ 1638300 h 1638300"/>
              <a:gd name="connsiteX17" fmla="*/ 1741926 w 2901950"/>
              <a:gd name="connsiteY17" fmla="*/ 1638300 h 1638300"/>
              <a:gd name="connsiteX18" fmla="*/ 1160024 w 2901950"/>
              <a:gd name="connsiteY18" fmla="*/ 1638300 h 1638300"/>
              <a:gd name="connsiteX19" fmla="*/ 581902 w 2901950"/>
              <a:gd name="connsiteY19" fmla="*/ 1638300 h 1638300"/>
              <a:gd name="connsiteX20" fmla="*/ 0 w 2901950"/>
              <a:gd name="connsiteY20" fmla="*/ 1638300 h 1638300"/>
              <a:gd name="connsiteX21" fmla="*/ 0 w 2901950"/>
              <a:gd name="connsiteY21" fmla="*/ 1312157 h 1638300"/>
              <a:gd name="connsiteX22" fmla="*/ 0 w 2901950"/>
              <a:gd name="connsiteY22" fmla="*/ 982222 h 1638300"/>
              <a:gd name="connsiteX23" fmla="*/ 0 w 2901950"/>
              <a:gd name="connsiteY23" fmla="*/ 656079 h 1638300"/>
              <a:gd name="connsiteX24" fmla="*/ 0 w 2901950"/>
              <a:gd name="connsiteY24" fmla="*/ 326143 h 1638300"/>
              <a:gd name="connsiteX25" fmla="*/ 0 w 2901950"/>
              <a:gd name="connsiteY25"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01950" h="1638300">
                <a:moveTo>
                  <a:pt x="0" y="0"/>
                </a:moveTo>
                <a:cubicBezTo>
                  <a:pt x="0" y="0"/>
                  <a:pt x="0" y="0"/>
                  <a:pt x="581902" y="0"/>
                </a:cubicBezTo>
                <a:cubicBezTo>
                  <a:pt x="581902" y="0"/>
                  <a:pt x="581902" y="0"/>
                  <a:pt x="1160024" y="0"/>
                </a:cubicBezTo>
                <a:cubicBezTo>
                  <a:pt x="1160024" y="0"/>
                  <a:pt x="1160024" y="0"/>
                  <a:pt x="1741926" y="0"/>
                </a:cubicBezTo>
                <a:cubicBezTo>
                  <a:pt x="1741926" y="0"/>
                  <a:pt x="1741926" y="0"/>
                  <a:pt x="2320049" y="0"/>
                </a:cubicBezTo>
                <a:lnTo>
                  <a:pt x="2901950" y="0"/>
                </a:lnTo>
                <a:cubicBezTo>
                  <a:pt x="2901950" y="0"/>
                  <a:pt x="2901950" y="0"/>
                  <a:pt x="2901950" y="326143"/>
                </a:cubicBezTo>
                <a:cubicBezTo>
                  <a:pt x="2901950" y="326143"/>
                  <a:pt x="2901950" y="326143"/>
                  <a:pt x="2901950" y="356482"/>
                </a:cubicBezTo>
                <a:cubicBezTo>
                  <a:pt x="2720578" y="386821"/>
                  <a:pt x="2561878" y="496799"/>
                  <a:pt x="2467413" y="656079"/>
                </a:cubicBezTo>
                <a:cubicBezTo>
                  <a:pt x="2467413" y="659871"/>
                  <a:pt x="2463635" y="659871"/>
                  <a:pt x="2463635" y="663663"/>
                </a:cubicBezTo>
                <a:cubicBezTo>
                  <a:pt x="2406956" y="762265"/>
                  <a:pt x="2365392" y="872243"/>
                  <a:pt x="2350277" y="982222"/>
                </a:cubicBezTo>
                <a:cubicBezTo>
                  <a:pt x="2331384" y="1092200"/>
                  <a:pt x="2331384" y="1202179"/>
                  <a:pt x="2350277" y="1312157"/>
                </a:cubicBezTo>
                <a:cubicBezTo>
                  <a:pt x="2350277" y="1312157"/>
                  <a:pt x="2350277" y="1312157"/>
                  <a:pt x="2350277" y="1315949"/>
                </a:cubicBezTo>
                <a:cubicBezTo>
                  <a:pt x="2350277" y="1315949"/>
                  <a:pt x="2350277" y="1315949"/>
                  <a:pt x="2320049" y="1331119"/>
                </a:cubicBezTo>
                <a:cubicBezTo>
                  <a:pt x="2320049" y="1331119"/>
                  <a:pt x="2320049" y="1331119"/>
                  <a:pt x="2029098" y="1501775"/>
                </a:cubicBezTo>
                <a:cubicBezTo>
                  <a:pt x="1983755" y="1528322"/>
                  <a:pt x="1942191" y="1566245"/>
                  <a:pt x="1915741" y="1615546"/>
                </a:cubicBezTo>
                <a:cubicBezTo>
                  <a:pt x="1911962" y="1623131"/>
                  <a:pt x="1908183" y="1630715"/>
                  <a:pt x="1904405" y="1638300"/>
                </a:cubicBezTo>
                <a:cubicBezTo>
                  <a:pt x="1904405" y="1638300"/>
                  <a:pt x="1904405" y="1638300"/>
                  <a:pt x="1741926" y="1638300"/>
                </a:cubicBezTo>
                <a:cubicBezTo>
                  <a:pt x="1741926" y="1638300"/>
                  <a:pt x="1741926" y="1638300"/>
                  <a:pt x="1160024" y="1638300"/>
                </a:cubicBezTo>
                <a:cubicBezTo>
                  <a:pt x="1160024" y="1638300"/>
                  <a:pt x="1160024" y="1638300"/>
                  <a:pt x="581902" y="1638300"/>
                </a:cubicBezTo>
                <a:cubicBezTo>
                  <a:pt x="581902" y="1638300"/>
                  <a:pt x="581902"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a:noFill/>
        </p:spPr>
        <p:txBody>
          <a:bodyPr wrap="square" tIns="360000">
            <a:noAutofit/>
          </a:bodyPr>
          <a:lstStyle>
            <a:lvl1pPr algn="ctr">
              <a:defRPr sz="1400" b="0"/>
            </a:lvl1pPr>
          </a:lstStyle>
          <a:p>
            <a:r>
              <a:rPr lang="en-US"/>
              <a:t>Click icon to add picture</a:t>
            </a:r>
            <a:endParaRPr lang="en-GB" dirty="0"/>
          </a:p>
        </p:txBody>
      </p:sp>
      <p:pic>
        <p:nvPicPr>
          <p:cNvPr id="7" name="Picture 6" descr="A blue and pink circle with black background&#10;&#10;Description automatically generated">
            <a:extLst>
              <a:ext uri="{FF2B5EF4-FFF2-40B4-BE49-F238E27FC236}">
                <a16:creationId xmlns:a16="http://schemas.microsoft.com/office/drawing/2014/main" id="{EE80A020-17A0-9A32-B7DF-F8F78FB38B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74001" y="0"/>
            <a:ext cx="43179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12827232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2 (Full Colour) Dark Image">
    <p:bg>
      <p:bgPr>
        <a:solidFill>
          <a:srgbClr val="A7A8AA"/>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7EFE5F9-8B04-8D8D-09D3-53C33529D293}"/>
              </a:ext>
            </a:extLst>
          </p:cNvPr>
          <p:cNvSpPr>
            <a:spLocks noGrp="1" noChangeAspect="1"/>
          </p:cNvSpPr>
          <p:nvPr>
            <p:ph type="pic" sz="quarter" idx="10"/>
          </p:nvPr>
        </p:nvSpPr>
        <p:spPr>
          <a:xfrm>
            <a:off x="0" y="0"/>
            <a:ext cx="12192000" cy="6858000"/>
          </a:xfrm>
          <a:custGeom>
            <a:avLst/>
            <a:gdLst>
              <a:gd name="connsiteX0" fmla="*/ 0 w 2901950"/>
              <a:gd name="connsiteY0" fmla="*/ 0 h 1638300"/>
              <a:gd name="connsiteX1" fmla="*/ 581902 w 2901950"/>
              <a:gd name="connsiteY1" fmla="*/ 0 h 1638300"/>
              <a:gd name="connsiteX2" fmla="*/ 1160024 w 2901950"/>
              <a:gd name="connsiteY2" fmla="*/ 0 h 1638300"/>
              <a:gd name="connsiteX3" fmla="*/ 1741926 w 2901950"/>
              <a:gd name="connsiteY3" fmla="*/ 0 h 1638300"/>
              <a:gd name="connsiteX4" fmla="*/ 2320049 w 2901950"/>
              <a:gd name="connsiteY4" fmla="*/ 0 h 1638300"/>
              <a:gd name="connsiteX5" fmla="*/ 2901950 w 2901950"/>
              <a:gd name="connsiteY5" fmla="*/ 0 h 1638300"/>
              <a:gd name="connsiteX6" fmla="*/ 2901950 w 2901950"/>
              <a:gd name="connsiteY6" fmla="*/ 326143 h 1638300"/>
              <a:gd name="connsiteX7" fmla="*/ 2901950 w 2901950"/>
              <a:gd name="connsiteY7" fmla="*/ 356482 h 1638300"/>
              <a:gd name="connsiteX8" fmla="*/ 2467413 w 2901950"/>
              <a:gd name="connsiteY8" fmla="*/ 656079 h 1638300"/>
              <a:gd name="connsiteX9" fmla="*/ 2463635 w 2901950"/>
              <a:gd name="connsiteY9" fmla="*/ 663663 h 1638300"/>
              <a:gd name="connsiteX10" fmla="*/ 2350277 w 2901950"/>
              <a:gd name="connsiteY10" fmla="*/ 982222 h 1638300"/>
              <a:gd name="connsiteX11" fmla="*/ 2350277 w 2901950"/>
              <a:gd name="connsiteY11" fmla="*/ 1312157 h 1638300"/>
              <a:gd name="connsiteX12" fmla="*/ 2350277 w 2901950"/>
              <a:gd name="connsiteY12" fmla="*/ 1315949 h 1638300"/>
              <a:gd name="connsiteX13" fmla="*/ 2320049 w 2901950"/>
              <a:gd name="connsiteY13" fmla="*/ 1331119 h 1638300"/>
              <a:gd name="connsiteX14" fmla="*/ 2029098 w 2901950"/>
              <a:gd name="connsiteY14" fmla="*/ 1501775 h 1638300"/>
              <a:gd name="connsiteX15" fmla="*/ 1915741 w 2901950"/>
              <a:gd name="connsiteY15" fmla="*/ 1615546 h 1638300"/>
              <a:gd name="connsiteX16" fmla="*/ 1904405 w 2901950"/>
              <a:gd name="connsiteY16" fmla="*/ 1638300 h 1638300"/>
              <a:gd name="connsiteX17" fmla="*/ 1741926 w 2901950"/>
              <a:gd name="connsiteY17" fmla="*/ 1638300 h 1638300"/>
              <a:gd name="connsiteX18" fmla="*/ 1160024 w 2901950"/>
              <a:gd name="connsiteY18" fmla="*/ 1638300 h 1638300"/>
              <a:gd name="connsiteX19" fmla="*/ 581902 w 2901950"/>
              <a:gd name="connsiteY19" fmla="*/ 1638300 h 1638300"/>
              <a:gd name="connsiteX20" fmla="*/ 0 w 2901950"/>
              <a:gd name="connsiteY20" fmla="*/ 1638300 h 1638300"/>
              <a:gd name="connsiteX21" fmla="*/ 0 w 2901950"/>
              <a:gd name="connsiteY21" fmla="*/ 1312157 h 1638300"/>
              <a:gd name="connsiteX22" fmla="*/ 0 w 2901950"/>
              <a:gd name="connsiteY22" fmla="*/ 982222 h 1638300"/>
              <a:gd name="connsiteX23" fmla="*/ 0 w 2901950"/>
              <a:gd name="connsiteY23" fmla="*/ 656079 h 1638300"/>
              <a:gd name="connsiteX24" fmla="*/ 0 w 2901950"/>
              <a:gd name="connsiteY24" fmla="*/ 326143 h 1638300"/>
              <a:gd name="connsiteX25" fmla="*/ 0 w 2901950"/>
              <a:gd name="connsiteY25"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01950" h="1638300">
                <a:moveTo>
                  <a:pt x="0" y="0"/>
                </a:moveTo>
                <a:cubicBezTo>
                  <a:pt x="0" y="0"/>
                  <a:pt x="0" y="0"/>
                  <a:pt x="581902" y="0"/>
                </a:cubicBezTo>
                <a:cubicBezTo>
                  <a:pt x="581902" y="0"/>
                  <a:pt x="581902" y="0"/>
                  <a:pt x="1160024" y="0"/>
                </a:cubicBezTo>
                <a:cubicBezTo>
                  <a:pt x="1160024" y="0"/>
                  <a:pt x="1160024" y="0"/>
                  <a:pt x="1741926" y="0"/>
                </a:cubicBezTo>
                <a:cubicBezTo>
                  <a:pt x="1741926" y="0"/>
                  <a:pt x="1741926" y="0"/>
                  <a:pt x="2320049" y="0"/>
                </a:cubicBezTo>
                <a:lnTo>
                  <a:pt x="2901950" y="0"/>
                </a:lnTo>
                <a:cubicBezTo>
                  <a:pt x="2901950" y="0"/>
                  <a:pt x="2901950" y="0"/>
                  <a:pt x="2901950" y="326143"/>
                </a:cubicBezTo>
                <a:cubicBezTo>
                  <a:pt x="2901950" y="326143"/>
                  <a:pt x="2901950" y="326143"/>
                  <a:pt x="2901950" y="356482"/>
                </a:cubicBezTo>
                <a:cubicBezTo>
                  <a:pt x="2720578" y="386821"/>
                  <a:pt x="2561878" y="496799"/>
                  <a:pt x="2467413" y="656079"/>
                </a:cubicBezTo>
                <a:cubicBezTo>
                  <a:pt x="2467413" y="659871"/>
                  <a:pt x="2463635" y="659871"/>
                  <a:pt x="2463635" y="663663"/>
                </a:cubicBezTo>
                <a:cubicBezTo>
                  <a:pt x="2406956" y="762265"/>
                  <a:pt x="2365392" y="872243"/>
                  <a:pt x="2350277" y="982222"/>
                </a:cubicBezTo>
                <a:cubicBezTo>
                  <a:pt x="2331384" y="1092200"/>
                  <a:pt x="2331384" y="1202179"/>
                  <a:pt x="2350277" y="1312157"/>
                </a:cubicBezTo>
                <a:cubicBezTo>
                  <a:pt x="2350277" y="1312157"/>
                  <a:pt x="2350277" y="1312157"/>
                  <a:pt x="2350277" y="1315949"/>
                </a:cubicBezTo>
                <a:cubicBezTo>
                  <a:pt x="2350277" y="1315949"/>
                  <a:pt x="2350277" y="1315949"/>
                  <a:pt x="2320049" y="1331119"/>
                </a:cubicBezTo>
                <a:cubicBezTo>
                  <a:pt x="2320049" y="1331119"/>
                  <a:pt x="2320049" y="1331119"/>
                  <a:pt x="2029098" y="1501775"/>
                </a:cubicBezTo>
                <a:cubicBezTo>
                  <a:pt x="1983755" y="1528322"/>
                  <a:pt x="1942191" y="1566245"/>
                  <a:pt x="1915741" y="1615546"/>
                </a:cubicBezTo>
                <a:cubicBezTo>
                  <a:pt x="1911962" y="1623131"/>
                  <a:pt x="1908183" y="1630715"/>
                  <a:pt x="1904405" y="1638300"/>
                </a:cubicBezTo>
                <a:cubicBezTo>
                  <a:pt x="1904405" y="1638300"/>
                  <a:pt x="1904405" y="1638300"/>
                  <a:pt x="1741926" y="1638300"/>
                </a:cubicBezTo>
                <a:cubicBezTo>
                  <a:pt x="1741926" y="1638300"/>
                  <a:pt x="1741926" y="1638300"/>
                  <a:pt x="1160024" y="1638300"/>
                </a:cubicBezTo>
                <a:cubicBezTo>
                  <a:pt x="1160024" y="1638300"/>
                  <a:pt x="1160024" y="1638300"/>
                  <a:pt x="581902" y="1638300"/>
                </a:cubicBezTo>
                <a:cubicBezTo>
                  <a:pt x="581902" y="1638300"/>
                  <a:pt x="581902"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a:noFill/>
        </p:spPr>
        <p:txBody>
          <a:bodyPr wrap="square" tIns="360000">
            <a:noAutofit/>
          </a:bodyPr>
          <a:lstStyle>
            <a:lvl1pPr algn="ctr">
              <a:defRPr sz="1400" b="0">
                <a:solidFill>
                  <a:schemeClr val="bg1"/>
                </a:solidFill>
              </a:defRPr>
            </a:lvl1pPr>
          </a:lstStyle>
          <a:p>
            <a:r>
              <a:rPr lang="en-US"/>
              <a:t>Click icon to add picture</a:t>
            </a:r>
            <a:endParaRPr lang="en-GB" dirty="0"/>
          </a:p>
        </p:txBody>
      </p:sp>
      <p:pic>
        <p:nvPicPr>
          <p:cNvPr id="4" name="Picture 3" descr="A blue and pink circle with black background&#10;&#10;Description automatically generated">
            <a:extLst>
              <a:ext uri="{FF2B5EF4-FFF2-40B4-BE49-F238E27FC236}">
                <a16:creationId xmlns:a16="http://schemas.microsoft.com/office/drawing/2014/main" id="{31098AA9-5538-23A3-F13F-E112450ED1E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74001" y="0"/>
            <a:ext cx="4317999" cy="6858000"/>
          </a:xfrm>
          <a:prstGeom prst="rect">
            <a:avLst/>
          </a:prstGeom>
        </p:spPr>
      </p:pic>
      <p:pic>
        <p:nvPicPr>
          <p:cNvPr id="7" name="Picture 6">
            <a:extLst>
              <a:ext uri="{FF2B5EF4-FFF2-40B4-BE49-F238E27FC236}">
                <a16:creationId xmlns:a16="http://schemas.microsoft.com/office/drawing/2014/main" id="{68BF5FAE-D19B-68EB-DD60-A7A23884BAF7}"/>
              </a:ext>
            </a:extLst>
          </p:cNvPr>
          <p:cNvPicPr>
            <a:picLocks noChangeAspect="1"/>
          </p:cNvPicPr>
          <p:nvPr userDrawn="1"/>
        </p:nvPicPr>
        <p:blipFill>
          <a:blip r:embed="rId3"/>
          <a:stretch>
            <a:fillRect/>
          </a:stretch>
        </p:blipFill>
        <p:spPr>
          <a:xfrm>
            <a:off x="331200" y="5644800"/>
            <a:ext cx="5004000" cy="93421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lvl1pPr>
              <a:defRPr>
                <a:solidFill>
                  <a:schemeClr val="tx1"/>
                </a:solidFill>
              </a:defRPr>
            </a:lvl1p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2151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3 (Full Colour)">
    <p:spTree>
      <p:nvGrpSpPr>
        <p:cNvPr id="1" name=""/>
        <p:cNvGrpSpPr/>
        <p:nvPr/>
      </p:nvGrpSpPr>
      <p:grpSpPr>
        <a:xfrm>
          <a:off x="0" y="0"/>
          <a:ext cx="0" cy="0"/>
          <a:chOff x="0" y="0"/>
          <a:chExt cx="0" cy="0"/>
        </a:xfrm>
      </p:grpSpPr>
      <p:pic>
        <p:nvPicPr>
          <p:cNvPr id="9" name="Picture 8" descr="A colorful background with a yellow circle&#10;&#10;Description automatically generated">
            <a:extLst>
              <a:ext uri="{FF2B5EF4-FFF2-40B4-BE49-F238E27FC236}">
                <a16:creationId xmlns:a16="http://schemas.microsoft.com/office/drawing/2014/main" id="{EC7C65FC-796A-79CD-E261-AD024090098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13901" y="0"/>
            <a:ext cx="25780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2562620868"/>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Full Colour) Light Imag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84E532BC-FF12-A43F-E81B-E040BE32F4D2}"/>
              </a:ext>
            </a:extLst>
          </p:cNvPr>
          <p:cNvSpPr>
            <a:spLocks noGrp="1" noChangeAspect="1"/>
          </p:cNvSpPr>
          <p:nvPr>
            <p:ph type="pic" sz="quarter" idx="10"/>
          </p:nvPr>
        </p:nvSpPr>
        <p:spPr>
          <a:xfrm>
            <a:off x="-2" y="0"/>
            <a:ext cx="11255605" cy="6858000"/>
          </a:xfrm>
          <a:custGeom>
            <a:avLst/>
            <a:gdLst>
              <a:gd name="connsiteX0" fmla="*/ 0 w 2678113"/>
              <a:gd name="connsiteY0" fmla="*/ 0 h 1638300"/>
              <a:gd name="connsiteX1" fmla="*/ 581706 w 2678113"/>
              <a:gd name="connsiteY1" fmla="*/ 0 h 1638300"/>
              <a:gd name="connsiteX2" fmla="*/ 1159634 w 2678113"/>
              <a:gd name="connsiteY2" fmla="*/ 0 h 1638300"/>
              <a:gd name="connsiteX3" fmla="*/ 1741340 w 2678113"/>
              <a:gd name="connsiteY3" fmla="*/ 0 h 1638300"/>
              <a:gd name="connsiteX4" fmla="*/ 2319269 w 2678113"/>
              <a:gd name="connsiteY4" fmla="*/ 0 h 1638300"/>
              <a:gd name="connsiteX5" fmla="*/ 2357042 w 2678113"/>
              <a:gd name="connsiteY5" fmla="*/ 0 h 1638300"/>
              <a:gd name="connsiteX6" fmla="*/ 2319269 w 2678113"/>
              <a:gd name="connsiteY6" fmla="*/ 140317 h 1638300"/>
              <a:gd name="connsiteX7" fmla="*/ 2357042 w 2678113"/>
              <a:gd name="connsiteY7" fmla="*/ 280635 h 1638300"/>
              <a:gd name="connsiteX8" fmla="*/ 2387260 w 2678113"/>
              <a:gd name="connsiteY8" fmla="*/ 326143 h 1638300"/>
              <a:gd name="connsiteX9" fmla="*/ 2576126 w 2678113"/>
              <a:gd name="connsiteY9" fmla="*/ 656079 h 1638300"/>
              <a:gd name="connsiteX10" fmla="*/ 2678113 w 2678113"/>
              <a:gd name="connsiteY10" fmla="*/ 834320 h 1638300"/>
              <a:gd name="connsiteX11" fmla="*/ 2459029 w 2678113"/>
              <a:gd name="connsiteY11" fmla="*/ 860866 h 1638300"/>
              <a:gd name="connsiteX12" fmla="*/ 2349487 w 2678113"/>
              <a:gd name="connsiteY12" fmla="*/ 982222 h 1638300"/>
              <a:gd name="connsiteX13" fmla="*/ 2323046 w 2678113"/>
              <a:gd name="connsiteY13" fmla="*/ 1099785 h 1638300"/>
              <a:gd name="connsiteX14" fmla="*/ 2349487 w 2678113"/>
              <a:gd name="connsiteY14" fmla="*/ 1312157 h 1638300"/>
              <a:gd name="connsiteX15" fmla="*/ 2519466 w 2678113"/>
              <a:gd name="connsiteY15" fmla="*/ 1638300 h 1638300"/>
              <a:gd name="connsiteX16" fmla="*/ 2319269 w 2678113"/>
              <a:gd name="connsiteY16" fmla="*/ 1638300 h 1638300"/>
              <a:gd name="connsiteX17" fmla="*/ 1741340 w 2678113"/>
              <a:gd name="connsiteY17" fmla="*/ 1638300 h 1638300"/>
              <a:gd name="connsiteX18" fmla="*/ 1159634 w 2678113"/>
              <a:gd name="connsiteY18" fmla="*/ 1638300 h 1638300"/>
              <a:gd name="connsiteX19" fmla="*/ 581706 w 2678113"/>
              <a:gd name="connsiteY19" fmla="*/ 1638300 h 1638300"/>
              <a:gd name="connsiteX20" fmla="*/ 0 w 2678113"/>
              <a:gd name="connsiteY20" fmla="*/ 1638300 h 1638300"/>
              <a:gd name="connsiteX21" fmla="*/ 0 w 2678113"/>
              <a:gd name="connsiteY21" fmla="*/ 1312157 h 1638300"/>
              <a:gd name="connsiteX22" fmla="*/ 0 w 2678113"/>
              <a:gd name="connsiteY22" fmla="*/ 982222 h 1638300"/>
              <a:gd name="connsiteX23" fmla="*/ 0 w 2678113"/>
              <a:gd name="connsiteY23" fmla="*/ 656079 h 1638300"/>
              <a:gd name="connsiteX24" fmla="*/ 0 w 2678113"/>
              <a:gd name="connsiteY24" fmla="*/ 326143 h 1638300"/>
              <a:gd name="connsiteX25" fmla="*/ 0 w 2678113"/>
              <a:gd name="connsiteY25"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78113" h="1638300">
                <a:moveTo>
                  <a:pt x="0" y="0"/>
                </a:moveTo>
                <a:cubicBezTo>
                  <a:pt x="0" y="0"/>
                  <a:pt x="0" y="0"/>
                  <a:pt x="581706" y="0"/>
                </a:cubicBezTo>
                <a:cubicBezTo>
                  <a:pt x="581706" y="0"/>
                  <a:pt x="581706" y="0"/>
                  <a:pt x="1159634" y="0"/>
                </a:cubicBezTo>
                <a:cubicBezTo>
                  <a:pt x="1159634" y="0"/>
                  <a:pt x="1159634" y="0"/>
                  <a:pt x="1741340" y="0"/>
                </a:cubicBezTo>
                <a:cubicBezTo>
                  <a:pt x="1741340" y="0"/>
                  <a:pt x="1741340" y="0"/>
                  <a:pt x="2319269" y="0"/>
                </a:cubicBezTo>
                <a:cubicBezTo>
                  <a:pt x="2319269" y="0"/>
                  <a:pt x="2319269" y="0"/>
                  <a:pt x="2357042" y="0"/>
                </a:cubicBezTo>
                <a:cubicBezTo>
                  <a:pt x="2334378" y="41716"/>
                  <a:pt x="2319269" y="91017"/>
                  <a:pt x="2319269" y="140317"/>
                </a:cubicBezTo>
                <a:cubicBezTo>
                  <a:pt x="2319269" y="189618"/>
                  <a:pt x="2334378" y="238919"/>
                  <a:pt x="2357042" y="280635"/>
                </a:cubicBezTo>
                <a:cubicBezTo>
                  <a:pt x="2357042" y="280635"/>
                  <a:pt x="2357042" y="280635"/>
                  <a:pt x="2387260" y="326143"/>
                </a:cubicBezTo>
                <a:cubicBezTo>
                  <a:pt x="2387260" y="326143"/>
                  <a:pt x="2387260" y="326143"/>
                  <a:pt x="2576126" y="656079"/>
                </a:cubicBezTo>
                <a:cubicBezTo>
                  <a:pt x="2576126" y="656079"/>
                  <a:pt x="2576126" y="656079"/>
                  <a:pt x="2678113" y="834320"/>
                </a:cubicBezTo>
                <a:cubicBezTo>
                  <a:pt x="2606344" y="811565"/>
                  <a:pt x="2527021" y="822943"/>
                  <a:pt x="2459029" y="860866"/>
                </a:cubicBezTo>
                <a:cubicBezTo>
                  <a:pt x="2409924" y="887413"/>
                  <a:pt x="2372151" y="932921"/>
                  <a:pt x="2349487" y="982222"/>
                </a:cubicBezTo>
                <a:cubicBezTo>
                  <a:pt x="2330601" y="1020145"/>
                  <a:pt x="2323046" y="1058069"/>
                  <a:pt x="2323046" y="1099785"/>
                </a:cubicBezTo>
                <a:cubicBezTo>
                  <a:pt x="2323046" y="1171840"/>
                  <a:pt x="2334378" y="1243895"/>
                  <a:pt x="2349487" y="1312157"/>
                </a:cubicBezTo>
                <a:cubicBezTo>
                  <a:pt x="2383483" y="1429720"/>
                  <a:pt x="2440143" y="1543491"/>
                  <a:pt x="2519466" y="1638300"/>
                </a:cubicBezTo>
                <a:cubicBezTo>
                  <a:pt x="2519466" y="1638300"/>
                  <a:pt x="2519466" y="1638300"/>
                  <a:pt x="2319269" y="1638300"/>
                </a:cubicBezTo>
                <a:cubicBezTo>
                  <a:pt x="2319269" y="1638300"/>
                  <a:pt x="2319269" y="1638300"/>
                  <a:pt x="1741340" y="1638300"/>
                </a:cubicBezTo>
                <a:cubicBezTo>
                  <a:pt x="1741340" y="1638300"/>
                  <a:pt x="1741340" y="1638300"/>
                  <a:pt x="1159634" y="1638300"/>
                </a:cubicBezTo>
                <a:cubicBezTo>
                  <a:pt x="1159634" y="1638300"/>
                  <a:pt x="1159634" y="1638300"/>
                  <a:pt x="581706" y="1638300"/>
                </a:cubicBezTo>
                <a:cubicBezTo>
                  <a:pt x="581706" y="1638300"/>
                  <a:pt x="581706"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p:spPr>
        <p:txBody>
          <a:bodyPr wrap="square" tIns="360000">
            <a:noAutofit/>
          </a:bodyPr>
          <a:lstStyle>
            <a:lvl1pPr algn="ctr">
              <a:defRPr sz="1400" b="0"/>
            </a:lvl1pPr>
          </a:lstStyle>
          <a:p>
            <a:r>
              <a:rPr lang="en-US"/>
              <a:t>Click icon to add picture</a:t>
            </a:r>
            <a:endParaRPr lang="en-GB" dirty="0"/>
          </a:p>
        </p:txBody>
      </p:sp>
      <p:pic>
        <p:nvPicPr>
          <p:cNvPr id="7" name="Picture 6" descr="A colorful background with a yellow circle&#10;&#10;Description automatically generated">
            <a:extLst>
              <a:ext uri="{FF2B5EF4-FFF2-40B4-BE49-F238E27FC236}">
                <a16:creationId xmlns:a16="http://schemas.microsoft.com/office/drawing/2014/main" id="{1B1FA352-8795-6DB4-2152-036324FBAC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13901" y="0"/>
            <a:ext cx="25780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30786412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Full Colour) Dark Image">
    <p:bg>
      <p:bgPr>
        <a:solidFill>
          <a:srgbClr val="A7A8AA"/>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1C7857F-F7F1-5051-2D7C-555A2F260E0C}"/>
              </a:ext>
            </a:extLst>
          </p:cNvPr>
          <p:cNvSpPr>
            <a:spLocks noGrp="1" noChangeAspect="1"/>
          </p:cNvSpPr>
          <p:nvPr>
            <p:ph type="pic" sz="quarter" idx="10"/>
          </p:nvPr>
        </p:nvSpPr>
        <p:spPr>
          <a:xfrm>
            <a:off x="-2" y="0"/>
            <a:ext cx="11255605" cy="6858000"/>
          </a:xfrm>
          <a:custGeom>
            <a:avLst/>
            <a:gdLst>
              <a:gd name="connsiteX0" fmla="*/ 0 w 2678113"/>
              <a:gd name="connsiteY0" fmla="*/ 0 h 1638300"/>
              <a:gd name="connsiteX1" fmla="*/ 581706 w 2678113"/>
              <a:gd name="connsiteY1" fmla="*/ 0 h 1638300"/>
              <a:gd name="connsiteX2" fmla="*/ 1159634 w 2678113"/>
              <a:gd name="connsiteY2" fmla="*/ 0 h 1638300"/>
              <a:gd name="connsiteX3" fmla="*/ 1741340 w 2678113"/>
              <a:gd name="connsiteY3" fmla="*/ 0 h 1638300"/>
              <a:gd name="connsiteX4" fmla="*/ 2319269 w 2678113"/>
              <a:gd name="connsiteY4" fmla="*/ 0 h 1638300"/>
              <a:gd name="connsiteX5" fmla="*/ 2357042 w 2678113"/>
              <a:gd name="connsiteY5" fmla="*/ 0 h 1638300"/>
              <a:gd name="connsiteX6" fmla="*/ 2319269 w 2678113"/>
              <a:gd name="connsiteY6" fmla="*/ 140317 h 1638300"/>
              <a:gd name="connsiteX7" fmla="*/ 2357042 w 2678113"/>
              <a:gd name="connsiteY7" fmla="*/ 280635 h 1638300"/>
              <a:gd name="connsiteX8" fmla="*/ 2387260 w 2678113"/>
              <a:gd name="connsiteY8" fmla="*/ 326143 h 1638300"/>
              <a:gd name="connsiteX9" fmla="*/ 2576126 w 2678113"/>
              <a:gd name="connsiteY9" fmla="*/ 656079 h 1638300"/>
              <a:gd name="connsiteX10" fmla="*/ 2678113 w 2678113"/>
              <a:gd name="connsiteY10" fmla="*/ 834320 h 1638300"/>
              <a:gd name="connsiteX11" fmla="*/ 2459029 w 2678113"/>
              <a:gd name="connsiteY11" fmla="*/ 860866 h 1638300"/>
              <a:gd name="connsiteX12" fmla="*/ 2349487 w 2678113"/>
              <a:gd name="connsiteY12" fmla="*/ 982222 h 1638300"/>
              <a:gd name="connsiteX13" fmla="*/ 2323046 w 2678113"/>
              <a:gd name="connsiteY13" fmla="*/ 1099785 h 1638300"/>
              <a:gd name="connsiteX14" fmla="*/ 2349487 w 2678113"/>
              <a:gd name="connsiteY14" fmla="*/ 1312157 h 1638300"/>
              <a:gd name="connsiteX15" fmla="*/ 2519466 w 2678113"/>
              <a:gd name="connsiteY15" fmla="*/ 1638300 h 1638300"/>
              <a:gd name="connsiteX16" fmla="*/ 2319269 w 2678113"/>
              <a:gd name="connsiteY16" fmla="*/ 1638300 h 1638300"/>
              <a:gd name="connsiteX17" fmla="*/ 1741340 w 2678113"/>
              <a:gd name="connsiteY17" fmla="*/ 1638300 h 1638300"/>
              <a:gd name="connsiteX18" fmla="*/ 1159634 w 2678113"/>
              <a:gd name="connsiteY18" fmla="*/ 1638300 h 1638300"/>
              <a:gd name="connsiteX19" fmla="*/ 581706 w 2678113"/>
              <a:gd name="connsiteY19" fmla="*/ 1638300 h 1638300"/>
              <a:gd name="connsiteX20" fmla="*/ 0 w 2678113"/>
              <a:gd name="connsiteY20" fmla="*/ 1638300 h 1638300"/>
              <a:gd name="connsiteX21" fmla="*/ 0 w 2678113"/>
              <a:gd name="connsiteY21" fmla="*/ 1312157 h 1638300"/>
              <a:gd name="connsiteX22" fmla="*/ 0 w 2678113"/>
              <a:gd name="connsiteY22" fmla="*/ 982222 h 1638300"/>
              <a:gd name="connsiteX23" fmla="*/ 0 w 2678113"/>
              <a:gd name="connsiteY23" fmla="*/ 656079 h 1638300"/>
              <a:gd name="connsiteX24" fmla="*/ 0 w 2678113"/>
              <a:gd name="connsiteY24" fmla="*/ 326143 h 1638300"/>
              <a:gd name="connsiteX25" fmla="*/ 0 w 2678113"/>
              <a:gd name="connsiteY25"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78113" h="1638300">
                <a:moveTo>
                  <a:pt x="0" y="0"/>
                </a:moveTo>
                <a:cubicBezTo>
                  <a:pt x="0" y="0"/>
                  <a:pt x="0" y="0"/>
                  <a:pt x="581706" y="0"/>
                </a:cubicBezTo>
                <a:cubicBezTo>
                  <a:pt x="581706" y="0"/>
                  <a:pt x="581706" y="0"/>
                  <a:pt x="1159634" y="0"/>
                </a:cubicBezTo>
                <a:cubicBezTo>
                  <a:pt x="1159634" y="0"/>
                  <a:pt x="1159634" y="0"/>
                  <a:pt x="1741340" y="0"/>
                </a:cubicBezTo>
                <a:cubicBezTo>
                  <a:pt x="1741340" y="0"/>
                  <a:pt x="1741340" y="0"/>
                  <a:pt x="2319269" y="0"/>
                </a:cubicBezTo>
                <a:cubicBezTo>
                  <a:pt x="2319269" y="0"/>
                  <a:pt x="2319269" y="0"/>
                  <a:pt x="2357042" y="0"/>
                </a:cubicBezTo>
                <a:cubicBezTo>
                  <a:pt x="2334378" y="41716"/>
                  <a:pt x="2319269" y="91017"/>
                  <a:pt x="2319269" y="140317"/>
                </a:cubicBezTo>
                <a:cubicBezTo>
                  <a:pt x="2319269" y="189618"/>
                  <a:pt x="2334378" y="238919"/>
                  <a:pt x="2357042" y="280635"/>
                </a:cubicBezTo>
                <a:cubicBezTo>
                  <a:pt x="2357042" y="280635"/>
                  <a:pt x="2357042" y="280635"/>
                  <a:pt x="2387260" y="326143"/>
                </a:cubicBezTo>
                <a:cubicBezTo>
                  <a:pt x="2387260" y="326143"/>
                  <a:pt x="2387260" y="326143"/>
                  <a:pt x="2576126" y="656079"/>
                </a:cubicBezTo>
                <a:cubicBezTo>
                  <a:pt x="2576126" y="656079"/>
                  <a:pt x="2576126" y="656079"/>
                  <a:pt x="2678113" y="834320"/>
                </a:cubicBezTo>
                <a:cubicBezTo>
                  <a:pt x="2606344" y="811565"/>
                  <a:pt x="2527021" y="822943"/>
                  <a:pt x="2459029" y="860866"/>
                </a:cubicBezTo>
                <a:cubicBezTo>
                  <a:pt x="2409924" y="887413"/>
                  <a:pt x="2372151" y="932921"/>
                  <a:pt x="2349487" y="982222"/>
                </a:cubicBezTo>
                <a:cubicBezTo>
                  <a:pt x="2330601" y="1020145"/>
                  <a:pt x="2323046" y="1058069"/>
                  <a:pt x="2323046" y="1099785"/>
                </a:cubicBezTo>
                <a:cubicBezTo>
                  <a:pt x="2323046" y="1171840"/>
                  <a:pt x="2334378" y="1243895"/>
                  <a:pt x="2349487" y="1312157"/>
                </a:cubicBezTo>
                <a:cubicBezTo>
                  <a:pt x="2383483" y="1429720"/>
                  <a:pt x="2440143" y="1543491"/>
                  <a:pt x="2519466" y="1638300"/>
                </a:cubicBezTo>
                <a:cubicBezTo>
                  <a:pt x="2519466" y="1638300"/>
                  <a:pt x="2519466" y="1638300"/>
                  <a:pt x="2319269" y="1638300"/>
                </a:cubicBezTo>
                <a:cubicBezTo>
                  <a:pt x="2319269" y="1638300"/>
                  <a:pt x="2319269" y="1638300"/>
                  <a:pt x="1741340" y="1638300"/>
                </a:cubicBezTo>
                <a:cubicBezTo>
                  <a:pt x="1741340" y="1638300"/>
                  <a:pt x="1741340" y="1638300"/>
                  <a:pt x="1159634" y="1638300"/>
                </a:cubicBezTo>
                <a:cubicBezTo>
                  <a:pt x="1159634" y="1638300"/>
                  <a:pt x="1159634" y="1638300"/>
                  <a:pt x="581706" y="1638300"/>
                </a:cubicBezTo>
                <a:cubicBezTo>
                  <a:pt x="581706" y="1638300"/>
                  <a:pt x="581706" y="1638300"/>
                  <a:pt x="0" y="1638300"/>
                </a:cubicBezTo>
                <a:cubicBezTo>
                  <a:pt x="0" y="1638300"/>
                  <a:pt x="0" y="1638300"/>
                  <a:pt x="0" y="1312157"/>
                </a:cubicBezTo>
                <a:cubicBezTo>
                  <a:pt x="0" y="1312157"/>
                  <a:pt x="0" y="1312157"/>
                  <a:pt x="0" y="982222"/>
                </a:cubicBezTo>
                <a:cubicBezTo>
                  <a:pt x="0" y="982222"/>
                  <a:pt x="0" y="982222"/>
                  <a:pt x="0" y="656079"/>
                </a:cubicBezTo>
                <a:cubicBezTo>
                  <a:pt x="0" y="656079"/>
                  <a:pt x="0" y="656079"/>
                  <a:pt x="0" y="326143"/>
                </a:cubicBezTo>
                <a:cubicBezTo>
                  <a:pt x="0" y="326143"/>
                  <a:pt x="0" y="326143"/>
                  <a:pt x="0" y="0"/>
                </a:cubicBezTo>
                <a:close/>
              </a:path>
            </a:pathLst>
          </a:custGeom>
        </p:spPr>
        <p:txBody>
          <a:bodyPr wrap="square" tIns="360000">
            <a:noAutofit/>
          </a:bodyPr>
          <a:lstStyle>
            <a:lvl1pPr algn="ctr">
              <a:defRPr sz="1400" b="0">
                <a:solidFill>
                  <a:schemeClr val="bg1"/>
                </a:solidFill>
              </a:defRPr>
            </a:lvl1pPr>
          </a:lstStyle>
          <a:p>
            <a:r>
              <a:rPr lang="en-US"/>
              <a:t>Click icon to add picture</a:t>
            </a:r>
            <a:endParaRPr lang="en-GB" dirty="0"/>
          </a:p>
        </p:txBody>
      </p:sp>
      <p:pic>
        <p:nvPicPr>
          <p:cNvPr id="4" name="Picture 3" descr="A colorful background with a yellow circle&#10;&#10;Description automatically generated">
            <a:extLst>
              <a:ext uri="{FF2B5EF4-FFF2-40B4-BE49-F238E27FC236}">
                <a16:creationId xmlns:a16="http://schemas.microsoft.com/office/drawing/2014/main" id="{732627F9-F370-0591-C057-AF446D065C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13901" y="0"/>
            <a:ext cx="2578099" cy="6858000"/>
          </a:xfrm>
          <a:prstGeom prst="rect">
            <a:avLst/>
          </a:prstGeom>
        </p:spPr>
      </p:pic>
      <p:pic>
        <p:nvPicPr>
          <p:cNvPr id="7" name="Picture 6">
            <a:extLst>
              <a:ext uri="{FF2B5EF4-FFF2-40B4-BE49-F238E27FC236}">
                <a16:creationId xmlns:a16="http://schemas.microsoft.com/office/drawing/2014/main" id="{68BF5FAE-D19B-68EB-DD60-A7A23884BAF7}"/>
              </a:ext>
            </a:extLst>
          </p:cNvPr>
          <p:cNvPicPr>
            <a:picLocks noChangeAspect="1"/>
          </p:cNvPicPr>
          <p:nvPr userDrawn="1"/>
        </p:nvPicPr>
        <p:blipFill>
          <a:blip r:embed="rId3"/>
          <a:stretch>
            <a:fillRect/>
          </a:stretch>
        </p:blipFill>
        <p:spPr>
          <a:xfrm>
            <a:off x="331200" y="5644800"/>
            <a:ext cx="5004000" cy="93421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lvl1pPr>
              <a:defRPr>
                <a:solidFill>
                  <a:schemeClr val="tx1"/>
                </a:solidFill>
              </a:defRPr>
            </a:lvl1p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5180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4 (Full Colour)">
    <p:spTree>
      <p:nvGrpSpPr>
        <p:cNvPr id="1" name=""/>
        <p:cNvGrpSpPr/>
        <p:nvPr/>
      </p:nvGrpSpPr>
      <p:grpSpPr>
        <a:xfrm>
          <a:off x="0" y="0"/>
          <a:ext cx="0" cy="0"/>
          <a:chOff x="0" y="0"/>
          <a:chExt cx="0" cy="0"/>
        </a:xfrm>
      </p:grpSpPr>
      <p:pic>
        <p:nvPicPr>
          <p:cNvPr id="9" name="Picture 8" descr="A colorful circles and a black background&#10;&#10;Description automatically generated">
            <a:extLst>
              <a:ext uri="{FF2B5EF4-FFF2-40B4-BE49-F238E27FC236}">
                <a16:creationId xmlns:a16="http://schemas.microsoft.com/office/drawing/2014/main" id="{BA64FC08-ECEA-0F90-AB3C-91D0BF3F308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0" y="0"/>
            <a:ext cx="3048000"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72433776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4 (Full Colour) Light Image">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6B533BC5-90F7-C111-CF8F-08F5D15E7D83}"/>
              </a:ext>
            </a:extLst>
          </p:cNvPr>
          <p:cNvSpPr>
            <a:spLocks noGrp="1" noChangeAspect="1"/>
          </p:cNvSpPr>
          <p:nvPr>
            <p:ph type="pic" sz="quarter" idx="10"/>
          </p:nvPr>
        </p:nvSpPr>
        <p:spPr>
          <a:xfrm>
            <a:off x="0" y="0"/>
            <a:ext cx="12198286" cy="6858000"/>
          </a:xfrm>
          <a:custGeom>
            <a:avLst/>
            <a:gdLst>
              <a:gd name="connsiteX0" fmla="*/ 0 w 2901950"/>
              <a:gd name="connsiteY0" fmla="*/ 0 h 1638300"/>
              <a:gd name="connsiteX1" fmla="*/ 581902 w 2901950"/>
              <a:gd name="connsiteY1" fmla="*/ 0 h 1638300"/>
              <a:gd name="connsiteX2" fmla="*/ 1160024 w 2901950"/>
              <a:gd name="connsiteY2" fmla="*/ 0 h 1638300"/>
              <a:gd name="connsiteX3" fmla="*/ 1741926 w 2901950"/>
              <a:gd name="connsiteY3" fmla="*/ 0 h 1638300"/>
              <a:gd name="connsiteX4" fmla="*/ 2320049 w 2901950"/>
              <a:gd name="connsiteY4" fmla="*/ 0 h 1638300"/>
              <a:gd name="connsiteX5" fmla="*/ 2901950 w 2901950"/>
              <a:gd name="connsiteY5" fmla="*/ 0 h 1638300"/>
              <a:gd name="connsiteX6" fmla="*/ 2901950 w 2901950"/>
              <a:gd name="connsiteY6" fmla="*/ 326143 h 1638300"/>
              <a:gd name="connsiteX7" fmla="*/ 2728135 w 2901950"/>
              <a:gd name="connsiteY7" fmla="*/ 390613 h 1638300"/>
              <a:gd name="connsiteX8" fmla="*/ 2641228 w 2901950"/>
              <a:gd name="connsiteY8" fmla="*/ 511969 h 1638300"/>
              <a:gd name="connsiteX9" fmla="*/ 2588328 w 2901950"/>
              <a:gd name="connsiteY9" fmla="*/ 656079 h 1638300"/>
              <a:gd name="connsiteX10" fmla="*/ 2459856 w 2901950"/>
              <a:gd name="connsiteY10" fmla="*/ 982222 h 1638300"/>
              <a:gd name="connsiteX11" fmla="*/ 2433406 w 2901950"/>
              <a:gd name="connsiteY11" fmla="*/ 1054277 h 1638300"/>
              <a:gd name="connsiteX12" fmla="*/ 2335163 w 2901950"/>
              <a:gd name="connsiteY12" fmla="*/ 1308365 h 1638300"/>
              <a:gd name="connsiteX13" fmla="*/ 2320049 w 2901950"/>
              <a:gd name="connsiteY13" fmla="*/ 1350081 h 1638300"/>
              <a:gd name="connsiteX14" fmla="*/ 2225584 w 2901950"/>
              <a:gd name="connsiteY14" fmla="*/ 1596584 h 1638300"/>
              <a:gd name="connsiteX15" fmla="*/ 2214248 w 2901950"/>
              <a:gd name="connsiteY15" fmla="*/ 1638300 h 1638300"/>
              <a:gd name="connsiteX16" fmla="*/ 1741926 w 2901950"/>
              <a:gd name="connsiteY16" fmla="*/ 1638300 h 1638300"/>
              <a:gd name="connsiteX17" fmla="*/ 1160024 w 2901950"/>
              <a:gd name="connsiteY17" fmla="*/ 1638300 h 1638300"/>
              <a:gd name="connsiteX18" fmla="*/ 581902 w 2901950"/>
              <a:gd name="connsiteY18" fmla="*/ 1638300 h 1638300"/>
              <a:gd name="connsiteX19" fmla="*/ 0 w 2901950"/>
              <a:gd name="connsiteY19" fmla="*/ 1638300 h 1638300"/>
              <a:gd name="connsiteX20" fmla="*/ 0 w 2901950"/>
              <a:gd name="connsiteY20" fmla="*/ 1308365 h 1638300"/>
              <a:gd name="connsiteX21" fmla="*/ 0 w 2901950"/>
              <a:gd name="connsiteY21" fmla="*/ 982222 h 1638300"/>
              <a:gd name="connsiteX22" fmla="*/ 0 w 2901950"/>
              <a:gd name="connsiteY22" fmla="*/ 656079 h 1638300"/>
              <a:gd name="connsiteX23" fmla="*/ 0 w 2901950"/>
              <a:gd name="connsiteY23" fmla="*/ 326143 h 1638300"/>
              <a:gd name="connsiteX24" fmla="*/ 0 w 2901950"/>
              <a:gd name="connsiteY24"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01950" h="1638300">
                <a:moveTo>
                  <a:pt x="0" y="0"/>
                </a:moveTo>
                <a:cubicBezTo>
                  <a:pt x="0" y="0"/>
                  <a:pt x="0" y="0"/>
                  <a:pt x="581902" y="0"/>
                </a:cubicBezTo>
                <a:cubicBezTo>
                  <a:pt x="581902" y="0"/>
                  <a:pt x="581902" y="0"/>
                  <a:pt x="1160024" y="0"/>
                </a:cubicBezTo>
                <a:cubicBezTo>
                  <a:pt x="1160024" y="0"/>
                  <a:pt x="1160024" y="0"/>
                  <a:pt x="1741926" y="0"/>
                </a:cubicBezTo>
                <a:cubicBezTo>
                  <a:pt x="1741926" y="0"/>
                  <a:pt x="1741926" y="0"/>
                  <a:pt x="2320049" y="0"/>
                </a:cubicBezTo>
                <a:lnTo>
                  <a:pt x="2901950" y="0"/>
                </a:lnTo>
                <a:cubicBezTo>
                  <a:pt x="2901950" y="0"/>
                  <a:pt x="2901950" y="0"/>
                  <a:pt x="2901950" y="326143"/>
                </a:cubicBezTo>
                <a:cubicBezTo>
                  <a:pt x="2841493" y="329936"/>
                  <a:pt x="2777257" y="352690"/>
                  <a:pt x="2728135" y="390613"/>
                </a:cubicBezTo>
                <a:cubicBezTo>
                  <a:pt x="2690350" y="424745"/>
                  <a:pt x="2660121" y="466461"/>
                  <a:pt x="2641228" y="511969"/>
                </a:cubicBezTo>
                <a:cubicBezTo>
                  <a:pt x="2641228" y="511969"/>
                  <a:pt x="2641228" y="511969"/>
                  <a:pt x="2588328" y="656079"/>
                </a:cubicBezTo>
                <a:cubicBezTo>
                  <a:pt x="2588328" y="656079"/>
                  <a:pt x="2588328" y="656079"/>
                  <a:pt x="2459856" y="982222"/>
                </a:cubicBezTo>
                <a:cubicBezTo>
                  <a:pt x="2459856" y="982222"/>
                  <a:pt x="2459856" y="982222"/>
                  <a:pt x="2433406" y="1054277"/>
                </a:cubicBezTo>
                <a:cubicBezTo>
                  <a:pt x="2433406" y="1054277"/>
                  <a:pt x="2433406" y="1054277"/>
                  <a:pt x="2335163" y="1308365"/>
                </a:cubicBezTo>
                <a:cubicBezTo>
                  <a:pt x="2335163" y="1308365"/>
                  <a:pt x="2335163" y="1308365"/>
                  <a:pt x="2320049" y="1350081"/>
                </a:cubicBezTo>
                <a:cubicBezTo>
                  <a:pt x="2320049" y="1350081"/>
                  <a:pt x="2320049" y="1350081"/>
                  <a:pt x="2225584" y="1596584"/>
                </a:cubicBezTo>
                <a:cubicBezTo>
                  <a:pt x="2221806" y="1607961"/>
                  <a:pt x="2218027" y="1623131"/>
                  <a:pt x="2214248" y="1638300"/>
                </a:cubicBezTo>
                <a:cubicBezTo>
                  <a:pt x="2214248" y="1638300"/>
                  <a:pt x="2214248" y="1638300"/>
                  <a:pt x="1741926" y="1638300"/>
                </a:cubicBezTo>
                <a:cubicBezTo>
                  <a:pt x="1741926" y="1638300"/>
                  <a:pt x="1741926" y="1638300"/>
                  <a:pt x="1160024" y="1638300"/>
                </a:cubicBezTo>
                <a:cubicBezTo>
                  <a:pt x="1160024" y="1638300"/>
                  <a:pt x="1160024" y="1638300"/>
                  <a:pt x="581902" y="1638300"/>
                </a:cubicBezTo>
                <a:cubicBezTo>
                  <a:pt x="581902" y="1638300"/>
                  <a:pt x="581902" y="1638300"/>
                  <a:pt x="0" y="1638300"/>
                </a:cubicBezTo>
                <a:cubicBezTo>
                  <a:pt x="0" y="1638300"/>
                  <a:pt x="0" y="1638300"/>
                  <a:pt x="0" y="1308365"/>
                </a:cubicBezTo>
                <a:cubicBezTo>
                  <a:pt x="0" y="1308365"/>
                  <a:pt x="0" y="1308365"/>
                  <a:pt x="0" y="982222"/>
                </a:cubicBezTo>
                <a:cubicBezTo>
                  <a:pt x="0" y="982222"/>
                  <a:pt x="0" y="982222"/>
                  <a:pt x="0" y="656079"/>
                </a:cubicBezTo>
                <a:cubicBezTo>
                  <a:pt x="0" y="656079"/>
                  <a:pt x="0" y="656079"/>
                  <a:pt x="0" y="326143"/>
                </a:cubicBezTo>
                <a:cubicBezTo>
                  <a:pt x="0" y="326143"/>
                  <a:pt x="0" y="326143"/>
                  <a:pt x="0" y="0"/>
                </a:cubicBezTo>
                <a:close/>
              </a:path>
            </a:pathLst>
          </a:custGeom>
          <a:noFill/>
        </p:spPr>
        <p:txBody>
          <a:bodyPr wrap="square" tIns="360000">
            <a:noAutofit/>
          </a:bodyPr>
          <a:lstStyle>
            <a:lvl1pPr algn="ctr">
              <a:defRPr sz="1400" b="0"/>
            </a:lvl1pPr>
          </a:lstStyle>
          <a:p>
            <a:r>
              <a:rPr lang="en-US"/>
              <a:t>Click icon to add picture</a:t>
            </a:r>
            <a:endParaRPr lang="en-GB" dirty="0"/>
          </a:p>
        </p:txBody>
      </p:sp>
      <p:pic>
        <p:nvPicPr>
          <p:cNvPr id="7" name="Picture 6" descr="A colorful circles and a black background&#10;&#10;Description automatically generated">
            <a:extLst>
              <a:ext uri="{FF2B5EF4-FFF2-40B4-BE49-F238E27FC236}">
                <a16:creationId xmlns:a16="http://schemas.microsoft.com/office/drawing/2014/main" id="{E3B2E7AF-7F6F-7319-5894-01BE4B13460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0" y="0"/>
            <a:ext cx="3048000"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640071798"/>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4 (Full Colour) Dark Image">
    <p:bg>
      <p:bgPr>
        <a:solidFill>
          <a:srgbClr val="A7A8AA"/>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A0AA0A-BF81-ACA8-E016-4EE23C249B75}"/>
              </a:ext>
            </a:extLst>
          </p:cNvPr>
          <p:cNvSpPr>
            <a:spLocks noGrp="1" noChangeAspect="1"/>
          </p:cNvSpPr>
          <p:nvPr>
            <p:ph type="pic" sz="quarter" idx="10"/>
          </p:nvPr>
        </p:nvSpPr>
        <p:spPr>
          <a:xfrm>
            <a:off x="0" y="0"/>
            <a:ext cx="12198286" cy="6858000"/>
          </a:xfrm>
          <a:custGeom>
            <a:avLst/>
            <a:gdLst>
              <a:gd name="connsiteX0" fmla="*/ 0 w 2901950"/>
              <a:gd name="connsiteY0" fmla="*/ 0 h 1638300"/>
              <a:gd name="connsiteX1" fmla="*/ 581902 w 2901950"/>
              <a:gd name="connsiteY1" fmla="*/ 0 h 1638300"/>
              <a:gd name="connsiteX2" fmla="*/ 1160024 w 2901950"/>
              <a:gd name="connsiteY2" fmla="*/ 0 h 1638300"/>
              <a:gd name="connsiteX3" fmla="*/ 1741926 w 2901950"/>
              <a:gd name="connsiteY3" fmla="*/ 0 h 1638300"/>
              <a:gd name="connsiteX4" fmla="*/ 2320049 w 2901950"/>
              <a:gd name="connsiteY4" fmla="*/ 0 h 1638300"/>
              <a:gd name="connsiteX5" fmla="*/ 2901950 w 2901950"/>
              <a:gd name="connsiteY5" fmla="*/ 0 h 1638300"/>
              <a:gd name="connsiteX6" fmla="*/ 2901950 w 2901950"/>
              <a:gd name="connsiteY6" fmla="*/ 326143 h 1638300"/>
              <a:gd name="connsiteX7" fmla="*/ 2728135 w 2901950"/>
              <a:gd name="connsiteY7" fmla="*/ 390613 h 1638300"/>
              <a:gd name="connsiteX8" fmla="*/ 2641228 w 2901950"/>
              <a:gd name="connsiteY8" fmla="*/ 511969 h 1638300"/>
              <a:gd name="connsiteX9" fmla="*/ 2588328 w 2901950"/>
              <a:gd name="connsiteY9" fmla="*/ 656079 h 1638300"/>
              <a:gd name="connsiteX10" fmla="*/ 2459856 w 2901950"/>
              <a:gd name="connsiteY10" fmla="*/ 982222 h 1638300"/>
              <a:gd name="connsiteX11" fmla="*/ 2433406 w 2901950"/>
              <a:gd name="connsiteY11" fmla="*/ 1054277 h 1638300"/>
              <a:gd name="connsiteX12" fmla="*/ 2335163 w 2901950"/>
              <a:gd name="connsiteY12" fmla="*/ 1308365 h 1638300"/>
              <a:gd name="connsiteX13" fmla="*/ 2320049 w 2901950"/>
              <a:gd name="connsiteY13" fmla="*/ 1350081 h 1638300"/>
              <a:gd name="connsiteX14" fmla="*/ 2225584 w 2901950"/>
              <a:gd name="connsiteY14" fmla="*/ 1596584 h 1638300"/>
              <a:gd name="connsiteX15" fmla="*/ 2214248 w 2901950"/>
              <a:gd name="connsiteY15" fmla="*/ 1638300 h 1638300"/>
              <a:gd name="connsiteX16" fmla="*/ 1741926 w 2901950"/>
              <a:gd name="connsiteY16" fmla="*/ 1638300 h 1638300"/>
              <a:gd name="connsiteX17" fmla="*/ 1160024 w 2901950"/>
              <a:gd name="connsiteY17" fmla="*/ 1638300 h 1638300"/>
              <a:gd name="connsiteX18" fmla="*/ 581902 w 2901950"/>
              <a:gd name="connsiteY18" fmla="*/ 1638300 h 1638300"/>
              <a:gd name="connsiteX19" fmla="*/ 0 w 2901950"/>
              <a:gd name="connsiteY19" fmla="*/ 1638300 h 1638300"/>
              <a:gd name="connsiteX20" fmla="*/ 0 w 2901950"/>
              <a:gd name="connsiteY20" fmla="*/ 1308365 h 1638300"/>
              <a:gd name="connsiteX21" fmla="*/ 0 w 2901950"/>
              <a:gd name="connsiteY21" fmla="*/ 982222 h 1638300"/>
              <a:gd name="connsiteX22" fmla="*/ 0 w 2901950"/>
              <a:gd name="connsiteY22" fmla="*/ 656079 h 1638300"/>
              <a:gd name="connsiteX23" fmla="*/ 0 w 2901950"/>
              <a:gd name="connsiteY23" fmla="*/ 326143 h 1638300"/>
              <a:gd name="connsiteX24" fmla="*/ 0 w 2901950"/>
              <a:gd name="connsiteY24"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01950" h="1638300">
                <a:moveTo>
                  <a:pt x="0" y="0"/>
                </a:moveTo>
                <a:cubicBezTo>
                  <a:pt x="0" y="0"/>
                  <a:pt x="0" y="0"/>
                  <a:pt x="581902" y="0"/>
                </a:cubicBezTo>
                <a:cubicBezTo>
                  <a:pt x="581902" y="0"/>
                  <a:pt x="581902" y="0"/>
                  <a:pt x="1160024" y="0"/>
                </a:cubicBezTo>
                <a:cubicBezTo>
                  <a:pt x="1160024" y="0"/>
                  <a:pt x="1160024" y="0"/>
                  <a:pt x="1741926" y="0"/>
                </a:cubicBezTo>
                <a:cubicBezTo>
                  <a:pt x="1741926" y="0"/>
                  <a:pt x="1741926" y="0"/>
                  <a:pt x="2320049" y="0"/>
                </a:cubicBezTo>
                <a:lnTo>
                  <a:pt x="2901950" y="0"/>
                </a:lnTo>
                <a:cubicBezTo>
                  <a:pt x="2901950" y="0"/>
                  <a:pt x="2901950" y="0"/>
                  <a:pt x="2901950" y="326143"/>
                </a:cubicBezTo>
                <a:cubicBezTo>
                  <a:pt x="2841493" y="329936"/>
                  <a:pt x="2777257" y="352690"/>
                  <a:pt x="2728135" y="390613"/>
                </a:cubicBezTo>
                <a:cubicBezTo>
                  <a:pt x="2690350" y="424745"/>
                  <a:pt x="2660121" y="466461"/>
                  <a:pt x="2641228" y="511969"/>
                </a:cubicBezTo>
                <a:cubicBezTo>
                  <a:pt x="2641228" y="511969"/>
                  <a:pt x="2641228" y="511969"/>
                  <a:pt x="2588328" y="656079"/>
                </a:cubicBezTo>
                <a:cubicBezTo>
                  <a:pt x="2588328" y="656079"/>
                  <a:pt x="2588328" y="656079"/>
                  <a:pt x="2459856" y="982222"/>
                </a:cubicBezTo>
                <a:cubicBezTo>
                  <a:pt x="2459856" y="982222"/>
                  <a:pt x="2459856" y="982222"/>
                  <a:pt x="2433406" y="1054277"/>
                </a:cubicBezTo>
                <a:cubicBezTo>
                  <a:pt x="2433406" y="1054277"/>
                  <a:pt x="2433406" y="1054277"/>
                  <a:pt x="2335163" y="1308365"/>
                </a:cubicBezTo>
                <a:cubicBezTo>
                  <a:pt x="2335163" y="1308365"/>
                  <a:pt x="2335163" y="1308365"/>
                  <a:pt x="2320049" y="1350081"/>
                </a:cubicBezTo>
                <a:cubicBezTo>
                  <a:pt x="2320049" y="1350081"/>
                  <a:pt x="2320049" y="1350081"/>
                  <a:pt x="2225584" y="1596584"/>
                </a:cubicBezTo>
                <a:cubicBezTo>
                  <a:pt x="2221806" y="1607961"/>
                  <a:pt x="2218027" y="1623131"/>
                  <a:pt x="2214248" y="1638300"/>
                </a:cubicBezTo>
                <a:cubicBezTo>
                  <a:pt x="2214248" y="1638300"/>
                  <a:pt x="2214248" y="1638300"/>
                  <a:pt x="1741926" y="1638300"/>
                </a:cubicBezTo>
                <a:cubicBezTo>
                  <a:pt x="1741926" y="1638300"/>
                  <a:pt x="1741926" y="1638300"/>
                  <a:pt x="1160024" y="1638300"/>
                </a:cubicBezTo>
                <a:cubicBezTo>
                  <a:pt x="1160024" y="1638300"/>
                  <a:pt x="1160024" y="1638300"/>
                  <a:pt x="581902" y="1638300"/>
                </a:cubicBezTo>
                <a:cubicBezTo>
                  <a:pt x="581902" y="1638300"/>
                  <a:pt x="581902" y="1638300"/>
                  <a:pt x="0" y="1638300"/>
                </a:cubicBezTo>
                <a:cubicBezTo>
                  <a:pt x="0" y="1638300"/>
                  <a:pt x="0" y="1638300"/>
                  <a:pt x="0" y="1308365"/>
                </a:cubicBezTo>
                <a:cubicBezTo>
                  <a:pt x="0" y="1308365"/>
                  <a:pt x="0" y="1308365"/>
                  <a:pt x="0" y="982222"/>
                </a:cubicBezTo>
                <a:cubicBezTo>
                  <a:pt x="0" y="982222"/>
                  <a:pt x="0" y="982222"/>
                  <a:pt x="0" y="656079"/>
                </a:cubicBezTo>
                <a:cubicBezTo>
                  <a:pt x="0" y="656079"/>
                  <a:pt x="0" y="656079"/>
                  <a:pt x="0" y="326143"/>
                </a:cubicBezTo>
                <a:cubicBezTo>
                  <a:pt x="0" y="326143"/>
                  <a:pt x="0" y="326143"/>
                  <a:pt x="0" y="0"/>
                </a:cubicBezTo>
                <a:close/>
              </a:path>
            </a:pathLst>
          </a:custGeom>
          <a:noFill/>
        </p:spPr>
        <p:txBody>
          <a:bodyPr wrap="square" tIns="360000">
            <a:noAutofit/>
          </a:bodyPr>
          <a:lstStyle>
            <a:lvl1pPr algn="ctr">
              <a:defRPr sz="1400" b="0">
                <a:solidFill>
                  <a:schemeClr val="bg1"/>
                </a:solidFill>
              </a:defRPr>
            </a:lvl1pPr>
          </a:lstStyle>
          <a:p>
            <a:r>
              <a:rPr lang="en-US"/>
              <a:t>Click icon to add picture</a:t>
            </a:r>
            <a:endParaRPr lang="en-GB" dirty="0"/>
          </a:p>
        </p:txBody>
      </p:sp>
      <p:pic>
        <p:nvPicPr>
          <p:cNvPr id="4" name="Picture 3" descr="A colorful circles and a black background&#10;&#10;Description automatically generated">
            <a:extLst>
              <a:ext uri="{FF2B5EF4-FFF2-40B4-BE49-F238E27FC236}">
                <a16:creationId xmlns:a16="http://schemas.microsoft.com/office/drawing/2014/main" id="{3A6839E8-C4DA-B75E-95D4-3470D67610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0" y="0"/>
            <a:ext cx="3048000" cy="6858000"/>
          </a:xfrm>
          <a:prstGeom prst="rect">
            <a:avLst/>
          </a:prstGeom>
        </p:spPr>
      </p:pic>
      <p:pic>
        <p:nvPicPr>
          <p:cNvPr id="7" name="Picture 6">
            <a:extLst>
              <a:ext uri="{FF2B5EF4-FFF2-40B4-BE49-F238E27FC236}">
                <a16:creationId xmlns:a16="http://schemas.microsoft.com/office/drawing/2014/main" id="{68BF5FAE-D19B-68EB-DD60-A7A23884BAF7}"/>
              </a:ext>
            </a:extLst>
          </p:cNvPr>
          <p:cNvPicPr>
            <a:picLocks noChangeAspect="1"/>
          </p:cNvPicPr>
          <p:nvPr userDrawn="1"/>
        </p:nvPicPr>
        <p:blipFill>
          <a:blip r:embed="rId3"/>
          <a:stretch>
            <a:fillRect/>
          </a:stretch>
        </p:blipFill>
        <p:spPr>
          <a:xfrm>
            <a:off x="331200" y="5644800"/>
            <a:ext cx="5004000" cy="93421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lvl1pPr>
              <a:defRPr>
                <a:solidFill>
                  <a:schemeClr val="tx1"/>
                </a:solidFill>
              </a:defRPr>
            </a:lvl1p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986068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5">
    <p:spTree>
      <p:nvGrpSpPr>
        <p:cNvPr id="1" name=""/>
        <p:cNvGrpSpPr/>
        <p:nvPr/>
      </p:nvGrpSpPr>
      <p:grpSpPr>
        <a:xfrm>
          <a:off x="0" y="0"/>
          <a:ext cx="0" cy="0"/>
          <a:chOff x="0" y="0"/>
          <a:chExt cx="0" cy="0"/>
        </a:xfrm>
      </p:grpSpPr>
      <p:pic>
        <p:nvPicPr>
          <p:cNvPr id="10" name="Picture 9" descr="A yellow and orange curved object&#10;&#10;Description automatically generated">
            <a:extLst>
              <a:ext uri="{FF2B5EF4-FFF2-40B4-BE49-F238E27FC236}">
                <a16:creationId xmlns:a16="http://schemas.microsoft.com/office/drawing/2014/main" id="{3E5D2A65-B6A1-B307-849A-B908EBCF9E1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48842" y="4776791"/>
            <a:ext cx="3348165" cy="2081210"/>
          </a:xfrm>
          <a:prstGeom prst="rect">
            <a:avLst/>
          </a:prstGeom>
        </p:spPr>
      </p:pic>
      <p:sp>
        <p:nvSpPr>
          <p:cNvPr id="7" name="Picture Placeholder 6">
            <a:extLst>
              <a:ext uri="{FF2B5EF4-FFF2-40B4-BE49-F238E27FC236}">
                <a16:creationId xmlns:a16="http://schemas.microsoft.com/office/drawing/2014/main" id="{BFA25391-214F-BAE1-D237-9A5DA6730DEC}"/>
              </a:ext>
            </a:extLst>
          </p:cNvPr>
          <p:cNvSpPr>
            <a:spLocks noGrp="1" noChangeAspect="1"/>
          </p:cNvSpPr>
          <p:nvPr>
            <p:ph type="pic" sz="quarter" idx="10"/>
          </p:nvPr>
        </p:nvSpPr>
        <p:spPr>
          <a:xfrm>
            <a:off x="5428529" y="0"/>
            <a:ext cx="6763471" cy="6858000"/>
          </a:xfrm>
          <a:custGeom>
            <a:avLst/>
            <a:gdLst>
              <a:gd name="connsiteX0" fmla="*/ 377459 w 3359817"/>
              <a:gd name="connsiteY0" fmla="*/ 0 h 3406775"/>
              <a:gd name="connsiteX1" fmla="*/ 3359817 w 3359817"/>
              <a:gd name="connsiteY1" fmla="*/ 0 h 3406775"/>
              <a:gd name="connsiteX2" fmla="*/ 3359817 w 3359817"/>
              <a:gd name="connsiteY2" fmla="*/ 3406775 h 3406775"/>
              <a:gd name="connsiteX3" fmla="*/ 2223681 w 3359817"/>
              <a:gd name="connsiteY3" fmla="*/ 3406775 h 3406775"/>
              <a:gd name="connsiteX4" fmla="*/ 740392 w 3359817"/>
              <a:gd name="connsiteY4" fmla="*/ 2562967 h 3406775"/>
              <a:gd name="connsiteX5" fmla="*/ 46086 w 3359817"/>
              <a:gd name="connsiteY5" fmla="*/ 1939969 h 3406775"/>
              <a:gd name="connsiteX6" fmla="*/ 235442 w 3359817"/>
              <a:gd name="connsiteY6" fmla="*/ 1033073 h 3406775"/>
              <a:gd name="connsiteX7" fmla="*/ 424798 w 3359817"/>
              <a:gd name="connsiteY7" fmla="*/ 126177 h 3406775"/>
              <a:gd name="connsiteX8" fmla="*/ 377459 w 3359817"/>
              <a:gd name="connsiteY8" fmla="*/ 0 h 34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9817" h="3406775">
                <a:moveTo>
                  <a:pt x="377459" y="0"/>
                </a:moveTo>
                <a:lnTo>
                  <a:pt x="3359817" y="0"/>
                </a:lnTo>
                <a:cubicBezTo>
                  <a:pt x="3359817" y="3406775"/>
                  <a:pt x="3359817" y="3406775"/>
                  <a:pt x="3359817" y="3406775"/>
                </a:cubicBezTo>
                <a:cubicBezTo>
                  <a:pt x="2223681" y="3406775"/>
                  <a:pt x="2223681" y="3406775"/>
                  <a:pt x="2223681" y="3406775"/>
                </a:cubicBezTo>
                <a:cubicBezTo>
                  <a:pt x="1837079" y="2980928"/>
                  <a:pt x="1324239" y="2681258"/>
                  <a:pt x="740392" y="2562967"/>
                </a:cubicBezTo>
                <a:cubicBezTo>
                  <a:pt x="416908" y="2491993"/>
                  <a:pt x="148654" y="2255411"/>
                  <a:pt x="46086" y="1939969"/>
                </a:cubicBezTo>
                <a:cubicBezTo>
                  <a:pt x="-56482" y="1624527"/>
                  <a:pt x="14527" y="1277541"/>
                  <a:pt x="235442" y="1033073"/>
                </a:cubicBezTo>
                <a:cubicBezTo>
                  <a:pt x="456358" y="788605"/>
                  <a:pt x="535256" y="441619"/>
                  <a:pt x="424798" y="126177"/>
                </a:cubicBezTo>
                <a:cubicBezTo>
                  <a:pt x="416908" y="78861"/>
                  <a:pt x="393239" y="39430"/>
                  <a:pt x="377459"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4510395"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2898997003"/>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6">
    <p:spTree>
      <p:nvGrpSpPr>
        <p:cNvPr id="1" name=""/>
        <p:cNvGrpSpPr/>
        <p:nvPr/>
      </p:nvGrpSpPr>
      <p:grpSpPr>
        <a:xfrm>
          <a:off x="0" y="0"/>
          <a:ext cx="0" cy="0"/>
          <a:chOff x="0" y="0"/>
          <a:chExt cx="0" cy="0"/>
        </a:xfrm>
      </p:grpSpPr>
      <p:pic>
        <p:nvPicPr>
          <p:cNvPr id="8" name="Picture 7" descr="A black and orange gradient&#10;&#10;Description automatically generated">
            <a:extLst>
              <a:ext uri="{FF2B5EF4-FFF2-40B4-BE49-F238E27FC236}">
                <a16:creationId xmlns:a16="http://schemas.microsoft.com/office/drawing/2014/main" id="{F9DFBF29-178B-7AE6-A802-BD30CC89A1C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566535" y="5010151"/>
            <a:ext cx="3449872" cy="1851438"/>
          </a:xfrm>
          <a:prstGeom prst="rect">
            <a:avLst/>
          </a:prstGeom>
        </p:spPr>
      </p:pic>
      <p:sp>
        <p:nvSpPr>
          <p:cNvPr id="59" name="Picture Placeholder 58">
            <a:extLst>
              <a:ext uri="{FF2B5EF4-FFF2-40B4-BE49-F238E27FC236}">
                <a16:creationId xmlns:a16="http://schemas.microsoft.com/office/drawing/2014/main" id="{35ABE09A-64D7-D976-53AA-CE8331A5F129}"/>
              </a:ext>
            </a:extLst>
          </p:cNvPr>
          <p:cNvSpPr>
            <a:spLocks noGrp="1" noChangeAspect="1"/>
          </p:cNvSpPr>
          <p:nvPr>
            <p:ph type="pic" sz="quarter" idx="10"/>
          </p:nvPr>
        </p:nvSpPr>
        <p:spPr>
          <a:xfrm>
            <a:off x="5397535" y="0"/>
            <a:ext cx="6794466" cy="6858000"/>
          </a:xfrm>
          <a:custGeom>
            <a:avLst/>
            <a:gdLst>
              <a:gd name="connsiteX0" fmla="*/ 0 w 2716213"/>
              <a:gd name="connsiteY0" fmla="*/ 0 h 2741612"/>
              <a:gd name="connsiteX1" fmla="*/ 2716213 w 2716213"/>
              <a:gd name="connsiteY1" fmla="*/ 0 h 2741612"/>
              <a:gd name="connsiteX2" fmla="*/ 2716213 w 2716213"/>
              <a:gd name="connsiteY2" fmla="*/ 2741612 h 2741612"/>
              <a:gd name="connsiteX3" fmla="*/ 1821386 w 2716213"/>
              <a:gd name="connsiteY3" fmla="*/ 2741612 h 2741612"/>
              <a:gd name="connsiteX4" fmla="*/ 1808693 w 2716213"/>
              <a:gd name="connsiteY4" fmla="*/ 2468720 h 2741612"/>
              <a:gd name="connsiteX5" fmla="*/ 1707153 w 2716213"/>
              <a:gd name="connsiteY5" fmla="*/ 2221214 h 2741612"/>
              <a:gd name="connsiteX6" fmla="*/ 1497725 w 2716213"/>
              <a:gd name="connsiteY6" fmla="*/ 2062556 h 2741612"/>
              <a:gd name="connsiteX7" fmla="*/ 1237527 w 2716213"/>
              <a:gd name="connsiteY7" fmla="*/ 2030824 h 2741612"/>
              <a:gd name="connsiteX8" fmla="*/ 1104255 w 2716213"/>
              <a:gd name="connsiteY8" fmla="*/ 2062556 h 2741612"/>
              <a:gd name="connsiteX9" fmla="*/ 990022 w 2716213"/>
              <a:gd name="connsiteY9" fmla="*/ 2132365 h 2741612"/>
              <a:gd name="connsiteX10" fmla="*/ 742516 w 2716213"/>
              <a:gd name="connsiteY10" fmla="*/ 2233906 h 2741612"/>
              <a:gd name="connsiteX11" fmla="*/ 482318 w 2716213"/>
              <a:gd name="connsiteY11" fmla="*/ 2195828 h 2741612"/>
              <a:gd name="connsiteX12" fmla="*/ 272891 w 2716213"/>
              <a:gd name="connsiteY12" fmla="*/ 2037170 h 2741612"/>
              <a:gd name="connsiteX13" fmla="*/ 171350 w 2716213"/>
              <a:gd name="connsiteY13" fmla="*/ 1789664 h 2741612"/>
              <a:gd name="connsiteX14" fmla="*/ 203082 w 2716213"/>
              <a:gd name="connsiteY14" fmla="*/ 1529464 h 2741612"/>
              <a:gd name="connsiteX15" fmla="*/ 368085 w 2716213"/>
              <a:gd name="connsiteY15" fmla="*/ 1320036 h 2741612"/>
              <a:gd name="connsiteX16" fmla="*/ 526742 w 2716213"/>
              <a:gd name="connsiteY16" fmla="*/ 1104261 h 2741612"/>
              <a:gd name="connsiteX17" fmla="*/ 558474 w 2716213"/>
              <a:gd name="connsiteY17" fmla="*/ 844061 h 2741612"/>
              <a:gd name="connsiteX18" fmla="*/ 456933 w 2716213"/>
              <a:gd name="connsiteY18" fmla="*/ 596555 h 2741612"/>
              <a:gd name="connsiteX19" fmla="*/ 0 w 2716213"/>
              <a:gd name="connsiteY19" fmla="*/ 0 h 274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16213" h="2741612">
                <a:moveTo>
                  <a:pt x="0" y="0"/>
                </a:moveTo>
                <a:lnTo>
                  <a:pt x="2716213" y="0"/>
                </a:lnTo>
                <a:cubicBezTo>
                  <a:pt x="2716213" y="2741612"/>
                  <a:pt x="2716213" y="2741612"/>
                  <a:pt x="2716213" y="2741612"/>
                </a:cubicBezTo>
                <a:cubicBezTo>
                  <a:pt x="1821386" y="2741612"/>
                  <a:pt x="1821386" y="2741612"/>
                  <a:pt x="1821386" y="2741612"/>
                </a:cubicBezTo>
                <a:cubicBezTo>
                  <a:pt x="1827732" y="2652764"/>
                  <a:pt x="1821386" y="2557569"/>
                  <a:pt x="1808693" y="2468720"/>
                </a:cubicBezTo>
                <a:cubicBezTo>
                  <a:pt x="1796001" y="2373525"/>
                  <a:pt x="1764269" y="2291023"/>
                  <a:pt x="1707153" y="2221214"/>
                </a:cubicBezTo>
                <a:cubicBezTo>
                  <a:pt x="1656382" y="2151404"/>
                  <a:pt x="1580227" y="2094287"/>
                  <a:pt x="1497725" y="2062556"/>
                </a:cubicBezTo>
                <a:cubicBezTo>
                  <a:pt x="1415223" y="2030824"/>
                  <a:pt x="1326375" y="2018131"/>
                  <a:pt x="1237527" y="2030824"/>
                </a:cubicBezTo>
                <a:cubicBezTo>
                  <a:pt x="1186757" y="2037170"/>
                  <a:pt x="1142333" y="2043517"/>
                  <a:pt x="1104255" y="2062556"/>
                </a:cubicBezTo>
                <a:cubicBezTo>
                  <a:pt x="1059831" y="2081594"/>
                  <a:pt x="1021753" y="2100633"/>
                  <a:pt x="990022" y="2132365"/>
                </a:cubicBezTo>
                <a:cubicBezTo>
                  <a:pt x="920213" y="2183136"/>
                  <a:pt x="837711" y="2221214"/>
                  <a:pt x="742516" y="2233906"/>
                </a:cubicBezTo>
                <a:cubicBezTo>
                  <a:pt x="653668" y="2246599"/>
                  <a:pt x="564820" y="2227560"/>
                  <a:pt x="482318" y="2195828"/>
                </a:cubicBezTo>
                <a:cubicBezTo>
                  <a:pt x="399817" y="2164097"/>
                  <a:pt x="323661" y="2106980"/>
                  <a:pt x="272891" y="2037170"/>
                </a:cubicBezTo>
                <a:cubicBezTo>
                  <a:pt x="215774" y="1967361"/>
                  <a:pt x="184043" y="1884858"/>
                  <a:pt x="171350" y="1789664"/>
                </a:cubicBezTo>
                <a:cubicBezTo>
                  <a:pt x="158658" y="1700815"/>
                  <a:pt x="171350" y="1605620"/>
                  <a:pt x="203082" y="1529464"/>
                </a:cubicBezTo>
                <a:cubicBezTo>
                  <a:pt x="241159" y="1446962"/>
                  <a:pt x="291930" y="1370806"/>
                  <a:pt x="368085" y="1320036"/>
                </a:cubicBezTo>
                <a:cubicBezTo>
                  <a:pt x="437894" y="1262919"/>
                  <a:pt x="495011" y="1193109"/>
                  <a:pt x="526742" y="1104261"/>
                </a:cubicBezTo>
                <a:cubicBezTo>
                  <a:pt x="558474" y="1028105"/>
                  <a:pt x="571167" y="939256"/>
                  <a:pt x="558474" y="844061"/>
                </a:cubicBezTo>
                <a:cubicBezTo>
                  <a:pt x="552128" y="748866"/>
                  <a:pt x="514050" y="666364"/>
                  <a:pt x="456933" y="596555"/>
                </a:cubicBezTo>
                <a:cubicBezTo>
                  <a:pt x="0" y="0"/>
                  <a:pt x="0" y="0"/>
                  <a:pt x="0"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76698467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7">
    <p:spTree>
      <p:nvGrpSpPr>
        <p:cNvPr id="1" name=""/>
        <p:cNvGrpSpPr/>
        <p:nvPr/>
      </p:nvGrpSpPr>
      <p:grpSpPr>
        <a:xfrm>
          <a:off x="0" y="0"/>
          <a:ext cx="0" cy="0"/>
          <a:chOff x="0" y="0"/>
          <a:chExt cx="0" cy="0"/>
        </a:xfrm>
      </p:grpSpPr>
      <p:sp>
        <p:nvSpPr>
          <p:cNvPr id="1027" name="Picture Placeholder 1026">
            <a:extLst>
              <a:ext uri="{FF2B5EF4-FFF2-40B4-BE49-F238E27FC236}">
                <a16:creationId xmlns:a16="http://schemas.microsoft.com/office/drawing/2014/main" id="{9A301015-C05B-1EA1-0EAE-127A1D8E1430}"/>
              </a:ext>
            </a:extLst>
          </p:cNvPr>
          <p:cNvSpPr>
            <a:spLocks noGrp="1" noChangeAspect="1"/>
          </p:cNvSpPr>
          <p:nvPr>
            <p:ph type="pic" sz="quarter" idx="10"/>
          </p:nvPr>
        </p:nvSpPr>
        <p:spPr>
          <a:xfrm>
            <a:off x="4217581" y="0"/>
            <a:ext cx="7974419" cy="6858000"/>
          </a:xfrm>
          <a:custGeom>
            <a:avLst/>
            <a:gdLst>
              <a:gd name="connsiteX0" fmla="*/ 0 w 1905000"/>
              <a:gd name="connsiteY0" fmla="*/ 0 h 1638300"/>
              <a:gd name="connsiteX1" fmla="*/ 1905000 w 1905000"/>
              <a:gd name="connsiteY1" fmla="*/ 0 h 1638300"/>
              <a:gd name="connsiteX2" fmla="*/ 1905000 w 1905000"/>
              <a:gd name="connsiteY2" fmla="*/ 1638300 h 1638300"/>
              <a:gd name="connsiteX3" fmla="*/ 1590656 w 1905000"/>
              <a:gd name="connsiteY3" fmla="*/ 1638300 h 1638300"/>
              <a:gd name="connsiteX4" fmla="*/ 1276312 w 1905000"/>
              <a:gd name="connsiteY4" fmla="*/ 1471436 h 1638300"/>
              <a:gd name="connsiteX5" fmla="*/ 1136183 w 1905000"/>
              <a:gd name="connsiteY5" fmla="*/ 1171840 h 1638300"/>
              <a:gd name="connsiteX6" fmla="*/ 314344 w 1905000"/>
              <a:gd name="connsiteY6" fmla="*/ 200995 h 1638300"/>
              <a:gd name="connsiteX7" fmla="*/ 45448 w 1905000"/>
              <a:gd name="connsiteY7" fmla="*/ 11377 h 1638300"/>
              <a:gd name="connsiteX8" fmla="*/ 0 w 1905000"/>
              <a:gd name="connsiteY8"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00" h="1638300">
                <a:moveTo>
                  <a:pt x="0" y="0"/>
                </a:moveTo>
                <a:lnTo>
                  <a:pt x="1905000" y="0"/>
                </a:lnTo>
                <a:cubicBezTo>
                  <a:pt x="1905000" y="0"/>
                  <a:pt x="1905000" y="0"/>
                  <a:pt x="1905000" y="1638300"/>
                </a:cubicBezTo>
                <a:cubicBezTo>
                  <a:pt x="1905000" y="1638300"/>
                  <a:pt x="1905000" y="1638300"/>
                  <a:pt x="1590656" y="1638300"/>
                </a:cubicBezTo>
                <a:cubicBezTo>
                  <a:pt x="1495974" y="1570038"/>
                  <a:pt x="1389931" y="1513152"/>
                  <a:pt x="1276312" y="1471436"/>
                </a:cubicBezTo>
                <a:cubicBezTo>
                  <a:pt x="1257376" y="1361458"/>
                  <a:pt x="1208141" y="1259064"/>
                  <a:pt x="1136183" y="1171840"/>
                </a:cubicBezTo>
                <a:cubicBezTo>
                  <a:pt x="1136183" y="1171840"/>
                  <a:pt x="1136183" y="1171840"/>
                  <a:pt x="314344" y="200995"/>
                </a:cubicBezTo>
                <a:cubicBezTo>
                  <a:pt x="242386" y="117563"/>
                  <a:pt x="151491" y="53093"/>
                  <a:pt x="45448" y="11377"/>
                </a:cubicBezTo>
                <a:cubicBezTo>
                  <a:pt x="30298" y="7585"/>
                  <a:pt x="15149" y="3792"/>
                  <a:pt x="0" y="0"/>
                </a:cubicBezTo>
                <a:close/>
              </a:path>
            </a:pathLst>
          </a:custGeom>
        </p:spPr>
        <p:txBody>
          <a:bodyPr wrap="square" tIns="360000">
            <a:noAutofit/>
          </a:bodyPr>
          <a:lstStyle>
            <a:lvl1pPr algn="ctr">
              <a:defRPr sz="1400" b="0"/>
            </a:lvl1pPr>
          </a:lstStyle>
          <a:p>
            <a:r>
              <a:rPr lang="en-US"/>
              <a:t>Click icon to add picture</a:t>
            </a:r>
            <a:endParaRPr lang="en-GB" dirty="0"/>
          </a:p>
        </p:txBody>
      </p:sp>
      <p:pic>
        <p:nvPicPr>
          <p:cNvPr id="8" name="Picture 7" descr="A red rectangular object with black border&#10;&#10;Description automatically generated">
            <a:extLst>
              <a:ext uri="{FF2B5EF4-FFF2-40B4-BE49-F238E27FC236}">
                <a16:creationId xmlns:a16="http://schemas.microsoft.com/office/drawing/2014/main" id="{ABFACA10-0B70-D0B7-6BBA-18036D767D1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24374" y="5790611"/>
            <a:ext cx="6419851" cy="1067389"/>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1376363"/>
            <a:ext cx="5465762" cy="2276399"/>
          </a:xfrm>
        </p:spPr>
        <p:txBody>
          <a:bodyPr anchor="b"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90974"/>
            <a:ext cx="4510395" cy="1047751"/>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2054" name="Picture 6">
            <a:extLst>
              <a:ext uri="{FF2B5EF4-FFF2-40B4-BE49-F238E27FC236}">
                <a16:creationId xmlns:a16="http://schemas.microsoft.com/office/drawing/2014/main" id="{B92AF615-B0B4-115B-E41F-28D77FF01C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8361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a:extLst>
              <a:ext uri="{FF2B5EF4-FFF2-40B4-BE49-F238E27FC236}">
                <a16:creationId xmlns:a16="http://schemas.microsoft.com/office/drawing/2014/main" id="{11323A8E-58B2-5227-B848-7987730AF7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487863" y="6853238"/>
            <a:ext cx="133350"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803EBC5E-BE86-E879-A12E-9A2174CA6DC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332848795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A893B-12FC-BEFE-9665-A9C624A56C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8" y="1573619"/>
            <a:ext cx="9267825"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9" name="Text Placeholder 8">
            <a:extLst>
              <a:ext uri="{FF2B5EF4-FFF2-40B4-BE49-F238E27FC236}">
                <a16:creationId xmlns:a16="http://schemas.microsoft.com/office/drawing/2014/main" id="{60230BA0-2D1F-683C-E805-0BB253A2997F}"/>
              </a:ext>
            </a:extLst>
          </p:cNvPr>
          <p:cNvSpPr>
            <a:spLocks noGrp="1"/>
          </p:cNvSpPr>
          <p:nvPr>
            <p:ph type="body" sz="quarter" idx="13" hasCustomPrompt="1"/>
          </p:nvPr>
        </p:nvSpPr>
        <p:spPr>
          <a:xfrm>
            <a:off x="604838" y="5464175"/>
            <a:ext cx="9267825"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spTree>
    <p:extLst>
      <p:ext uri="{BB962C8B-B14F-4D97-AF65-F5344CB8AC3E}">
        <p14:creationId xmlns:p14="http://schemas.microsoft.com/office/powerpoint/2010/main" val="359317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5465762"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0" name="Content Placeholder 2">
            <a:extLst>
              <a:ext uri="{FF2B5EF4-FFF2-40B4-BE49-F238E27FC236}">
                <a16:creationId xmlns:a16="http://schemas.microsoft.com/office/drawing/2014/main" id="{FC3183D8-01C0-CEE2-0ACB-5C2FB5701040}"/>
              </a:ext>
            </a:extLst>
          </p:cNvPr>
          <p:cNvSpPr>
            <a:spLocks noGrp="1"/>
          </p:cNvSpPr>
          <p:nvPr>
            <p:ph idx="13"/>
          </p:nvPr>
        </p:nvSpPr>
        <p:spPr>
          <a:xfrm>
            <a:off x="6310313" y="1573619"/>
            <a:ext cx="5465762"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8">
            <a:extLst>
              <a:ext uri="{FF2B5EF4-FFF2-40B4-BE49-F238E27FC236}">
                <a16:creationId xmlns:a16="http://schemas.microsoft.com/office/drawing/2014/main" id="{5D219D62-CABA-69E2-E4EB-156330B1824F}"/>
              </a:ext>
            </a:extLst>
          </p:cNvPr>
          <p:cNvSpPr>
            <a:spLocks noGrp="1"/>
          </p:cNvSpPr>
          <p:nvPr>
            <p:ph type="body" sz="quarter" idx="14" hasCustomPrompt="1"/>
          </p:nvPr>
        </p:nvSpPr>
        <p:spPr>
          <a:xfrm>
            <a:off x="604838" y="5464175"/>
            <a:ext cx="9267825"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03630F0D-3887-6D2F-5720-3333334C13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283761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3562350" cy="4477931"/>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Content Placeholder 2">
            <a:extLst>
              <a:ext uri="{FF2B5EF4-FFF2-40B4-BE49-F238E27FC236}">
                <a16:creationId xmlns:a16="http://schemas.microsoft.com/office/drawing/2014/main" id="{CF11EDDC-1465-A78B-C3BD-A70D9121A33B}"/>
              </a:ext>
            </a:extLst>
          </p:cNvPr>
          <p:cNvSpPr>
            <a:spLocks noGrp="1"/>
          </p:cNvSpPr>
          <p:nvPr>
            <p:ph idx="13"/>
          </p:nvPr>
        </p:nvSpPr>
        <p:spPr>
          <a:xfrm>
            <a:off x="4406900" y="1573619"/>
            <a:ext cx="3562350" cy="4477931"/>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Content Placeholder 2">
            <a:extLst>
              <a:ext uri="{FF2B5EF4-FFF2-40B4-BE49-F238E27FC236}">
                <a16:creationId xmlns:a16="http://schemas.microsoft.com/office/drawing/2014/main" id="{473E3490-C5C2-7754-8FFF-150028EB9BCD}"/>
              </a:ext>
            </a:extLst>
          </p:cNvPr>
          <p:cNvSpPr>
            <a:spLocks noGrp="1"/>
          </p:cNvSpPr>
          <p:nvPr>
            <p:ph idx="14"/>
          </p:nvPr>
        </p:nvSpPr>
        <p:spPr>
          <a:xfrm>
            <a:off x="8204626" y="1573619"/>
            <a:ext cx="3562350" cy="4477931"/>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ext Placeholder 8">
            <a:extLst>
              <a:ext uri="{FF2B5EF4-FFF2-40B4-BE49-F238E27FC236}">
                <a16:creationId xmlns:a16="http://schemas.microsoft.com/office/drawing/2014/main" id="{14D0B233-2FE1-9855-6829-FEF22EE7333B}"/>
              </a:ext>
            </a:extLst>
          </p:cNvPr>
          <p:cNvSpPr>
            <a:spLocks noGrp="1"/>
          </p:cNvSpPr>
          <p:nvPr>
            <p:ph type="body" sz="quarter" idx="15" hasCustomPrompt="1"/>
          </p:nvPr>
        </p:nvSpPr>
        <p:spPr>
          <a:xfrm>
            <a:off x="604838" y="5464175"/>
            <a:ext cx="9267825"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8BF39D8E-4140-1FAB-7479-6231CA188BB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509407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Full Wid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8" y="1573619"/>
            <a:ext cx="11168062"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4" name="Picture 3">
            <a:extLst>
              <a:ext uri="{FF2B5EF4-FFF2-40B4-BE49-F238E27FC236}">
                <a16:creationId xmlns:a16="http://schemas.microsoft.com/office/drawing/2014/main" id="{5163FBBE-05C7-4083-A849-9413DA7CDD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14693058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1 (Full Colour)">
    <p:spTree>
      <p:nvGrpSpPr>
        <p:cNvPr id="1" name=""/>
        <p:cNvGrpSpPr/>
        <p:nvPr/>
      </p:nvGrpSpPr>
      <p:grpSpPr>
        <a:xfrm>
          <a:off x="0" y="0"/>
          <a:ext cx="0" cy="0"/>
          <a:chOff x="0" y="0"/>
          <a:chExt cx="0" cy="0"/>
        </a:xfrm>
      </p:grpSpPr>
      <p:pic>
        <p:nvPicPr>
          <p:cNvPr id="7" name="Picture 6" descr="A colorful circle with black background&#10;&#10;Description automatically generated with medium confidence">
            <a:extLst>
              <a:ext uri="{FF2B5EF4-FFF2-40B4-BE49-F238E27FC236}">
                <a16:creationId xmlns:a16="http://schemas.microsoft.com/office/drawing/2014/main" id="{797C4475-552D-264A-A4E6-E6613B129DF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26601" y="0"/>
            <a:ext cx="25653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bg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414765042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2 (Full Colour)">
    <p:spTree>
      <p:nvGrpSpPr>
        <p:cNvPr id="1" name=""/>
        <p:cNvGrpSpPr/>
        <p:nvPr/>
      </p:nvGrpSpPr>
      <p:grpSpPr>
        <a:xfrm>
          <a:off x="0" y="0"/>
          <a:ext cx="0" cy="0"/>
          <a:chOff x="0" y="0"/>
          <a:chExt cx="0" cy="0"/>
        </a:xfrm>
      </p:grpSpPr>
      <p:pic>
        <p:nvPicPr>
          <p:cNvPr id="9" name="Picture 8" descr="A colorful circle and a black background&#10;&#10;Description automatically generated">
            <a:extLst>
              <a:ext uri="{FF2B5EF4-FFF2-40B4-BE49-F238E27FC236}">
                <a16:creationId xmlns:a16="http://schemas.microsoft.com/office/drawing/2014/main" id="{86B6FA02-ECA3-BA26-3F96-186B4A3BE4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10500" y="0"/>
            <a:ext cx="4381500"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dirty="0"/>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86663647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3 (Full Colour)">
    <p:spTree>
      <p:nvGrpSpPr>
        <p:cNvPr id="1" name=""/>
        <p:cNvGrpSpPr/>
        <p:nvPr/>
      </p:nvGrpSpPr>
      <p:grpSpPr>
        <a:xfrm>
          <a:off x="0" y="0"/>
          <a:ext cx="0" cy="0"/>
          <a:chOff x="0" y="0"/>
          <a:chExt cx="0" cy="0"/>
        </a:xfrm>
      </p:grpSpPr>
      <p:pic>
        <p:nvPicPr>
          <p:cNvPr id="9" name="Picture 8" descr="A colorful circle and circle shapes&#10;&#10;Description automatically generated with medium confidence">
            <a:extLst>
              <a:ext uri="{FF2B5EF4-FFF2-40B4-BE49-F238E27FC236}">
                <a16:creationId xmlns:a16="http://schemas.microsoft.com/office/drawing/2014/main" id="{9B53DC61-E9DE-3047-B6D1-237E56DAFA7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626601" y="0"/>
            <a:ext cx="2565399"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bg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50793294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4 (Full Colour)">
    <p:spTree>
      <p:nvGrpSpPr>
        <p:cNvPr id="1" name=""/>
        <p:cNvGrpSpPr/>
        <p:nvPr/>
      </p:nvGrpSpPr>
      <p:grpSpPr>
        <a:xfrm>
          <a:off x="0" y="0"/>
          <a:ext cx="0" cy="0"/>
          <a:chOff x="0" y="0"/>
          <a:chExt cx="0" cy="0"/>
        </a:xfrm>
      </p:grpSpPr>
      <p:pic>
        <p:nvPicPr>
          <p:cNvPr id="9" name="Picture 8" descr="A colorful circles on a black background&#10;&#10;Description automatically generated">
            <a:extLst>
              <a:ext uri="{FF2B5EF4-FFF2-40B4-BE49-F238E27FC236}">
                <a16:creationId xmlns:a16="http://schemas.microsoft.com/office/drawing/2014/main" id="{E5CBFECC-BB8C-E07A-6D60-DFF6584C474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29500" y="0"/>
            <a:ext cx="4762500" cy="6858000"/>
          </a:xfrm>
          <a:prstGeom prst="rect">
            <a:avLst/>
          </a:prstGeom>
        </p:spPr>
      </p:pic>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154730009"/>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1 (Image)">
    <p:spTree>
      <p:nvGrpSpPr>
        <p:cNvPr id="1" name=""/>
        <p:cNvGrpSpPr/>
        <p:nvPr/>
      </p:nvGrpSpPr>
      <p:grpSpPr>
        <a:xfrm>
          <a:off x="0" y="0"/>
          <a:ext cx="0" cy="0"/>
          <a:chOff x="0" y="0"/>
          <a:chExt cx="0" cy="0"/>
        </a:xfrm>
      </p:grpSpPr>
      <p:sp>
        <p:nvSpPr>
          <p:cNvPr id="1044" name="Picture Placeholder 1043">
            <a:extLst>
              <a:ext uri="{FF2B5EF4-FFF2-40B4-BE49-F238E27FC236}">
                <a16:creationId xmlns:a16="http://schemas.microsoft.com/office/drawing/2014/main" id="{3AF085D9-69D8-9C08-D85F-EAC08C542F7A}"/>
              </a:ext>
            </a:extLst>
          </p:cNvPr>
          <p:cNvSpPr>
            <a:spLocks noGrp="1"/>
          </p:cNvSpPr>
          <p:nvPr>
            <p:ph type="pic" sz="quarter" idx="10"/>
          </p:nvPr>
        </p:nvSpPr>
        <p:spPr>
          <a:xfrm>
            <a:off x="5400676" y="0"/>
            <a:ext cx="6791324" cy="6858000"/>
          </a:xfrm>
          <a:custGeom>
            <a:avLst/>
            <a:gdLst>
              <a:gd name="connsiteX0" fmla="*/ 2156795 w 3442824"/>
              <a:gd name="connsiteY0" fmla="*/ 0 h 3476625"/>
              <a:gd name="connsiteX1" fmla="*/ 3442824 w 3442824"/>
              <a:gd name="connsiteY1" fmla="*/ 0 h 3476625"/>
              <a:gd name="connsiteX2" fmla="*/ 3442824 w 3442824"/>
              <a:gd name="connsiteY2" fmla="*/ 3476625 h 3476625"/>
              <a:gd name="connsiteX3" fmla="*/ 0 w 3442824"/>
              <a:gd name="connsiteY3" fmla="*/ 3476625 h 3476625"/>
              <a:gd name="connsiteX4" fmla="*/ 117497 w 3442824"/>
              <a:gd name="connsiteY4" fmla="*/ 3067800 h 3476625"/>
              <a:gd name="connsiteX5" fmla="*/ 877204 w 3442824"/>
              <a:gd name="connsiteY5" fmla="*/ 2628393 h 3476625"/>
              <a:gd name="connsiteX6" fmla="*/ 1636911 w 3442824"/>
              <a:gd name="connsiteY6" fmla="*/ 2190596 h 3476625"/>
              <a:gd name="connsiteX7" fmla="*/ 1636911 w 3442824"/>
              <a:gd name="connsiteY7" fmla="*/ 1311782 h 3476625"/>
              <a:gd name="connsiteX8" fmla="*/ 1636911 w 3442824"/>
              <a:gd name="connsiteY8" fmla="*/ 434578 h 3476625"/>
              <a:gd name="connsiteX9" fmla="*/ 1958821 w 3442824"/>
              <a:gd name="connsiteY9" fmla="*/ 114278 h 3476625"/>
              <a:gd name="connsiteX10" fmla="*/ 2156795 w 3442824"/>
              <a:gd name="connsiteY10" fmla="*/ 0 h 347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42824" h="3476625">
                <a:moveTo>
                  <a:pt x="2156795" y="0"/>
                </a:moveTo>
                <a:cubicBezTo>
                  <a:pt x="2156795" y="0"/>
                  <a:pt x="2156795" y="0"/>
                  <a:pt x="3442824" y="0"/>
                </a:cubicBezTo>
                <a:cubicBezTo>
                  <a:pt x="3442824" y="0"/>
                  <a:pt x="3442824" y="0"/>
                  <a:pt x="3442824" y="3476625"/>
                </a:cubicBezTo>
                <a:lnTo>
                  <a:pt x="0" y="3476625"/>
                </a:lnTo>
                <a:cubicBezTo>
                  <a:pt x="4829" y="3334985"/>
                  <a:pt x="45067" y="3193345"/>
                  <a:pt x="117497" y="3067800"/>
                </a:cubicBezTo>
                <a:cubicBezTo>
                  <a:pt x="275233" y="2795786"/>
                  <a:pt x="563342" y="2628393"/>
                  <a:pt x="877204" y="2628393"/>
                </a:cubicBezTo>
                <a:cubicBezTo>
                  <a:pt x="1191066" y="2628393"/>
                  <a:pt x="1480785" y="2461000"/>
                  <a:pt x="1636911" y="2190596"/>
                </a:cubicBezTo>
                <a:cubicBezTo>
                  <a:pt x="1794647" y="1918582"/>
                  <a:pt x="1794647" y="1583796"/>
                  <a:pt x="1636911" y="1311782"/>
                </a:cubicBezTo>
                <a:cubicBezTo>
                  <a:pt x="1480785" y="1041378"/>
                  <a:pt x="1480785" y="706592"/>
                  <a:pt x="1636911" y="434578"/>
                </a:cubicBezTo>
                <a:cubicBezTo>
                  <a:pt x="1715779" y="299376"/>
                  <a:pt x="1826838" y="189927"/>
                  <a:pt x="1958821" y="114278"/>
                </a:cubicBezTo>
                <a:cubicBezTo>
                  <a:pt x="1958821" y="114278"/>
                  <a:pt x="1958821" y="114278"/>
                  <a:pt x="2156795" y="0"/>
                </a:cubicBezTo>
                <a:close/>
              </a:path>
            </a:pathLst>
          </a:custGeom>
        </p:spPr>
        <p:txBody>
          <a:bodyPr wrap="square" tIns="57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415602911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2 (Imag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33E8073-942E-24AC-8397-5E93C0860D7F}"/>
              </a:ext>
            </a:extLst>
          </p:cNvPr>
          <p:cNvSpPr>
            <a:spLocks noGrp="1"/>
          </p:cNvSpPr>
          <p:nvPr>
            <p:ph type="pic" sz="quarter" idx="10"/>
          </p:nvPr>
        </p:nvSpPr>
        <p:spPr>
          <a:xfrm>
            <a:off x="5467351" y="0"/>
            <a:ext cx="6724650" cy="6864344"/>
          </a:xfrm>
          <a:custGeom>
            <a:avLst/>
            <a:gdLst>
              <a:gd name="connsiteX0" fmla="*/ 1381768 w 3687363"/>
              <a:gd name="connsiteY0" fmla="*/ 0 h 3763962"/>
              <a:gd name="connsiteX1" fmla="*/ 3687363 w 3687363"/>
              <a:gd name="connsiteY1" fmla="*/ 0 h 3763962"/>
              <a:gd name="connsiteX2" fmla="*/ 3687363 w 3687363"/>
              <a:gd name="connsiteY2" fmla="*/ 3763962 h 3763962"/>
              <a:gd name="connsiteX3" fmla="*/ 179303 w 3687363"/>
              <a:gd name="connsiteY3" fmla="*/ 3763962 h 3763962"/>
              <a:gd name="connsiteX4" fmla="*/ 177560 w 3687363"/>
              <a:gd name="connsiteY4" fmla="*/ 3762220 h 3763962"/>
              <a:gd name="connsiteX5" fmla="*/ 85197 w 3687363"/>
              <a:gd name="connsiteY5" fmla="*/ 2816001 h 3763962"/>
              <a:gd name="connsiteX6" fmla="*/ 857214 w 3687363"/>
              <a:gd name="connsiteY6" fmla="*/ 2263605 h 3763962"/>
              <a:gd name="connsiteX7" fmla="*/ 1629232 w 3687363"/>
              <a:gd name="connsiteY7" fmla="*/ 1709466 h 3763962"/>
              <a:gd name="connsiteX8" fmla="*/ 1535126 w 3687363"/>
              <a:gd name="connsiteY8" fmla="*/ 764991 h 3763962"/>
              <a:gd name="connsiteX9" fmla="*/ 1381768 w 3687363"/>
              <a:gd name="connsiteY9" fmla="*/ 0 h 3763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7363" h="3763962">
                <a:moveTo>
                  <a:pt x="1381768" y="0"/>
                </a:moveTo>
                <a:cubicBezTo>
                  <a:pt x="1381768" y="0"/>
                  <a:pt x="1381768" y="0"/>
                  <a:pt x="3687363" y="0"/>
                </a:cubicBezTo>
                <a:lnTo>
                  <a:pt x="3687363" y="3763962"/>
                </a:lnTo>
                <a:cubicBezTo>
                  <a:pt x="3687363" y="3763962"/>
                  <a:pt x="3687363" y="3763962"/>
                  <a:pt x="179303" y="3763962"/>
                </a:cubicBezTo>
                <a:cubicBezTo>
                  <a:pt x="179303" y="3762220"/>
                  <a:pt x="177560" y="3762220"/>
                  <a:pt x="177560" y="3762220"/>
                </a:cubicBezTo>
                <a:cubicBezTo>
                  <a:pt x="-19365" y="3485150"/>
                  <a:pt x="-55962" y="3124437"/>
                  <a:pt x="85197" y="2816001"/>
                </a:cubicBezTo>
                <a:cubicBezTo>
                  <a:pt x="224613" y="2507566"/>
                  <a:pt x="519130" y="2296714"/>
                  <a:pt x="857214" y="2263605"/>
                </a:cubicBezTo>
                <a:cubicBezTo>
                  <a:pt x="1195299" y="2228754"/>
                  <a:pt x="1488073" y="2017902"/>
                  <a:pt x="1629232" y="1709466"/>
                </a:cubicBezTo>
                <a:cubicBezTo>
                  <a:pt x="1768648" y="1401030"/>
                  <a:pt x="1733794" y="1040317"/>
                  <a:pt x="1535126" y="764991"/>
                </a:cubicBezTo>
                <a:cubicBezTo>
                  <a:pt x="1374797" y="540198"/>
                  <a:pt x="1322516" y="261386"/>
                  <a:pt x="1381768" y="0"/>
                </a:cubicBezTo>
                <a:close/>
              </a:path>
            </a:pathLst>
          </a:custGeom>
        </p:spPr>
        <p:txBody>
          <a:bodyPr wrap="square" tIns="57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1038040716"/>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3 (Image)">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9C75056C-318D-5182-7DFA-238419FA663A}"/>
              </a:ext>
            </a:extLst>
          </p:cNvPr>
          <p:cNvSpPr>
            <a:spLocks noGrp="1"/>
          </p:cNvSpPr>
          <p:nvPr>
            <p:ph type="pic" sz="quarter" idx="10"/>
          </p:nvPr>
        </p:nvSpPr>
        <p:spPr>
          <a:xfrm>
            <a:off x="6310313" y="-1"/>
            <a:ext cx="5881687" cy="6863427"/>
          </a:xfrm>
          <a:custGeom>
            <a:avLst/>
            <a:gdLst>
              <a:gd name="connsiteX0" fmla="*/ 142382 w 3512411"/>
              <a:gd name="connsiteY0" fmla="*/ 0 h 4098684"/>
              <a:gd name="connsiteX1" fmla="*/ 3512411 w 3512411"/>
              <a:gd name="connsiteY1" fmla="*/ 0 h 4098684"/>
              <a:gd name="connsiteX2" fmla="*/ 3512411 w 3512411"/>
              <a:gd name="connsiteY2" fmla="*/ 4098684 h 4098684"/>
              <a:gd name="connsiteX3" fmla="*/ 2125310 w 3512411"/>
              <a:gd name="connsiteY3" fmla="*/ 4098684 h 4098684"/>
              <a:gd name="connsiteX4" fmla="*/ 451681 w 3512411"/>
              <a:gd name="connsiteY4" fmla="*/ 2652759 h 4098684"/>
              <a:gd name="connsiteX5" fmla="*/ 142382 w 3512411"/>
              <a:gd name="connsiteY5" fmla="*/ 0 h 4098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12411" h="4098684">
                <a:moveTo>
                  <a:pt x="142382" y="0"/>
                </a:moveTo>
                <a:cubicBezTo>
                  <a:pt x="142382" y="0"/>
                  <a:pt x="142382" y="0"/>
                  <a:pt x="3512411" y="0"/>
                </a:cubicBezTo>
                <a:cubicBezTo>
                  <a:pt x="3512411" y="0"/>
                  <a:pt x="3512411" y="0"/>
                  <a:pt x="3512411" y="4098684"/>
                </a:cubicBezTo>
                <a:cubicBezTo>
                  <a:pt x="3512411" y="4098684"/>
                  <a:pt x="3512411" y="4098684"/>
                  <a:pt x="2125310" y="4098684"/>
                </a:cubicBezTo>
                <a:cubicBezTo>
                  <a:pt x="1430811" y="3823541"/>
                  <a:pt x="836881" y="3318796"/>
                  <a:pt x="451681" y="2652759"/>
                </a:cubicBezTo>
                <a:cubicBezTo>
                  <a:pt x="-18909" y="1838715"/>
                  <a:pt x="-121376" y="878561"/>
                  <a:pt x="142382"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40896858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Divider 4 (Image)">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FE5B621D-69A8-D558-4755-2528B084DCFC}"/>
              </a:ext>
            </a:extLst>
          </p:cNvPr>
          <p:cNvSpPr>
            <a:spLocks noGrp="1"/>
          </p:cNvSpPr>
          <p:nvPr>
            <p:ph type="pic" sz="quarter" idx="10"/>
          </p:nvPr>
        </p:nvSpPr>
        <p:spPr>
          <a:xfrm>
            <a:off x="5609303" y="0"/>
            <a:ext cx="6582697" cy="6858000"/>
          </a:xfrm>
          <a:custGeom>
            <a:avLst/>
            <a:gdLst>
              <a:gd name="connsiteX0" fmla="*/ 0 w 4251325"/>
              <a:gd name="connsiteY0" fmla="*/ 0 h 4429125"/>
              <a:gd name="connsiteX1" fmla="*/ 4251325 w 4251325"/>
              <a:gd name="connsiteY1" fmla="*/ 0 h 4429125"/>
              <a:gd name="connsiteX2" fmla="*/ 4251325 w 4251325"/>
              <a:gd name="connsiteY2" fmla="*/ 4429125 h 4429125"/>
              <a:gd name="connsiteX3" fmla="*/ 1002845 w 4251325"/>
              <a:gd name="connsiteY3" fmla="*/ 4429125 h 4429125"/>
              <a:gd name="connsiteX4" fmla="*/ 1019252 w 4251325"/>
              <a:gd name="connsiteY4" fmla="*/ 3834474 h 4429125"/>
              <a:gd name="connsiteX5" fmla="*/ 1837524 w 4251325"/>
              <a:gd name="connsiteY5" fmla="*/ 3077832 h 4429125"/>
              <a:gd name="connsiteX6" fmla="*/ 2655796 w 4251325"/>
              <a:gd name="connsiteY6" fmla="*/ 2323240 h 4429125"/>
              <a:gd name="connsiteX7" fmla="*/ 2409700 w 4251325"/>
              <a:gd name="connsiteY7" fmla="*/ 1236464 h 4429125"/>
              <a:gd name="connsiteX8" fmla="*/ 1345330 w 4251325"/>
              <a:gd name="connsiteY8" fmla="*/ 906330 h 4429125"/>
              <a:gd name="connsiteX9" fmla="*/ 280961 w 4251325"/>
              <a:gd name="connsiteY9" fmla="*/ 576196 h 4429125"/>
              <a:gd name="connsiteX10" fmla="*/ 0 w 4251325"/>
              <a:gd name="connsiteY10" fmla="*/ 0 h 442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1325" h="4429125">
                <a:moveTo>
                  <a:pt x="0" y="0"/>
                </a:moveTo>
                <a:cubicBezTo>
                  <a:pt x="0" y="0"/>
                  <a:pt x="0" y="0"/>
                  <a:pt x="4251325" y="0"/>
                </a:cubicBezTo>
                <a:cubicBezTo>
                  <a:pt x="4251325" y="0"/>
                  <a:pt x="4251325" y="0"/>
                  <a:pt x="4251325" y="4429125"/>
                </a:cubicBezTo>
                <a:cubicBezTo>
                  <a:pt x="4251325" y="4429125"/>
                  <a:pt x="4251325" y="4429125"/>
                  <a:pt x="1002845" y="4429125"/>
                </a:cubicBezTo>
                <a:cubicBezTo>
                  <a:pt x="953626" y="4236376"/>
                  <a:pt x="957728" y="4031324"/>
                  <a:pt x="1019252" y="3834474"/>
                </a:cubicBezTo>
                <a:cubicBezTo>
                  <a:pt x="1138199" y="3455128"/>
                  <a:pt x="1449921" y="3166004"/>
                  <a:pt x="1837524" y="3077832"/>
                </a:cubicBezTo>
                <a:cubicBezTo>
                  <a:pt x="2225127" y="2989660"/>
                  <a:pt x="2536850" y="2702587"/>
                  <a:pt x="2655796" y="2323240"/>
                </a:cubicBezTo>
                <a:cubicBezTo>
                  <a:pt x="2772693" y="1941843"/>
                  <a:pt x="2678355" y="1527638"/>
                  <a:pt x="2409700" y="1236464"/>
                </a:cubicBezTo>
                <a:cubicBezTo>
                  <a:pt x="2138993" y="945290"/>
                  <a:pt x="1732933" y="818158"/>
                  <a:pt x="1345330" y="906330"/>
                </a:cubicBezTo>
                <a:cubicBezTo>
                  <a:pt x="957728" y="994503"/>
                  <a:pt x="551668" y="869421"/>
                  <a:pt x="280961" y="576196"/>
                </a:cubicBezTo>
                <a:cubicBezTo>
                  <a:pt x="131252" y="414205"/>
                  <a:pt x="34864" y="213254"/>
                  <a:pt x="0"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964362004"/>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5 (Image)">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D6F452B3-D14F-5BED-3898-8D8D3B9846E2}"/>
              </a:ext>
            </a:extLst>
          </p:cNvPr>
          <p:cNvSpPr>
            <a:spLocks noGrp="1"/>
          </p:cNvSpPr>
          <p:nvPr>
            <p:ph type="pic" sz="quarter" idx="10"/>
          </p:nvPr>
        </p:nvSpPr>
        <p:spPr>
          <a:xfrm>
            <a:off x="6147203" y="0"/>
            <a:ext cx="6044798" cy="6858000"/>
          </a:xfrm>
          <a:custGeom>
            <a:avLst/>
            <a:gdLst>
              <a:gd name="connsiteX0" fmla="*/ 720997 w 4611957"/>
              <a:gd name="connsiteY0" fmla="*/ 0 h 5232400"/>
              <a:gd name="connsiteX1" fmla="*/ 4611957 w 4611957"/>
              <a:gd name="connsiteY1" fmla="*/ 0 h 5232400"/>
              <a:gd name="connsiteX2" fmla="*/ 4611957 w 4611957"/>
              <a:gd name="connsiteY2" fmla="*/ 5232400 h 5232400"/>
              <a:gd name="connsiteX3" fmla="*/ 1329111 w 4611957"/>
              <a:gd name="connsiteY3" fmla="*/ 5232400 h 5232400"/>
              <a:gd name="connsiteX4" fmla="*/ 476298 w 4611957"/>
              <a:gd name="connsiteY4" fmla="*/ 4469342 h 5232400"/>
              <a:gd name="connsiteX5" fmla="*/ 71696 w 4611957"/>
              <a:gd name="connsiteY5" fmla="*/ 3851628 h 5232400"/>
              <a:gd name="connsiteX6" fmla="*/ 30509 w 4611957"/>
              <a:gd name="connsiteY6" fmla="*/ 3112794 h 5232400"/>
              <a:gd name="connsiteX7" fmla="*/ 611973 w 4611957"/>
              <a:gd name="connsiteY7" fmla="*/ 322180 h 5232400"/>
              <a:gd name="connsiteX8" fmla="*/ 720997 w 4611957"/>
              <a:gd name="connsiteY8" fmla="*/ 0 h 523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11957" h="5232400">
                <a:moveTo>
                  <a:pt x="720997" y="0"/>
                </a:moveTo>
                <a:cubicBezTo>
                  <a:pt x="720997" y="0"/>
                  <a:pt x="720997" y="0"/>
                  <a:pt x="4611957" y="0"/>
                </a:cubicBezTo>
                <a:lnTo>
                  <a:pt x="4611957" y="5232400"/>
                </a:lnTo>
                <a:cubicBezTo>
                  <a:pt x="4611957" y="5232400"/>
                  <a:pt x="4611957" y="5232400"/>
                  <a:pt x="1329111" y="5232400"/>
                </a:cubicBezTo>
                <a:cubicBezTo>
                  <a:pt x="1329111" y="5232400"/>
                  <a:pt x="1329111" y="5232400"/>
                  <a:pt x="476298" y="4469342"/>
                </a:cubicBezTo>
                <a:cubicBezTo>
                  <a:pt x="292168" y="4304618"/>
                  <a:pt x="151647" y="4093869"/>
                  <a:pt x="71696" y="3851628"/>
                </a:cubicBezTo>
                <a:cubicBezTo>
                  <a:pt x="-8255" y="3609387"/>
                  <a:pt x="-20369" y="3355034"/>
                  <a:pt x="30509" y="3112794"/>
                </a:cubicBezTo>
                <a:cubicBezTo>
                  <a:pt x="30509" y="3112794"/>
                  <a:pt x="30509" y="3112794"/>
                  <a:pt x="611973" y="322180"/>
                </a:cubicBezTo>
                <a:cubicBezTo>
                  <a:pt x="636200" y="210750"/>
                  <a:pt x="672542" y="101741"/>
                  <a:pt x="720997"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06C9918D-BA13-C7B2-DD69-2DC8F3E605D4}"/>
              </a:ext>
            </a:extLst>
          </p:cNvPr>
          <p:cNvSpPr>
            <a:spLocks noGrp="1"/>
          </p:cNvSpPr>
          <p:nvPr>
            <p:ph type="ctrTitle"/>
          </p:nvPr>
        </p:nvSpPr>
        <p:spPr>
          <a:xfrm>
            <a:off x="604838" y="2771408"/>
            <a:ext cx="5040000" cy="1145401"/>
          </a:xfrm>
        </p:spPr>
        <p:txBody>
          <a:bodyPr anchor="t" anchorCtr="0"/>
          <a:lstStyle>
            <a:lvl1pPr algn="l">
              <a:lnSpc>
                <a:spcPct val="90000"/>
              </a:lnSpc>
              <a:defRPr sz="4000" spc="-100" baseline="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F5126F13-0AE9-3175-DE16-03EC60AEA720}"/>
              </a:ext>
            </a:extLst>
          </p:cNvPr>
          <p:cNvSpPr>
            <a:spLocks noGrp="1"/>
          </p:cNvSpPr>
          <p:nvPr>
            <p:ph type="subTitle" idx="1"/>
          </p:nvPr>
        </p:nvSpPr>
        <p:spPr>
          <a:xfrm>
            <a:off x="604838" y="3984591"/>
            <a:ext cx="5040000" cy="777910"/>
          </a:xfrm>
        </p:spPr>
        <p:txBody>
          <a:bodyPr anchor="t" anchorCtr="0"/>
          <a:lstStyle>
            <a:lvl1pPr marL="0" indent="0" algn="l">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dirty="0"/>
          </a:p>
        </p:txBody>
      </p:sp>
      <p:pic>
        <p:nvPicPr>
          <p:cNvPr id="4" name="Picture 3">
            <a:extLst>
              <a:ext uri="{FF2B5EF4-FFF2-40B4-BE49-F238E27FC236}">
                <a16:creationId xmlns:a16="http://schemas.microsoft.com/office/drawing/2014/main" id="{D7E6BBC6-4CC2-A65A-176C-CB76BE218F4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728669135"/>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amp; Image [Right]">
    <p:spTree>
      <p:nvGrpSpPr>
        <p:cNvPr id="1" name=""/>
        <p:cNvGrpSpPr/>
        <p:nvPr/>
      </p:nvGrpSpPr>
      <p:grpSpPr>
        <a:xfrm>
          <a:off x="0" y="0"/>
          <a:ext cx="0" cy="0"/>
          <a:chOff x="0" y="0"/>
          <a:chExt cx="0" cy="0"/>
        </a:xfrm>
      </p:grpSpPr>
      <p:pic>
        <p:nvPicPr>
          <p:cNvPr id="9" name="Picture 8" descr="A black and orange gradient&#10;&#10;Description automatically generated">
            <a:extLst>
              <a:ext uri="{FF2B5EF4-FFF2-40B4-BE49-F238E27FC236}">
                <a16:creationId xmlns:a16="http://schemas.microsoft.com/office/drawing/2014/main" id="{BB08B6D7-9DFB-0B5A-72BD-AF8D4B6782E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38310" y="4267245"/>
            <a:ext cx="2868930" cy="2615879"/>
          </a:xfrm>
          <a:prstGeom prst="rect">
            <a:avLst/>
          </a:prstGeom>
        </p:spPr>
      </p:pic>
      <p:sp>
        <p:nvSpPr>
          <p:cNvPr id="20" name="Picture Placeholder 19">
            <a:extLst>
              <a:ext uri="{FF2B5EF4-FFF2-40B4-BE49-F238E27FC236}">
                <a16:creationId xmlns:a16="http://schemas.microsoft.com/office/drawing/2014/main" id="{95F69B26-C1D2-001D-7B52-E91D153AC3C7}"/>
              </a:ext>
            </a:extLst>
          </p:cNvPr>
          <p:cNvSpPr>
            <a:spLocks noGrp="1"/>
          </p:cNvSpPr>
          <p:nvPr>
            <p:ph type="pic" sz="quarter" idx="19"/>
          </p:nvPr>
        </p:nvSpPr>
        <p:spPr>
          <a:xfrm>
            <a:off x="6343611" y="0"/>
            <a:ext cx="5848390" cy="6858000"/>
          </a:xfrm>
          <a:custGeom>
            <a:avLst/>
            <a:gdLst>
              <a:gd name="connsiteX0" fmla="*/ 0 w 2528887"/>
              <a:gd name="connsiteY0" fmla="*/ 0 h 2965450"/>
              <a:gd name="connsiteX1" fmla="*/ 2528887 w 2528887"/>
              <a:gd name="connsiteY1" fmla="*/ 0 h 2965450"/>
              <a:gd name="connsiteX2" fmla="*/ 2528887 w 2528887"/>
              <a:gd name="connsiteY2" fmla="*/ 1860271 h 2965450"/>
              <a:gd name="connsiteX3" fmla="*/ 1471752 w 2528887"/>
              <a:gd name="connsiteY3" fmla="*/ 2471208 h 2965450"/>
              <a:gd name="connsiteX4" fmla="*/ 1355055 w 2528887"/>
              <a:gd name="connsiteY4" fmla="*/ 2587218 h 2965450"/>
              <a:gd name="connsiteX5" fmla="*/ 1355055 w 2528887"/>
              <a:gd name="connsiteY5" fmla="*/ 2905043 h 2965450"/>
              <a:gd name="connsiteX6" fmla="*/ 1381827 w 2528887"/>
              <a:gd name="connsiteY6" fmla="*/ 2965450 h 2965450"/>
              <a:gd name="connsiteX7" fmla="*/ 0 w 2528887"/>
              <a:gd name="connsiteY7" fmla="*/ 2965450 h 2965450"/>
              <a:gd name="connsiteX8" fmla="*/ 0 w 2528887"/>
              <a:gd name="connsiteY8" fmla="*/ 0 h 296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8887" h="2965450">
                <a:moveTo>
                  <a:pt x="0" y="0"/>
                </a:moveTo>
                <a:lnTo>
                  <a:pt x="2528887" y="0"/>
                </a:lnTo>
                <a:cubicBezTo>
                  <a:pt x="2528887" y="0"/>
                  <a:pt x="2528887" y="0"/>
                  <a:pt x="2528887" y="1860271"/>
                </a:cubicBezTo>
                <a:cubicBezTo>
                  <a:pt x="2528887" y="1860271"/>
                  <a:pt x="2528887" y="1860271"/>
                  <a:pt x="1471752" y="2471208"/>
                </a:cubicBezTo>
                <a:cubicBezTo>
                  <a:pt x="1424387" y="2497980"/>
                  <a:pt x="1383886" y="2537794"/>
                  <a:pt x="1355055" y="2587218"/>
                </a:cubicBezTo>
                <a:cubicBezTo>
                  <a:pt x="1298766" y="2685380"/>
                  <a:pt x="1298766" y="2806881"/>
                  <a:pt x="1355055" y="2905043"/>
                </a:cubicBezTo>
                <a:cubicBezTo>
                  <a:pt x="1366725" y="2924263"/>
                  <a:pt x="1375649" y="2944857"/>
                  <a:pt x="1381827" y="2965450"/>
                </a:cubicBezTo>
                <a:cubicBezTo>
                  <a:pt x="1381827" y="2965450"/>
                  <a:pt x="1381827" y="2965450"/>
                  <a:pt x="0" y="2965450"/>
                </a:cubicBezTo>
                <a:cubicBezTo>
                  <a:pt x="0" y="2965450"/>
                  <a:pt x="0" y="2965450"/>
                  <a:pt x="0" y="0"/>
                </a:cubicBezTo>
                <a:close/>
              </a:path>
            </a:pathLst>
          </a:custGeom>
        </p:spPr>
        <p:txBody>
          <a:bodyPr wrap="square" tIns="2448000">
            <a:noAutofit/>
          </a:bodyPr>
          <a:lstStyle>
            <a:lvl1pPr algn="ctr">
              <a:defRPr sz="1400" b="0"/>
            </a:lvl1pPr>
          </a:lstStyle>
          <a:p>
            <a:r>
              <a:rPr lang="en-US"/>
              <a:t>Click icon to add picture</a:t>
            </a:r>
            <a:endParaRPr lang="en-GB" dirty="0"/>
          </a:p>
        </p:txBody>
      </p:sp>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4770000"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4770000"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1" name="Text Placeholder 11">
            <a:extLst>
              <a:ext uri="{FF2B5EF4-FFF2-40B4-BE49-F238E27FC236}">
                <a16:creationId xmlns:a16="http://schemas.microsoft.com/office/drawing/2014/main" id="{63BE2014-6BFF-DAD9-7999-3E949686F408}"/>
              </a:ext>
            </a:extLst>
          </p:cNvPr>
          <p:cNvSpPr>
            <a:spLocks noGrp="1"/>
          </p:cNvSpPr>
          <p:nvPr>
            <p:ph type="body" sz="quarter" idx="17"/>
          </p:nvPr>
        </p:nvSpPr>
        <p:spPr>
          <a:xfrm>
            <a:off x="10101263" y="5823685"/>
            <a:ext cx="1837784" cy="511129"/>
          </a:xfrm>
        </p:spPr>
        <p:txBody>
          <a:bodyPr/>
          <a:lstStyle>
            <a:lvl1pPr>
              <a:lnSpc>
                <a:spcPct val="100000"/>
              </a:lnSpc>
              <a:spcBef>
                <a:spcPts val="0"/>
              </a:spcBef>
              <a:defRPr sz="1000">
                <a:solidFill>
                  <a:srgbClr val="002068"/>
                </a:solidFill>
              </a:defRPr>
            </a:lvl1pPr>
            <a:lvl2pPr>
              <a:lnSpc>
                <a:spcPct val="100000"/>
              </a:lnSpc>
              <a:spcBef>
                <a:spcPts val="0"/>
              </a:spcBef>
              <a:defRPr sz="1000">
                <a:solidFill>
                  <a:srgbClr val="002068"/>
                </a:solidFill>
              </a:defRPr>
            </a:lvl2pPr>
          </a:lstStyle>
          <a:p>
            <a:pPr lvl="0"/>
            <a:r>
              <a:rPr lang="en-US"/>
              <a:t>Click to edit Master text styles</a:t>
            </a:r>
          </a:p>
          <a:p>
            <a:pPr lvl="1"/>
            <a:r>
              <a:rPr lang="en-US"/>
              <a:t>Second level</a:t>
            </a:r>
          </a:p>
        </p:txBody>
      </p:sp>
      <p:sp>
        <p:nvSpPr>
          <p:cNvPr id="7" name="Text Placeholder 8">
            <a:extLst>
              <a:ext uri="{FF2B5EF4-FFF2-40B4-BE49-F238E27FC236}">
                <a16:creationId xmlns:a16="http://schemas.microsoft.com/office/drawing/2014/main" id="{7F9764D7-E923-76E5-5F12-8E69C326B0C2}"/>
              </a:ext>
            </a:extLst>
          </p:cNvPr>
          <p:cNvSpPr>
            <a:spLocks noGrp="1"/>
          </p:cNvSpPr>
          <p:nvPr>
            <p:ph type="body" sz="quarter" idx="18" hasCustomPrompt="1"/>
          </p:nvPr>
        </p:nvSpPr>
        <p:spPr>
          <a:xfrm>
            <a:off x="604839" y="5464175"/>
            <a:ext cx="4770000"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202ED556-318C-0990-9C21-48245CFA043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079003514"/>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One Image">
    <p:spTree>
      <p:nvGrpSpPr>
        <p:cNvPr id="1" name=""/>
        <p:cNvGrpSpPr/>
        <p:nvPr/>
      </p:nvGrpSpPr>
      <p:grpSpPr>
        <a:xfrm>
          <a:off x="0" y="0"/>
          <a:ext cx="0" cy="0"/>
          <a:chOff x="0" y="0"/>
          <a:chExt cx="0" cy="0"/>
        </a:xfrm>
      </p:grpSpPr>
      <p:pic>
        <p:nvPicPr>
          <p:cNvPr id="12" name="Picture 11" descr="A yellow and orange gradient&#10;&#10;Description automatically generated">
            <a:extLst>
              <a:ext uri="{FF2B5EF4-FFF2-40B4-BE49-F238E27FC236}">
                <a16:creationId xmlns:a16="http://schemas.microsoft.com/office/drawing/2014/main" id="{B5EA0191-64B2-37EE-1EB3-A2B96BACF1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35365" y="3952078"/>
            <a:ext cx="3189242" cy="2136483"/>
          </a:xfrm>
          <a:prstGeom prst="rect">
            <a:avLst/>
          </a:prstGeom>
        </p:spPr>
      </p:pic>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20"/>
            <a:ext cx="5465762" cy="355738"/>
          </a:xfrm>
        </p:spPr>
        <p:txBody>
          <a:bodyPr/>
          <a:lstStyle/>
          <a:p>
            <a:pPr lvl="0"/>
            <a:r>
              <a:rPr lang="en-US"/>
              <a:t>Click to edit Master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Text Placeholder 11">
            <a:extLst>
              <a:ext uri="{FF2B5EF4-FFF2-40B4-BE49-F238E27FC236}">
                <a16:creationId xmlns:a16="http://schemas.microsoft.com/office/drawing/2014/main" id="{255C1757-8828-AD56-B8D3-6885A848EDF9}"/>
              </a:ext>
            </a:extLst>
          </p:cNvPr>
          <p:cNvSpPr>
            <a:spLocks noGrp="1"/>
          </p:cNvSpPr>
          <p:nvPr>
            <p:ph type="body" sz="quarter" idx="17"/>
          </p:nvPr>
        </p:nvSpPr>
        <p:spPr>
          <a:xfrm>
            <a:off x="9872663" y="4848225"/>
            <a:ext cx="1760013" cy="798195"/>
          </a:xfrm>
        </p:spPr>
        <p:txBody>
          <a:bodyPr/>
          <a:lstStyle>
            <a:lvl1pPr>
              <a:lnSpc>
                <a:spcPct val="100000"/>
              </a:lnSpc>
              <a:spcBef>
                <a:spcPts val="0"/>
              </a:spcBef>
              <a:defRPr sz="1000">
                <a:solidFill>
                  <a:srgbClr val="002068"/>
                </a:solidFill>
              </a:defRPr>
            </a:lvl1pPr>
            <a:lvl2pPr>
              <a:lnSpc>
                <a:spcPct val="100000"/>
              </a:lnSpc>
              <a:spcBef>
                <a:spcPts val="0"/>
              </a:spcBef>
              <a:defRPr sz="1000">
                <a:solidFill>
                  <a:srgbClr val="002068"/>
                </a:solidFill>
              </a:defRPr>
            </a:lvl2pPr>
          </a:lstStyle>
          <a:p>
            <a:pPr lvl="0"/>
            <a:r>
              <a:rPr lang="en-US"/>
              <a:t>Click to edit Master text styles</a:t>
            </a:r>
          </a:p>
          <a:p>
            <a:pPr lvl="1"/>
            <a:r>
              <a:rPr lang="en-US"/>
              <a:t>Second level</a:t>
            </a:r>
          </a:p>
        </p:txBody>
      </p:sp>
      <p:pic>
        <p:nvPicPr>
          <p:cNvPr id="4" name="Picture 3">
            <a:extLst>
              <a:ext uri="{FF2B5EF4-FFF2-40B4-BE49-F238E27FC236}">
                <a16:creationId xmlns:a16="http://schemas.microsoft.com/office/drawing/2014/main" id="{5ED5F72E-9CFA-4DC4-D9DD-072AFE58471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
        <p:nvSpPr>
          <p:cNvPr id="8" name="Picture Placeholder 7">
            <a:extLst>
              <a:ext uri="{FF2B5EF4-FFF2-40B4-BE49-F238E27FC236}">
                <a16:creationId xmlns:a16="http://schemas.microsoft.com/office/drawing/2014/main" id="{961102B7-5897-6D37-B5F8-20800A75B7A8}"/>
              </a:ext>
            </a:extLst>
          </p:cNvPr>
          <p:cNvSpPr>
            <a:spLocks noGrp="1"/>
          </p:cNvSpPr>
          <p:nvPr>
            <p:ph type="pic" sz="quarter" idx="10"/>
          </p:nvPr>
        </p:nvSpPr>
        <p:spPr>
          <a:xfrm>
            <a:off x="606096" y="1996924"/>
            <a:ext cx="11174232" cy="4054626"/>
          </a:xfrm>
          <a:custGeom>
            <a:avLst/>
            <a:gdLst>
              <a:gd name="connsiteX0" fmla="*/ 0 w 7893376"/>
              <a:gd name="connsiteY0" fmla="*/ 0 h 2864151"/>
              <a:gd name="connsiteX1" fmla="*/ 717120 w 7893376"/>
              <a:gd name="connsiteY1" fmla="*/ 0 h 2864151"/>
              <a:gd name="connsiteX2" fmla="*/ 1389435 w 7893376"/>
              <a:gd name="connsiteY2" fmla="*/ 0 h 2864151"/>
              <a:gd name="connsiteX3" fmla="*/ 2018390 w 7893376"/>
              <a:gd name="connsiteY3" fmla="*/ 0 h 2864151"/>
              <a:gd name="connsiteX4" fmla="*/ 2605431 w 7893376"/>
              <a:gd name="connsiteY4" fmla="*/ 0 h 2864151"/>
              <a:gd name="connsiteX5" fmla="*/ 3152004 w 7893376"/>
              <a:gd name="connsiteY5" fmla="*/ 0 h 2864151"/>
              <a:gd name="connsiteX6" fmla="*/ 3659552 w 7893376"/>
              <a:gd name="connsiteY6" fmla="*/ 0 h 2864151"/>
              <a:gd name="connsiteX7" fmla="*/ 4129522 w 7893376"/>
              <a:gd name="connsiteY7" fmla="*/ 0 h 2864151"/>
              <a:gd name="connsiteX8" fmla="*/ 4563359 w 7893376"/>
              <a:gd name="connsiteY8" fmla="*/ 0 h 2864151"/>
              <a:gd name="connsiteX9" fmla="*/ 4962508 w 7893376"/>
              <a:gd name="connsiteY9" fmla="*/ 0 h 2864151"/>
              <a:gd name="connsiteX10" fmla="*/ 5328415 w 7893376"/>
              <a:gd name="connsiteY10" fmla="*/ 0 h 2864151"/>
              <a:gd name="connsiteX11" fmla="*/ 5662525 w 7893376"/>
              <a:gd name="connsiteY11" fmla="*/ 0 h 2864151"/>
              <a:gd name="connsiteX12" fmla="*/ 5966283 w 7893376"/>
              <a:gd name="connsiteY12" fmla="*/ 0 h 2864151"/>
              <a:gd name="connsiteX13" fmla="*/ 6241135 w 7893376"/>
              <a:gd name="connsiteY13" fmla="*/ 0 h 2864151"/>
              <a:gd name="connsiteX14" fmla="*/ 6488526 w 7893376"/>
              <a:gd name="connsiteY14" fmla="*/ 0 h 2864151"/>
              <a:gd name="connsiteX15" fmla="*/ 6709900 w 7893376"/>
              <a:gd name="connsiteY15" fmla="*/ 0 h 2864151"/>
              <a:gd name="connsiteX16" fmla="*/ 6906705 w 7893376"/>
              <a:gd name="connsiteY16" fmla="*/ 0 h 2864151"/>
              <a:gd name="connsiteX17" fmla="*/ 7080384 w 7893376"/>
              <a:gd name="connsiteY17" fmla="*/ 0 h 2864151"/>
              <a:gd name="connsiteX18" fmla="*/ 7232384 w 7893376"/>
              <a:gd name="connsiteY18" fmla="*/ 0 h 2864151"/>
              <a:gd name="connsiteX19" fmla="*/ 7477125 w 7893376"/>
              <a:gd name="connsiteY19" fmla="*/ 0 h 2864151"/>
              <a:gd name="connsiteX20" fmla="*/ 7652490 w 7893376"/>
              <a:gd name="connsiteY20" fmla="*/ 0 h 2864151"/>
              <a:gd name="connsiteX21" fmla="*/ 7770043 w 7893376"/>
              <a:gd name="connsiteY21" fmla="*/ 0 h 2864151"/>
              <a:gd name="connsiteX22" fmla="*/ 7841345 w 7893376"/>
              <a:gd name="connsiteY22" fmla="*/ 0 h 2864151"/>
              <a:gd name="connsiteX23" fmla="*/ 7877960 w 7893376"/>
              <a:gd name="connsiteY23" fmla="*/ 0 h 2864151"/>
              <a:gd name="connsiteX24" fmla="*/ 7891450 w 7893376"/>
              <a:gd name="connsiteY24" fmla="*/ 0 h 2864151"/>
              <a:gd name="connsiteX25" fmla="*/ 7893376 w 7893376"/>
              <a:gd name="connsiteY25" fmla="*/ 0 h 2864151"/>
              <a:gd name="connsiteX26" fmla="*/ 7893376 w 7893376"/>
              <a:gd name="connsiteY26" fmla="*/ 1424213 h 2864151"/>
              <a:gd name="connsiteX27" fmla="*/ 7343668 w 7893376"/>
              <a:gd name="connsiteY27" fmla="*/ 1424213 h 2864151"/>
              <a:gd name="connsiteX28" fmla="*/ 6951018 w 7893376"/>
              <a:gd name="connsiteY28" fmla="*/ 1424213 h 2864151"/>
              <a:gd name="connsiteX29" fmla="*/ 6735622 w 7893376"/>
              <a:gd name="connsiteY29" fmla="*/ 1426460 h 2864151"/>
              <a:gd name="connsiteX30" fmla="*/ 6567344 w 7893376"/>
              <a:gd name="connsiteY30" fmla="*/ 1469141 h 2864151"/>
              <a:gd name="connsiteX31" fmla="*/ 6307073 w 7893376"/>
              <a:gd name="connsiteY31" fmla="*/ 1709505 h 2864151"/>
              <a:gd name="connsiteX32" fmla="*/ 5782045 w 7893376"/>
              <a:gd name="connsiteY32" fmla="*/ 2646251 h 2864151"/>
              <a:gd name="connsiteX33" fmla="*/ 5708002 w 7893376"/>
              <a:gd name="connsiteY33" fmla="*/ 2864151 h 2864151"/>
              <a:gd name="connsiteX34" fmla="*/ 5189426 w 7893376"/>
              <a:gd name="connsiteY34" fmla="*/ 2864151 h 2864151"/>
              <a:gd name="connsiteX35" fmla="*/ 4703249 w 7893376"/>
              <a:gd name="connsiteY35" fmla="*/ 2864151 h 2864151"/>
              <a:gd name="connsiteX36" fmla="*/ 4248427 w 7893376"/>
              <a:gd name="connsiteY36" fmla="*/ 2864151 h 2864151"/>
              <a:gd name="connsiteX37" fmla="*/ 3823916 w 7893376"/>
              <a:gd name="connsiteY37" fmla="*/ 2864151 h 2864151"/>
              <a:gd name="connsiteX38" fmla="*/ 3428669 w 7893376"/>
              <a:gd name="connsiteY38" fmla="*/ 2864151 h 2864151"/>
              <a:gd name="connsiteX39" fmla="*/ 3061641 w 7893376"/>
              <a:gd name="connsiteY39" fmla="*/ 2864151 h 2864151"/>
              <a:gd name="connsiteX40" fmla="*/ 2721788 w 7893376"/>
              <a:gd name="connsiteY40" fmla="*/ 2864151 h 2864151"/>
              <a:gd name="connsiteX41" fmla="*/ 2408064 w 7893376"/>
              <a:gd name="connsiteY41" fmla="*/ 2864151 h 2864151"/>
              <a:gd name="connsiteX42" fmla="*/ 2119424 w 7893376"/>
              <a:gd name="connsiteY42" fmla="*/ 2864151 h 2864151"/>
              <a:gd name="connsiteX43" fmla="*/ 1854822 w 7893376"/>
              <a:gd name="connsiteY43" fmla="*/ 2864151 h 2864151"/>
              <a:gd name="connsiteX44" fmla="*/ 1613215 w 7893376"/>
              <a:gd name="connsiteY44" fmla="*/ 2864151 h 2864151"/>
              <a:gd name="connsiteX45" fmla="*/ 1393555 w 7893376"/>
              <a:gd name="connsiteY45" fmla="*/ 2864151 h 2864151"/>
              <a:gd name="connsiteX46" fmla="*/ 1194800 w 7893376"/>
              <a:gd name="connsiteY46" fmla="*/ 2864151 h 2864151"/>
              <a:gd name="connsiteX47" fmla="*/ 1015902 w 7893376"/>
              <a:gd name="connsiteY47" fmla="*/ 2864151 h 2864151"/>
              <a:gd name="connsiteX48" fmla="*/ 713501 w 7893376"/>
              <a:gd name="connsiteY48" fmla="*/ 2864151 h 2864151"/>
              <a:gd name="connsiteX49" fmla="*/ 477990 w 7893376"/>
              <a:gd name="connsiteY49" fmla="*/ 2864151 h 2864151"/>
              <a:gd name="connsiteX50" fmla="*/ 301008 w 7893376"/>
              <a:gd name="connsiteY50" fmla="*/ 2864151 h 2864151"/>
              <a:gd name="connsiteX51" fmla="*/ 174195 w 7893376"/>
              <a:gd name="connsiteY51" fmla="*/ 2864151 h 2864151"/>
              <a:gd name="connsiteX52" fmla="*/ 89188 w 7893376"/>
              <a:gd name="connsiteY52" fmla="*/ 2864151 h 2864151"/>
              <a:gd name="connsiteX53" fmla="*/ 37626 w 7893376"/>
              <a:gd name="connsiteY53" fmla="*/ 2864151 h 2864151"/>
              <a:gd name="connsiteX54" fmla="*/ 11149 w 7893376"/>
              <a:gd name="connsiteY54" fmla="*/ 2864151 h 2864151"/>
              <a:gd name="connsiteX55" fmla="*/ 0 w 7893376"/>
              <a:gd name="connsiteY55" fmla="*/ 2864151 h 2864151"/>
              <a:gd name="connsiteX56" fmla="*/ 0 w 7893376"/>
              <a:gd name="connsiteY56" fmla="*/ 0 h 286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893376" h="2864151">
                <a:moveTo>
                  <a:pt x="0" y="0"/>
                </a:moveTo>
                <a:lnTo>
                  <a:pt x="717120" y="0"/>
                </a:lnTo>
                <a:lnTo>
                  <a:pt x="1389435" y="0"/>
                </a:lnTo>
                <a:lnTo>
                  <a:pt x="2018390" y="0"/>
                </a:lnTo>
                <a:lnTo>
                  <a:pt x="2605431" y="0"/>
                </a:lnTo>
                <a:lnTo>
                  <a:pt x="3152004" y="0"/>
                </a:lnTo>
                <a:lnTo>
                  <a:pt x="3659552" y="0"/>
                </a:lnTo>
                <a:lnTo>
                  <a:pt x="4129522" y="0"/>
                </a:lnTo>
                <a:lnTo>
                  <a:pt x="4563359" y="0"/>
                </a:lnTo>
                <a:lnTo>
                  <a:pt x="4962508" y="0"/>
                </a:lnTo>
                <a:lnTo>
                  <a:pt x="5328415" y="0"/>
                </a:lnTo>
                <a:lnTo>
                  <a:pt x="5662525" y="0"/>
                </a:lnTo>
                <a:lnTo>
                  <a:pt x="5966283" y="0"/>
                </a:lnTo>
                <a:lnTo>
                  <a:pt x="6241135" y="0"/>
                </a:lnTo>
                <a:lnTo>
                  <a:pt x="6488526" y="0"/>
                </a:lnTo>
                <a:lnTo>
                  <a:pt x="6709900" y="0"/>
                </a:lnTo>
                <a:lnTo>
                  <a:pt x="6906705" y="0"/>
                </a:lnTo>
                <a:lnTo>
                  <a:pt x="7080384" y="0"/>
                </a:lnTo>
                <a:lnTo>
                  <a:pt x="7232384" y="0"/>
                </a:lnTo>
                <a:lnTo>
                  <a:pt x="7477125" y="0"/>
                </a:lnTo>
                <a:lnTo>
                  <a:pt x="7652490" y="0"/>
                </a:lnTo>
                <a:lnTo>
                  <a:pt x="7770043" y="0"/>
                </a:lnTo>
                <a:lnTo>
                  <a:pt x="7841345" y="0"/>
                </a:lnTo>
                <a:lnTo>
                  <a:pt x="7877960" y="0"/>
                </a:lnTo>
                <a:lnTo>
                  <a:pt x="7891450" y="0"/>
                </a:lnTo>
                <a:lnTo>
                  <a:pt x="7893376" y="0"/>
                </a:lnTo>
                <a:lnTo>
                  <a:pt x="7893376" y="1424213"/>
                </a:lnTo>
                <a:lnTo>
                  <a:pt x="7343668" y="1424213"/>
                </a:lnTo>
                <a:cubicBezTo>
                  <a:pt x="7213532" y="1424213"/>
                  <a:pt x="7083397" y="1424213"/>
                  <a:pt x="6951018" y="1424213"/>
                </a:cubicBezTo>
                <a:cubicBezTo>
                  <a:pt x="6879220" y="1424213"/>
                  <a:pt x="6807420" y="1421967"/>
                  <a:pt x="6735622" y="1426460"/>
                </a:cubicBezTo>
                <a:cubicBezTo>
                  <a:pt x="6679529" y="1433199"/>
                  <a:pt x="6621192" y="1444431"/>
                  <a:pt x="6567344" y="1469141"/>
                </a:cubicBezTo>
                <a:cubicBezTo>
                  <a:pt x="6455158" y="1518562"/>
                  <a:pt x="6367653" y="1603925"/>
                  <a:pt x="6307073" y="1709505"/>
                </a:cubicBezTo>
                <a:cubicBezTo>
                  <a:pt x="6044558" y="2174508"/>
                  <a:pt x="6042315" y="2181248"/>
                  <a:pt x="5782045" y="2646251"/>
                </a:cubicBezTo>
                <a:cubicBezTo>
                  <a:pt x="5741658" y="2713643"/>
                  <a:pt x="5716977" y="2787774"/>
                  <a:pt x="5708002" y="2864151"/>
                </a:cubicBezTo>
                <a:lnTo>
                  <a:pt x="5189426" y="2864151"/>
                </a:lnTo>
                <a:lnTo>
                  <a:pt x="4703249" y="2864151"/>
                </a:lnTo>
                <a:lnTo>
                  <a:pt x="4248427" y="2864151"/>
                </a:lnTo>
                <a:lnTo>
                  <a:pt x="3823916" y="2864151"/>
                </a:lnTo>
                <a:lnTo>
                  <a:pt x="3428669" y="2864151"/>
                </a:lnTo>
                <a:lnTo>
                  <a:pt x="3061641" y="2864151"/>
                </a:lnTo>
                <a:lnTo>
                  <a:pt x="2721788" y="2864151"/>
                </a:lnTo>
                <a:lnTo>
                  <a:pt x="2408064" y="2864151"/>
                </a:lnTo>
                <a:lnTo>
                  <a:pt x="2119424" y="2864151"/>
                </a:lnTo>
                <a:lnTo>
                  <a:pt x="1854822" y="2864151"/>
                </a:lnTo>
                <a:lnTo>
                  <a:pt x="1613215" y="2864151"/>
                </a:lnTo>
                <a:lnTo>
                  <a:pt x="1393555" y="2864151"/>
                </a:lnTo>
                <a:lnTo>
                  <a:pt x="1194800" y="2864151"/>
                </a:lnTo>
                <a:lnTo>
                  <a:pt x="1015902" y="2864151"/>
                </a:lnTo>
                <a:lnTo>
                  <a:pt x="713501" y="2864151"/>
                </a:lnTo>
                <a:lnTo>
                  <a:pt x="477990" y="2864151"/>
                </a:lnTo>
                <a:lnTo>
                  <a:pt x="301008" y="2864151"/>
                </a:lnTo>
                <a:lnTo>
                  <a:pt x="174195" y="2864151"/>
                </a:lnTo>
                <a:lnTo>
                  <a:pt x="89188" y="2864151"/>
                </a:lnTo>
                <a:lnTo>
                  <a:pt x="37626" y="2864151"/>
                </a:lnTo>
                <a:lnTo>
                  <a:pt x="11149" y="2864151"/>
                </a:lnTo>
                <a:lnTo>
                  <a:pt x="0" y="2864151"/>
                </a:lnTo>
                <a:cubicBezTo>
                  <a:pt x="0" y="0"/>
                  <a:pt x="0" y="0"/>
                  <a:pt x="0" y="0"/>
                </a:cubicBezTo>
                <a:close/>
              </a:path>
            </a:pathLst>
          </a:custGeom>
        </p:spPr>
        <p:txBody>
          <a:bodyPr wrap="square" tIns="828000">
            <a:noAutofit/>
          </a:bodyPr>
          <a:lstStyle>
            <a:lvl1pPr algn="ctr">
              <a:defRPr sz="1400" b="0"/>
            </a:lvl1pPr>
          </a:lstStyle>
          <a:p>
            <a:r>
              <a:rPr lang="en-US"/>
              <a:t>Click icon to add picture</a:t>
            </a:r>
            <a:endParaRPr lang="en-GB" dirty="0"/>
          </a:p>
        </p:txBody>
      </p:sp>
    </p:spTree>
    <p:extLst>
      <p:ext uri="{BB962C8B-B14F-4D97-AF65-F5344CB8AC3E}">
        <p14:creationId xmlns:p14="http://schemas.microsoft.com/office/powerpoint/2010/main" val="37247052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20"/>
            <a:ext cx="5465762" cy="355738"/>
          </a:xfrm>
        </p:spPr>
        <p:txBody>
          <a:bodyPr/>
          <a:lstStyle/>
          <a:p>
            <a:pPr lvl="0"/>
            <a:r>
              <a:rPr lang="en-US"/>
              <a:t>Click to edit Master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0" name="Content Placeholder 2">
            <a:extLst>
              <a:ext uri="{FF2B5EF4-FFF2-40B4-BE49-F238E27FC236}">
                <a16:creationId xmlns:a16="http://schemas.microsoft.com/office/drawing/2014/main" id="{FC3183D8-01C0-CEE2-0ACB-5C2FB5701040}"/>
              </a:ext>
            </a:extLst>
          </p:cNvPr>
          <p:cNvSpPr>
            <a:spLocks noGrp="1"/>
          </p:cNvSpPr>
          <p:nvPr>
            <p:ph idx="13"/>
          </p:nvPr>
        </p:nvSpPr>
        <p:spPr>
          <a:xfrm>
            <a:off x="6310313" y="1573619"/>
            <a:ext cx="5465762" cy="355739"/>
          </a:xfrm>
        </p:spPr>
        <p:txBody>
          <a:bodyPr/>
          <a:lstStyle/>
          <a:p>
            <a:pPr lvl="0"/>
            <a:r>
              <a:rPr lang="en-US"/>
              <a:t>Click to edit Master text styles</a:t>
            </a:r>
          </a:p>
        </p:txBody>
      </p:sp>
      <p:sp>
        <p:nvSpPr>
          <p:cNvPr id="12" name="Text Placeholder 11">
            <a:extLst>
              <a:ext uri="{FF2B5EF4-FFF2-40B4-BE49-F238E27FC236}">
                <a16:creationId xmlns:a16="http://schemas.microsoft.com/office/drawing/2014/main" id="{4900BD1E-106D-6745-BCC4-EA41A3289CEB}"/>
              </a:ext>
            </a:extLst>
          </p:cNvPr>
          <p:cNvSpPr>
            <a:spLocks noGrp="1"/>
          </p:cNvSpPr>
          <p:nvPr>
            <p:ph type="body" sz="quarter" idx="14"/>
          </p:nvPr>
        </p:nvSpPr>
        <p:spPr>
          <a:xfrm>
            <a:off x="6310313" y="5359139"/>
            <a:ext cx="3582988" cy="692412"/>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sp>
        <p:nvSpPr>
          <p:cNvPr id="14" name="Picture Placeholder 13">
            <a:extLst>
              <a:ext uri="{FF2B5EF4-FFF2-40B4-BE49-F238E27FC236}">
                <a16:creationId xmlns:a16="http://schemas.microsoft.com/office/drawing/2014/main" id="{0AA2C8FF-DAA1-2C51-F06E-EADF56433423}"/>
              </a:ext>
            </a:extLst>
          </p:cNvPr>
          <p:cNvSpPr>
            <a:spLocks noGrp="1"/>
          </p:cNvSpPr>
          <p:nvPr>
            <p:ph type="pic" sz="quarter" idx="15"/>
          </p:nvPr>
        </p:nvSpPr>
        <p:spPr>
          <a:xfrm>
            <a:off x="604838" y="2073275"/>
            <a:ext cx="5465762" cy="3190875"/>
          </a:xfrm>
        </p:spPr>
        <p:txBody>
          <a:bodyPr lIns="90000" tIns="90000"/>
          <a:lstStyle>
            <a:lvl1pPr>
              <a:defRPr sz="1400" b="0"/>
            </a:lvl1pPr>
          </a:lstStyle>
          <a:p>
            <a:r>
              <a:rPr lang="en-US"/>
              <a:t>Click icon to add picture</a:t>
            </a:r>
            <a:endParaRPr lang="en-GB" dirty="0"/>
          </a:p>
        </p:txBody>
      </p:sp>
      <p:sp>
        <p:nvSpPr>
          <p:cNvPr id="15" name="Picture Placeholder 13">
            <a:extLst>
              <a:ext uri="{FF2B5EF4-FFF2-40B4-BE49-F238E27FC236}">
                <a16:creationId xmlns:a16="http://schemas.microsoft.com/office/drawing/2014/main" id="{0C074D9A-3ED8-DCC3-7AE2-07A9E42A504D}"/>
              </a:ext>
            </a:extLst>
          </p:cNvPr>
          <p:cNvSpPr>
            <a:spLocks noGrp="1"/>
          </p:cNvSpPr>
          <p:nvPr>
            <p:ph type="pic" sz="quarter" idx="16"/>
          </p:nvPr>
        </p:nvSpPr>
        <p:spPr>
          <a:xfrm>
            <a:off x="6310313" y="2073275"/>
            <a:ext cx="5465762" cy="3190875"/>
          </a:xfrm>
        </p:spPr>
        <p:txBody>
          <a:bodyPr lIns="90000" tIns="90000"/>
          <a:lstStyle>
            <a:lvl1pPr>
              <a:defRPr sz="1400" b="0"/>
            </a:lvl1pPr>
          </a:lstStyle>
          <a:p>
            <a:r>
              <a:rPr lang="en-US"/>
              <a:t>Click icon to add picture</a:t>
            </a:r>
            <a:endParaRPr lang="en-GB" dirty="0"/>
          </a:p>
        </p:txBody>
      </p:sp>
      <p:sp>
        <p:nvSpPr>
          <p:cNvPr id="16" name="Text Placeholder 11">
            <a:extLst>
              <a:ext uri="{FF2B5EF4-FFF2-40B4-BE49-F238E27FC236}">
                <a16:creationId xmlns:a16="http://schemas.microsoft.com/office/drawing/2014/main" id="{255C1757-8828-AD56-B8D3-6885A848EDF9}"/>
              </a:ext>
            </a:extLst>
          </p:cNvPr>
          <p:cNvSpPr>
            <a:spLocks noGrp="1"/>
          </p:cNvSpPr>
          <p:nvPr>
            <p:ph type="body" sz="quarter" idx="17"/>
          </p:nvPr>
        </p:nvSpPr>
        <p:spPr>
          <a:xfrm>
            <a:off x="604838" y="5359139"/>
            <a:ext cx="3582988" cy="692412"/>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pic>
        <p:nvPicPr>
          <p:cNvPr id="4" name="Picture 3">
            <a:extLst>
              <a:ext uri="{FF2B5EF4-FFF2-40B4-BE49-F238E27FC236}">
                <a16:creationId xmlns:a16="http://schemas.microsoft.com/office/drawing/2014/main" id="{9837E8A8-F9EE-A285-FF1E-7C72507165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1058133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Three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hasCustomPrompt="1"/>
          </p:nvPr>
        </p:nvSpPr>
        <p:spPr>
          <a:xfrm>
            <a:off x="604839" y="1573620"/>
            <a:ext cx="3562349" cy="355738"/>
          </a:xfrm>
        </p:spPr>
        <p:txBody>
          <a:bodyPr/>
          <a:lstStyle/>
          <a:p>
            <a:pPr lvl="0"/>
            <a:r>
              <a:rPr lang="en-US" dirty="0"/>
              <a:t>Click to edit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4" name="Picture Placeholder 13">
            <a:extLst>
              <a:ext uri="{FF2B5EF4-FFF2-40B4-BE49-F238E27FC236}">
                <a16:creationId xmlns:a16="http://schemas.microsoft.com/office/drawing/2014/main" id="{0AA2C8FF-DAA1-2C51-F06E-EADF56433423}"/>
              </a:ext>
            </a:extLst>
          </p:cNvPr>
          <p:cNvSpPr>
            <a:spLocks noGrp="1"/>
          </p:cNvSpPr>
          <p:nvPr>
            <p:ph type="pic" sz="quarter" idx="15"/>
          </p:nvPr>
        </p:nvSpPr>
        <p:spPr>
          <a:xfrm>
            <a:off x="604838" y="2073275"/>
            <a:ext cx="3562349" cy="3190875"/>
          </a:xfrm>
        </p:spPr>
        <p:txBody>
          <a:bodyPr lIns="90000" tIns="90000"/>
          <a:lstStyle>
            <a:lvl1pPr>
              <a:defRPr sz="1400" b="0"/>
            </a:lvl1pPr>
          </a:lstStyle>
          <a:p>
            <a:r>
              <a:rPr lang="en-US"/>
              <a:t>Click icon to add picture</a:t>
            </a:r>
            <a:endParaRPr lang="en-GB" dirty="0"/>
          </a:p>
        </p:txBody>
      </p:sp>
      <p:sp>
        <p:nvSpPr>
          <p:cNvPr id="16" name="Text Placeholder 11">
            <a:extLst>
              <a:ext uri="{FF2B5EF4-FFF2-40B4-BE49-F238E27FC236}">
                <a16:creationId xmlns:a16="http://schemas.microsoft.com/office/drawing/2014/main" id="{255C1757-8828-AD56-B8D3-6885A848EDF9}"/>
              </a:ext>
            </a:extLst>
          </p:cNvPr>
          <p:cNvSpPr>
            <a:spLocks noGrp="1"/>
          </p:cNvSpPr>
          <p:nvPr>
            <p:ph type="body" sz="quarter" idx="17"/>
          </p:nvPr>
        </p:nvSpPr>
        <p:spPr>
          <a:xfrm>
            <a:off x="604838" y="5359139"/>
            <a:ext cx="3562349" cy="692412"/>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06930683-2C07-515F-6B98-21313F587FC0}"/>
              </a:ext>
            </a:extLst>
          </p:cNvPr>
          <p:cNvSpPr>
            <a:spLocks noGrp="1"/>
          </p:cNvSpPr>
          <p:nvPr>
            <p:ph idx="18" hasCustomPrompt="1"/>
          </p:nvPr>
        </p:nvSpPr>
        <p:spPr>
          <a:xfrm>
            <a:off x="4406901" y="1573620"/>
            <a:ext cx="3562349" cy="355738"/>
          </a:xfrm>
        </p:spPr>
        <p:txBody>
          <a:bodyPr/>
          <a:lstStyle/>
          <a:p>
            <a:pPr lvl="0"/>
            <a:r>
              <a:rPr lang="en-US" dirty="0"/>
              <a:t>Click to edit text styles</a:t>
            </a:r>
          </a:p>
        </p:txBody>
      </p:sp>
      <p:sp>
        <p:nvSpPr>
          <p:cNvPr id="8" name="Picture Placeholder 13">
            <a:extLst>
              <a:ext uri="{FF2B5EF4-FFF2-40B4-BE49-F238E27FC236}">
                <a16:creationId xmlns:a16="http://schemas.microsoft.com/office/drawing/2014/main" id="{5A4C5A24-7447-AF6B-CB8A-1CA59B1247E8}"/>
              </a:ext>
            </a:extLst>
          </p:cNvPr>
          <p:cNvSpPr>
            <a:spLocks noGrp="1"/>
          </p:cNvSpPr>
          <p:nvPr>
            <p:ph type="pic" sz="quarter" idx="19"/>
          </p:nvPr>
        </p:nvSpPr>
        <p:spPr>
          <a:xfrm>
            <a:off x="4406900" y="2073275"/>
            <a:ext cx="3562349" cy="3190875"/>
          </a:xfrm>
        </p:spPr>
        <p:txBody>
          <a:bodyPr lIns="90000" tIns="90000"/>
          <a:lstStyle>
            <a:lvl1pPr>
              <a:defRPr sz="1400" b="0"/>
            </a:lvl1pPr>
          </a:lstStyle>
          <a:p>
            <a:r>
              <a:rPr lang="en-US"/>
              <a:t>Click icon to add picture</a:t>
            </a:r>
            <a:endParaRPr lang="en-GB" dirty="0"/>
          </a:p>
        </p:txBody>
      </p:sp>
      <p:sp>
        <p:nvSpPr>
          <p:cNvPr id="11" name="Text Placeholder 11">
            <a:extLst>
              <a:ext uri="{FF2B5EF4-FFF2-40B4-BE49-F238E27FC236}">
                <a16:creationId xmlns:a16="http://schemas.microsoft.com/office/drawing/2014/main" id="{5A5FB49C-AB6F-0460-96FD-E8379B6900E2}"/>
              </a:ext>
            </a:extLst>
          </p:cNvPr>
          <p:cNvSpPr>
            <a:spLocks noGrp="1"/>
          </p:cNvSpPr>
          <p:nvPr>
            <p:ph type="body" sz="quarter" idx="20"/>
          </p:nvPr>
        </p:nvSpPr>
        <p:spPr>
          <a:xfrm>
            <a:off x="4406900" y="5359139"/>
            <a:ext cx="3562349" cy="692412"/>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sp>
        <p:nvSpPr>
          <p:cNvPr id="13" name="Content Placeholder 2">
            <a:extLst>
              <a:ext uri="{FF2B5EF4-FFF2-40B4-BE49-F238E27FC236}">
                <a16:creationId xmlns:a16="http://schemas.microsoft.com/office/drawing/2014/main" id="{5DEC9EC0-0A9C-AD30-D8B4-BDAFC16D9D6A}"/>
              </a:ext>
            </a:extLst>
          </p:cNvPr>
          <p:cNvSpPr>
            <a:spLocks noGrp="1"/>
          </p:cNvSpPr>
          <p:nvPr>
            <p:ph idx="21" hasCustomPrompt="1"/>
          </p:nvPr>
        </p:nvSpPr>
        <p:spPr>
          <a:xfrm>
            <a:off x="8210552" y="1573620"/>
            <a:ext cx="3562349" cy="355738"/>
          </a:xfrm>
        </p:spPr>
        <p:txBody>
          <a:bodyPr/>
          <a:lstStyle/>
          <a:p>
            <a:pPr lvl="0"/>
            <a:r>
              <a:rPr lang="en-US" dirty="0"/>
              <a:t>Click to edit text styles</a:t>
            </a:r>
          </a:p>
        </p:txBody>
      </p:sp>
      <p:sp>
        <p:nvSpPr>
          <p:cNvPr id="17" name="Picture Placeholder 13">
            <a:extLst>
              <a:ext uri="{FF2B5EF4-FFF2-40B4-BE49-F238E27FC236}">
                <a16:creationId xmlns:a16="http://schemas.microsoft.com/office/drawing/2014/main" id="{6CFA9FC5-F07D-1CC2-DC50-3EB8E61D9119}"/>
              </a:ext>
            </a:extLst>
          </p:cNvPr>
          <p:cNvSpPr>
            <a:spLocks noGrp="1"/>
          </p:cNvSpPr>
          <p:nvPr>
            <p:ph type="pic" sz="quarter" idx="22"/>
          </p:nvPr>
        </p:nvSpPr>
        <p:spPr>
          <a:xfrm>
            <a:off x="8210551" y="2073275"/>
            <a:ext cx="3562349" cy="3190875"/>
          </a:xfrm>
        </p:spPr>
        <p:txBody>
          <a:bodyPr lIns="90000" tIns="90000"/>
          <a:lstStyle>
            <a:lvl1pPr>
              <a:defRPr sz="1400" b="0"/>
            </a:lvl1pPr>
          </a:lstStyle>
          <a:p>
            <a:r>
              <a:rPr lang="en-US"/>
              <a:t>Click icon to add picture</a:t>
            </a:r>
            <a:endParaRPr lang="en-GB" dirty="0"/>
          </a:p>
        </p:txBody>
      </p:sp>
      <p:sp>
        <p:nvSpPr>
          <p:cNvPr id="18" name="Text Placeholder 11">
            <a:extLst>
              <a:ext uri="{FF2B5EF4-FFF2-40B4-BE49-F238E27FC236}">
                <a16:creationId xmlns:a16="http://schemas.microsoft.com/office/drawing/2014/main" id="{ACC3CE1F-FC53-0F86-9C92-D632E6EFFFF0}"/>
              </a:ext>
            </a:extLst>
          </p:cNvPr>
          <p:cNvSpPr>
            <a:spLocks noGrp="1"/>
          </p:cNvSpPr>
          <p:nvPr>
            <p:ph type="body" sz="quarter" idx="23"/>
          </p:nvPr>
        </p:nvSpPr>
        <p:spPr>
          <a:xfrm>
            <a:off x="8210551" y="5359139"/>
            <a:ext cx="3562349" cy="692412"/>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pic>
        <p:nvPicPr>
          <p:cNvPr id="4" name="Picture 3">
            <a:extLst>
              <a:ext uri="{FF2B5EF4-FFF2-40B4-BE49-F238E27FC236}">
                <a16:creationId xmlns:a16="http://schemas.microsoft.com/office/drawing/2014/main" id="{AECA0151-005B-24C8-CF3E-521AC30F0AF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855245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ull bleed image [Light] +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yellow and orange gradient&#10;&#10;Description automatically generated">
            <a:extLst>
              <a:ext uri="{FF2B5EF4-FFF2-40B4-BE49-F238E27FC236}">
                <a16:creationId xmlns:a16="http://schemas.microsoft.com/office/drawing/2014/main" id="{816D6385-18A1-6221-5006-883352883F8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06715" y="4075977"/>
            <a:ext cx="4333396" cy="2923323"/>
          </a:xfrm>
          <a:prstGeom prst="rect">
            <a:avLst/>
          </a:prstGeom>
        </p:spPr>
      </p:pic>
      <p:sp>
        <p:nvSpPr>
          <p:cNvPr id="2" name="Title 1">
            <a:extLst>
              <a:ext uri="{FF2B5EF4-FFF2-40B4-BE49-F238E27FC236}">
                <a16:creationId xmlns:a16="http://schemas.microsoft.com/office/drawing/2014/main" id="{6F338A58-465D-29BC-3745-035187C7CF41}"/>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03AF2D71-F647-C342-B16D-56C6AF9BC99F}"/>
              </a:ext>
            </a:extLst>
          </p:cNvPr>
          <p:cNvSpPr>
            <a:spLocks noGrp="1"/>
          </p:cNvSpPr>
          <p:nvPr>
            <p:ph type="ftr" sz="quarter" idx="11"/>
          </p:nvPr>
        </p:nvSpPr>
        <p:spPr>
          <a:xfrm>
            <a:off x="8389856" y="6449644"/>
            <a:ext cx="2687994" cy="180000"/>
          </a:xfrm>
        </p:spPr>
        <p:txBody>
          <a:bodyPr/>
          <a:lstStyle>
            <a:lvl1pPr>
              <a:defRPr>
                <a:solidFill>
                  <a:schemeClr val="tx1"/>
                </a:solidFill>
              </a:defRPr>
            </a:lvl1pPr>
          </a:lstStyle>
          <a:p>
            <a:r>
              <a:rPr lang="en-GB"/>
              <a:t>Insert menu &gt; Header &amp; Footer button</a:t>
            </a:r>
            <a:endParaRPr lang="en-GB" dirty="0"/>
          </a:p>
        </p:txBody>
      </p:sp>
      <p:sp>
        <p:nvSpPr>
          <p:cNvPr id="5" name="Slide Number Placeholder 4">
            <a:extLst>
              <a:ext uri="{FF2B5EF4-FFF2-40B4-BE49-F238E27FC236}">
                <a16:creationId xmlns:a16="http://schemas.microsoft.com/office/drawing/2014/main" id="{E364B384-59B0-AF00-1B1B-6C83719C637C}"/>
              </a:ext>
            </a:extLst>
          </p:cNvPr>
          <p:cNvSpPr>
            <a:spLocks noGrp="1"/>
          </p:cNvSpPr>
          <p:nvPr>
            <p:ph type="sldNum" sz="quarter" idx="12"/>
          </p:nvPr>
        </p:nvSpPr>
        <p:spPr/>
        <p:txBody>
          <a:bodyPr/>
          <a:lstStyle>
            <a:lvl1pPr>
              <a:defRPr>
                <a:solidFill>
                  <a:schemeClr val="tx1"/>
                </a:solidFill>
              </a:defRPr>
            </a:lvl1pPr>
          </a:lstStyle>
          <a:p>
            <a:fld id="{03CB0E19-F4C8-4F98-96D2-CE1ECDE59975}" type="slidenum">
              <a:rPr lang="en-GB" smtClean="0"/>
              <a:pPr/>
              <a:t>‹#›</a:t>
            </a:fld>
            <a:endParaRPr lang="en-GB"/>
          </a:p>
        </p:txBody>
      </p:sp>
      <p:sp>
        <p:nvSpPr>
          <p:cNvPr id="9" name="Text Placeholder 11">
            <a:extLst>
              <a:ext uri="{FF2B5EF4-FFF2-40B4-BE49-F238E27FC236}">
                <a16:creationId xmlns:a16="http://schemas.microsoft.com/office/drawing/2014/main" id="{A92187FE-E661-7028-83F4-C00A7BBC9C0E}"/>
              </a:ext>
            </a:extLst>
          </p:cNvPr>
          <p:cNvSpPr>
            <a:spLocks noGrp="1"/>
          </p:cNvSpPr>
          <p:nvPr>
            <p:ph type="body" sz="quarter" idx="17"/>
          </p:nvPr>
        </p:nvSpPr>
        <p:spPr>
          <a:xfrm>
            <a:off x="9250680" y="5242706"/>
            <a:ext cx="1900238" cy="807574"/>
          </a:xfrm>
        </p:spPr>
        <p:txBody>
          <a:bodyPr/>
          <a:lstStyle>
            <a:lvl1pPr>
              <a:lnSpc>
                <a:spcPct val="100000"/>
              </a:lnSpc>
              <a:spcBef>
                <a:spcPts val="0"/>
              </a:spcBef>
              <a:defRPr sz="1000">
                <a:solidFill>
                  <a:srgbClr val="002068"/>
                </a:solidFill>
              </a:defRPr>
            </a:lvl1pPr>
            <a:lvl2pPr>
              <a:lnSpc>
                <a:spcPct val="100000"/>
              </a:lnSpc>
              <a:spcBef>
                <a:spcPts val="0"/>
              </a:spcBef>
              <a:defRPr sz="1000">
                <a:solidFill>
                  <a:srgbClr val="002068"/>
                </a:solidFill>
              </a:defRPr>
            </a:lvl2pPr>
          </a:lstStyle>
          <a:p>
            <a:pPr lvl="0"/>
            <a:r>
              <a:rPr lang="en-US"/>
              <a:t>Click to edit Master text styles</a:t>
            </a:r>
          </a:p>
          <a:p>
            <a:pPr lvl="1"/>
            <a:r>
              <a:rPr lang="en-US"/>
              <a:t>Second level</a:t>
            </a:r>
          </a:p>
        </p:txBody>
      </p:sp>
      <p:pic>
        <p:nvPicPr>
          <p:cNvPr id="3" name="Picture 2">
            <a:extLst>
              <a:ext uri="{FF2B5EF4-FFF2-40B4-BE49-F238E27FC236}">
                <a16:creationId xmlns:a16="http://schemas.microsoft.com/office/drawing/2014/main" id="{FDCD79BA-CAF7-9026-0080-6F10C42F5DD3}"/>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95288922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ull bleed image + Shap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00CA3A-D5C6-6306-F264-B33E7114A570}"/>
              </a:ext>
            </a:extLst>
          </p:cNvPr>
          <p:cNvPicPr>
            <a:picLocks noChangeAspect="1"/>
          </p:cNvPicPr>
          <p:nvPr userDrawn="1"/>
        </p:nvPicPr>
        <p:blipFill>
          <a:blip r:embed="rId3"/>
          <a:stretch>
            <a:fillRect/>
          </a:stretch>
        </p:blipFill>
        <p:spPr>
          <a:xfrm>
            <a:off x="1" y="5276289"/>
            <a:ext cx="4892510" cy="1591137"/>
          </a:xfrm>
          <a:prstGeom prst="rect">
            <a:avLst/>
          </a:prstGeom>
        </p:spPr>
      </p:pic>
      <p:sp>
        <p:nvSpPr>
          <p:cNvPr id="2" name="Title 1">
            <a:extLst>
              <a:ext uri="{FF2B5EF4-FFF2-40B4-BE49-F238E27FC236}">
                <a16:creationId xmlns:a16="http://schemas.microsoft.com/office/drawing/2014/main" id="{6F338A58-465D-29BC-3745-035187C7CF41}"/>
              </a:ext>
            </a:extLst>
          </p:cNvPr>
          <p:cNvSpPr>
            <a:spLocks noGrp="1"/>
          </p:cNvSpPr>
          <p:nvPr>
            <p:ph type="title"/>
          </p:nvPr>
        </p:nvSpPr>
        <p:spPr>
          <a:xfrm>
            <a:off x="604838" y="311086"/>
            <a:ext cx="7364412" cy="1065278"/>
          </a:xfrm>
        </p:spPr>
        <p:txBody>
          <a:bodyPr/>
          <a:lstStyle>
            <a:lvl1pPr>
              <a:defRPr>
                <a:solidFill>
                  <a:schemeClr val="bg1"/>
                </a:solidFill>
              </a:defRPr>
            </a:lvl1p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03AF2D71-F647-C342-B16D-56C6AF9BC99F}"/>
              </a:ext>
            </a:extLst>
          </p:cNvPr>
          <p:cNvSpPr>
            <a:spLocks noGrp="1"/>
          </p:cNvSpPr>
          <p:nvPr>
            <p:ph type="ftr" sz="quarter" idx="11"/>
          </p:nvPr>
        </p:nvSpPr>
        <p:spPr/>
        <p:txBody>
          <a:bodyPr/>
          <a:lstStyle>
            <a:lvl1pPr>
              <a:defRPr>
                <a:solidFill>
                  <a:schemeClr val="bg1"/>
                </a:solidFill>
              </a:defRPr>
            </a:lvl1pPr>
          </a:lstStyle>
          <a:p>
            <a:r>
              <a:rPr lang="en-GB"/>
              <a:t>Insert menu &gt; Header &amp; Footer button</a:t>
            </a:r>
          </a:p>
        </p:txBody>
      </p:sp>
      <p:sp>
        <p:nvSpPr>
          <p:cNvPr id="5" name="Slide Number Placeholder 4">
            <a:extLst>
              <a:ext uri="{FF2B5EF4-FFF2-40B4-BE49-F238E27FC236}">
                <a16:creationId xmlns:a16="http://schemas.microsoft.com/office/drawing/2014/main" id="{E364B384-59B0-AF00-1B1B-6C83719C637C}"/>
              </a:ext>
            </a:extLst>
          </p:cNvPr>
          <p:cNvSpPr>
            <a:spLocks noGrp="1"/>
          </p:cNvSpPr>
          <p:nvPr>
            <p:ph type="sldNum" sz="quarter" idx="12"/>
          </p:nvPr>
        </p:nvSpPr>
        <p:spPr/>
        <p:txBody>
          <a:bodyPr/>
          <a:lstStyle>
            <a:lvl1pPr>
              <a:defRPr>
                <a:solidFill>
                  <a:schemeClr val="bg1"/>
                </a:solidFill>
              </a:defRPr>
            </a:lvl1pPr>
          </a:lstStyle>
          <a:p>
            <a:fld id="{03CB0E19-F4C8-4F98-96D2-CE1ECDE59975}" type="slidenum">
              <a:rPr lang="en-GB" smtClean="0"/>
              <a:pPr/>
              <a:t>‹#›</a:t>
            </a:fld>
            <a:endParaRPr lang="en-GB" dirty="0"/>
          </a:p>
        </p:txBody>
      </p:sp>
      <p:pic>
        <p:nvPicPr>
          <p:cNvPr id="3" name="Picture 2">
            <a:extLst>
              <a:ext uri="{FF2B5EF4-FFF2-40B4-BE49-F238E27FC236}">
                <a16:creationId xmlns:a16="http://schemas.microsoft.com/office/drawing/2014/main" id="{E742DB7D-E407-5F5A-966C-150D9FA07A5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716519742"/>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Caption + Large Copy [Ligh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84EBD29-A2BA-219B-6568-CD365506F9B0}"/>
              </a:ext>
            </a:extLst>
          </p:cNvPr>
          <p:cNvSpPr>
            <a:spLocks noGrp="1"/>
          </p:cNvSpPr>
          <p:nvPr>
            <p:ph type="pic" sz="quarter" idx="18"/>
          </p:nvPr>
        </p:nvSpPr>
        <p:spPr>
          <a:xfrm>
            <a:off x="0" y="0"/>
            <a:ext cx="6070600" cy="6858000"/>
          </a:xfrm>
        </p:spPr>
        <p:txBody>
          <a:bodyPr lIns="90000" tIns="90000"/>
          <a:lstStyle>
            <a:lvl1pPr>
              <a:defRPr sz="1400" b="0"/>
            </a:lvl1pPr>
          </a:lstStyle>
          <a:p>
            <a:r>
              <a:rPr lang="en-US"/>
              <a:t>Click icon to add picture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551628" y="278092"/>
            <a:ext cx="5221272" cy="5773458"/>
          </a:xfrm>
        </p:spPr>
        <p:txBody>
          <a:bodyPr/>
          <a:lstStyle>
            <a:lvl1pPr>
              <a:defRPr sz="4000" b="0" spc="-70" baseline="0">
                <a:solidFill>
                  <a:srgbClr val="002068"/>
                </a:solidFill>
              </a:defRPr>
            </a:lvl1pPr>
          </a:lstStyle>
          <a:p>
            <a:pPr lvl="0"/>
            <a:r>
              <a:rPr lang="en-US"/>
              <a:t>Click to edit Master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Text Placeholder 11">
            <a:extLst>
              <a:ext uri="{FF2B5EF4-FFF2-40B4-BE49-F238E27FC236}">
                <a16:creationId xmlns:a16="http://schemas.microsoft.com/office/drawing/2014/main" id="{255C1757-8828-AD56-B8D3-6885A848EDF9}"/>
              </a:ext>
            </a:extLst>
          </p:cNvPr>
          <p:cNvSpPr>
            <a:spLocks noGrp="1"/>
          </p:cNvSpPr>
          <p:nvPr>
            <p:ph type="body" sz="quarter" idx="17"/>
          </p:nvPr>
        </p:nvSpPr>
        <p:spPr>
          <a:xfrm>
            <a:off x="604838" y="5233035"/>
            <a:ext cx="3562390" cy="818515"/>
          </a:xfrm>
        </p:spPr>
        <p:txBody>
          <a:bodyPr/>
          <a:lstStyle>
            <a:lvl1pPr>
              <a:lnSpc>
                <a:spcPct val="100000"/>
              </a:lnSpc>
              <a:spcBef>
                <a:spcPts val="0"/>
              </a:spcBef>
              <a:defRPr sz="1000">
                <a:solidFill>
                  <a:schemeClr val="tx1"/>
                </a:solidFill>
              </a:defRPr>
            </a:lvl1pPr>
            <a:lvl2pPr>
              <a:lnSpc>
                <a:spcPct val="100000"/>
              </a:lnSpc>
              <a:spcBef>
                <a:spcPts val="0"/>
              </a:spcBef>
              <a:defRPr sz="1000">
                <a:solidFill>
                  <a:schemeClr val="tx1"/>
                </a:solidFill>
              </a:defRPr>
            </a:lvl2pPr>
          </a:lstStyle>
          <a:p>
            <a:pPr lvl="0"/>
            <a:r>
              <a:rPr lang="en-US"/>
              <a:t>Click to edit Master text styles</a:t>
            </a:r>
          </a:p>
          <a:p>
            <a:pPr lvl="1"/>
            <a:r>
              <a:rPr lang="en-US"/>
              <a:t>Second level</a:t>
            </a:r>
          </a:p>
        </p:txBody>
      </p:sp>
      <p:pic>
        <p:nvPicPr>
          <p:cNvPr id="2" name="Picture 1">
            <a:extLst>
              <a:ext uri="{FF2B5EF4-FFF2-40B4-BE49-F238E27FC236}">
                <a16:creationId xmlns:a16="http://schemas.microsoft.com/office/drawing/2014/main" id="{82A464A1-EE84-A23B-881D-10670F2C8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40337593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Caption + Large Copy [Shap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A5B02303-1EE2-81CD-39CF-6C01FF93C200}"/>
              </a:ext>
            </a:extLst>
          </p:cNvPr>
          <p:cNvSpPr>
            <a:spLocks noGrp="1"/>
          </p:cNvSpPr>
          <p:nvPr>
            <p:ph type="pic" sz="quarter" idx="13"/>
          </p:nvPr>
        </p:nvSpPr>
        <p:spPr>
          <a:xfrm>
            <a:off x="-3811" y="0"/>
            <a:ext cx="6092517" cy="6858000"/>
          </a:xfrm>
          <a:custGeom>
            <a:avLst/>
            <a:gdLst>
              <a:gd name="connsiteX0" fmla="*/ 0 w 3702050"/>
              <a:gd name="connsiteY0" fmla="*/ 0 h 4167187"/>
              <a:gd name="connsiteX1" fmla="*/ 3702050 w 3702050"/>
              <a:gd name="connsiteY1" fmla="*/ 0 h 4167187"/>
              <a:gd name="connsiteX2" fmla="*/ 3702050 w 3702050"/>
              <a:gd name="connsiteY2" fmla="*/ 4167187 h 4167187"/>
              <a:gd name="connsiteX3" fmla="*/ 2952573 w 3702050"/>
              <a:gd name="connsiteY3" fmla="*/ 4167187 h 4167187"/>
              <a:gd name="connsiteX4" fmla="*/ 1403461 w 3702050"/>
              <a:gd name="connsiteY4" fmla="*/ 3267190 h 4167187"/>
              <a:gd name="connsiteX5" fmla="*/ 746584 w 3702050"/>
              <a:gd name="connsiteY5" fmla="*/ 3443717 h 4167187"/>
              <a:gd name="connsiteX6" fmla="*/ 333744 w 3702050"/>
              <a:gd name="connsiteY6" fmla="*/ 3685838 h 4167187"/>
              <a:gd name="connsiteX7" fmla="*/ 323134 w 3702050"/>
              <a:gd name="connsiteY7" fmla="*/ 3685838 h 4167187"/>
              <a:gd name="connsiteX8" fmla="*/ 0 w 3702050"/>
              <a:gd name="connsiteY8" fmla="*/ 3817992 h 4167187"/>
              <a:gd name="connsiteX9" fmla="*/ 0 w 3702050"/>
              <a:gd name="connsiteY9" fmla="*/ 3737980 h 4167187"/>
              <a:gd name="connsiteX10" fmla="*/ 0 w 3702050"/>
              <a:gd name="connsiteY10" fmla="*/ 0 h 416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2050" h="4167187">
                <a:moveTo>
                  <a:pt x="0" y="0"/>
                </a:moveTo>
                <a:lnTo>
                  <a:pt x="3702050" y="0"/>
                </a:lnTo>
                <a:cubicBezTo>
                  <a:pt x="3702050" y="0"/>
                  <a:pt x="3702050" y="0"/>
                  <a:pt x="3702050" y="4167187"/>
                </a:cubicBezTo>
                <a:cubicBezTo>
                  <a:pt x="3702050" y="4167187"/>
                  <a:pt x="3702050" y="4167187"/>
                  <a:pt x="2952573" y="4167187"/>
                </a:cubicBezTo>
                <a:cubicBezTo>
                  <a:pt x="2952573" y="4167187"/>
                  <a:pt x="2952573" y="4167187"/>
                  <a:pt x="1403461" y="3267190"/>
                </a:cubicBezTo>
                <a:cubicBezTo>
                  <a:pt x="1172927" y="3134072"/>
                  <a:pt x="879695" y="3213171"/>
                  <a:pt x="746584" y="3443717"/>
                </a:cubicBezTo>
                <a:cubicBezTo>
                  <a:pt x="658807" y="3597093"/>
                  <a:pt x="498687" y="3683909"/>
                  <a:pt x="333744" y="3685838"/>
                </a:cubicBezTo>
                <a:cubicBezTo>
                  <a:pt x="333744" y="3685838"/>
                  <a:pt x="333744" y="3685838"/>
                  <a:pt x="323134" y="3685838"/>
                </a:cubicBezTo>
                <a:cubicBezTo>
                  <a:pt x="197739" y="3687768"/>
                  <a:pt x="83919" y="3737928"/>
                  <a:pt x="0" y="3817992"/>
                </a:cubicBezTo>
                <a:lnTo>
                  <a:pt x="0" y="3737980"/>
                </a:lnTo>
                <a:cubicBezTo>
                  <a:pt x="0" y="3251545"/>
                  <a:pt x="0" y="2213818"/>
                  <a:pt x="0" y="0"/>
                </a:cubicBezTo>
                <a:close/>
              </a:path>
            </a:pathLst>
          </a:custGeom>
        </p:spPr>
        <p:txBody>
          <a:bodyPr wrap="square" lIns="90000" tIns="90000">
            <a:noAutofit/>
          </a:bodyPr>
          <a:lstStyle>
            <a:lvl1pPr>
              <a:defRPr sz="1400" b="0"/>
            </a:lvl1pPr>
          </a:lstStyle>
          <a:p>
            <a:r>
              <a:rPr lang="en-US"/>
              <a:t>Click icon to add picture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551628" y="278092"/>
            <a:ext cx="5221272" cy="5773458"/>
          </a:xfrm>
        </p:spPr>
        <p:txBody>
          <a:bodyPr/>
          <a:lstStyle>
            <a:lvl1pPr>
              <a:defRPr sz="4000" b="0" spc="-70" baseline="0">
                <a:solidFill>
                  <a:srgbClr val="002068"/>
                </a:solidFill>
              </a:defRPr>
            </a:lvl1pPr>
          </a:lstStyle>
          <a:p>
            <a:pPr lvl="0"/>
            <a:r>
              <a:rPr lang="en-US"/>
              <a:t>Click to edit Master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pic>
        <p:nvPicPr>
          <p:cNvPr id="4" name="Picture 3">
            <a:extLst>
              <a:ext uri="{FF2B5EF4-FFF2-40B4-BE49-F238E27FC236}">
                <a16:creationId xmlns:a16="http://schemas.microsoft.com/office/drawing/2014/main" id="{981FBC89-74CA-0EA5-E00A-CE9A96E9D7D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6038740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Caption + Large Copy [Dar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84EBD29-A2BA-219B-6568-CD365506F9B0}"/>
              </a:ext>
            </a:extLst>
          </p:cNvPr>
          <p:cNvSpPr>
            <a:spLocks noGrp="1"/>
          </p:cNvSpPr>
          <p:nvPr>
            <p:ph type="pic" sz="quarter" idx="18"/>
          </p:nvPr>
        </p:nvSpPr>
        <p:spPr>
          <a:xfrm>
            <a:off x="0" y="0"/>
            <a:ext cx="6070600" cy="6858000"/>
          </a:xfrm>
          <a:solidFill>
            <a:schemeClr val="tx1"/>
          </a:solidFill>
        </p:spPr>
        <p:txBody>
          <a:bodyPr lIns="90000" tIns="90000"/>
          <a:lstStyle>
            <a:lvl1pPr>
              <a:defRPr sz="1400" b="0">
                <a:solidFill>
                  <a:schemeClr val="bg1"/>
                </a:solidFill>
              </a:defRPr>
            </a:lvl1pPr>
          </a:lstStyle>
          <a:p>
            <a:r>
              <a:rPr lang="en-US"/>
              <a:t>Click icon to add picture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551628" y="278092"/>
            <a:ext cx="5221272" cy="5773458"/>
          </a:xfrm>
        </p:spPr>
        <p:txBody>
          <a:bodyPr/>
          <a:lstStyle>
            <a:lvl1pPr>
              <a:defRPr sz="4000" b="0" spc="-70" baseline="0">
                <a:solidFill>
                  <a:srgbClr val="002068"/>
                </a:solidFill>
              </a:defRPr>
            </a:lvl1pPr>
          </a:lstStyle>
          <a:p>
            <a:pPr lvl="0"/>
            <a:r>
              <a:rPr lang="en-US"/>
              <a:t>Click to edit Master text styles</a:t>
            </a:r>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Text Placeholder 11">
            <a:extLst>
              <a:ext uri="{FF2B5EF4-FFF2-40B4-BE49-F238E27FC236}">
                <a16:creationId xmlns:a16="http://schemas.microsoft.com/office/drawing/2014/main" id="{255C1757-8828-AD56-B8D3-6885A848EDF9}"/>
              </a:ext>
            </a:extLst>
          </p:cNvPr>
          <p:cNvSpPr>
            <a:spLocks noGrp="1"/>
          </p:cNvSpPr>
          <p:nvPr>
            <p:ph type="body" sz="quarter" idx="17"/>
          </p:nvPr>
        </p:nvSpPr>
        <p:spPr>
          <a:xfrm>
            <a:off x="604838" y="5233035"/>
            <a:ext cx="3562390" cy="818515"/>
          </a:xfrm>
        </p:spPr>
        <p:txBody>
          <a:bodyPr/>
          <a:lstStyle>
            <a:lvl1pPr>
              <a:lnSpc>
                <a:spcPct val="100000"/>
              </a:lnSpc>
              <a:spcBef>
                <a:spcPts val="0"/>
              </a:spcBef>
              <a:defRPr sz="1000">
                <a:solidFill>
                  <a:schemeClr val="bg1"/>
                </a:solidFill>
              </a:defRPr>
            </a:lvl1pPr>
            <a:lvl2pPr>
              <a:lnSpc>
                <a:spcPct val="100000"/>
              </a:lnSpc>
              <a:spcBef>
                <a:spcPts val="0"/>
              </a:spcBef>
              <a:defRPr sz="1000">
                <a:solidFill>
                  <a:schemeClr val="bg1"/>
                </a:solidFill>
              </a:defRPr>
            </a:lvl2pPr>
          </a:lstStyle>
          <a:p>
            <a:pPr lvl="0"/>
            <a:r>
              <a:rPr lang="en-US"/>
              <a:t>Click to edit Master text styles</a:t>
            </a:r>
          </a:p>
          <a:p>
            <a:pPr lvl="1"/>
            <a:r>
              <a:rPr lang="en-US"/>
              <a:t>Second level</a:t>
            </a:r>
          </a:p>
        </p:txBody>
      </p:sp>
      <p:pic>
        <p:nvPicPr>
          <p:cNvPr id="4" name="Picture 3">
            <a:extLst>
              <a:ext uri="{FF2B5EF4-FFF2-40B4-BE49-F238E27FC236}">
                <a16:creationId xmlns:a16="http://schemas.microsoft.com/office/drawing/2014/main" id="{7AE4799D-5266-2C4B-5856-EB8982C68762}"/>
              </a:ext>
            </a:extLst>
          </p:cNvPr>
          <p:cNvPicPr>
            <a:picLocks noChangeAspect="1"/>
          </p:cNvPicPr>
          <p:nvPr userDrawn="1"/>
        </p:nvPicPr>
        <p:blipFill>
          <a:blip r:embed="rId2"/>
          <a:stretch>
            <a:fillRect/>
          </a:stretch>
        </p:blipFill>
        <p:spPr>
          <a:xfrm>
            <a:off x="414000" y="6134400"/>
            <a:ext cx="3438000" cy="641849"/>
          </a:xfrm>
          <a:prstGeom prst="rect">
            <a:avLst/>
          </a:prstGeom>
        </p:spPr>
      </p:pic>
    </p:spTree>
    <p:extLst>
      <p:ext uri="{BB962C8B-B14F-4D97-AF65-F5344CB8AC3E}">
        <p14:creationId xmlns:p14="http://schemas.microsoft.com/office/powerpoint/2010/main" val="40355670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Text, Image, Shape">
    <p:spTree>
      <p:nvGrpSpPr>
        <p:cNvPr id="1" name=""/>
        <p:cNvGrpSpPr/>
        <p:nvPr/>
      </p:nvGrpSpPr>
      <p:grpSpPr>
        <a:xfrm>
          <a:off x="0" y="0"/>
          <a:ext cx="0" cy="0"/>
          <a:chOff x="0" y="0"/>
          <a:chExt cx="0" cy="0"/>
        </a:xfrm>
      </p:grpSpPr>
      <p:pic>
        <p:nvPicPr>
          <p:cNvPr id="7" name="Picture 6" descr="A black and orange gradient&#10;&#10;Description automatically generated">
            <a:extLst>
              <a:ext uri="{FF2B5EF4-FFF2-40B4-BE49-F238E27FC236}">
                <a16:creationId xmlns:a16="http://schemas.microsoft.com/office/drawing/2014/main" id="{D2F55EE1-7460-5919-DC57-5004602FC1A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566535" y="5010151"/>
            <a:ext cx="3449872" cy="1851438"/>
          </a:xfrm>
          <a:prstGeom prst="rect">
            <a:avLst/>
          </a:prstGeom>
        </p:spPr>
      </p:pic>
      <p:sp>
        <p:nvSpPr>
          <p:cNvPr id="8" name="Picture Placeholder 7">
            <a:extLst>
              <a:ext uri="{FF2B5EF4-FFF2-40B4-BE49-F238E27FC236}">
                <a16:creationId xmlns:a16="http://schemas.microsoft.com/office/drawing/2014/main" id="{5DA7FDAF-9EA2-3D56-E09E-312DA2459881}"/>
              </a:ext>
            </a:extLst>
          </p:cNvPr>
          <p:cNvSpPr>
            <a:spLocks noGrp="1" noChangeAspect="1"/>
          </p:cNvSpPr>
          <p:nvPr>
            <p:ph type="pic" sz="quarter" idx="10"/>
          </p:nvPr>
        </p:nvSpPr>
        <p:spPr>
          <a:xfrm>
            <a:off x="5397535" y="0"/>
            <a:ext cx="6794466" cy="6858000"/>
          </a:xfrm>
          <a:custGeom>
            <a:avLst/>
            <a:gdLst>
              <a:gd name="connsiteX0" fmla="*/ 0 w 2716213"/>
              <a:gd name="connsiteY0" fmla="*/ 0 h 2741612"/>
              <a:gd name="connsiteX1" fmla="*/ 2716213 w 2716213"/>
              <a:gd name="connsiteY1" fmla="*/ 0 h 2741612"/>
              <a:gd name="connsiteX2" fmla="*/ 2716213 w 2716213"/>
              <a:gd name="connsiteY2" fmla="*/ 2741612 h 2741612"/>
              <a:gd name="connsiteX3" fmla="*/ 1821386 w 2716213"/>
              <a:gd name="connsiteY3" fmla="*/ 2741612 h 2741612"/>
              <a:gd name="connsiteX4" fmla="*/ 1808693 w 2716213"/>
              <a:gd name="connsiteY4" fmla="*/ 2468720 h 2741612"/>
              <a:gd name="connsiteX5" fmla="*/ 1707153 w 2716213"/>
              <a:gd name="connsiteY5" fmla="*/ 2221214 h 2741612"/>
              <a:gd name="connsiteX6" fmla="*/ 1497725 w 2716213"/>
              <a:gd name="connsiteY6" fmla="*/ 2062556 h 2741612"/>
              <a:gd name="connsiteX7" fmla="*/ 1237527 w 2716213"/>
              <a:gd name="connsiteY7" fmla="*/ 2030824 h 2741612"/>
              <a:gd name="connsiteX8" fmla="*/ 1104255 w 2716213"/>
              <a:gd name="connsiteY8" fmla="*/ 2062556 h 2741612"/>
              <a:gd name="connsiteX9" fmla="*/ 990022 w 2716213"/>
              <a:gd name="connsiteY9" fmla="*/ 2132365 h 2741612"/>
              <a:gd name="connsiteX10" fmla="*/ 742516 w 2716213"/>
              <a:gd name="connsiteY10" fmla="*/ 2233906 h 2741612"/>
              <a:gd name="connsiteX11" fmla="*/ 482318 w 2716213"/>
              <a:gd name="connsiteY11" fmla="*/ 2195828 h 2741612"/>
              <a:gd name="connsiteX12" fmla="*/ 272891 w 2716213"/>
              <a:gd name="connsiteY12" fmla="*/ 2037170 h 2741612"/>
              <a:gd name="connsiteX13" fmla="*/ 171350 w 2716213"/>
              <a:gd name="connsiteY13" fmla="*/ 1789664 h 2741612"/>
              <a:gd name="connsiteX14" fmla="*/ 203082 w 2716213"/>
              <a:gd name="connsiteY14" fmla="*/ 1529464 h 2741612"/>
              <a:gd name="connsiteX15" fmla="*/ 368085 w 2716213"/>
              <a:gd name="connsiteY15" fmla="*/ 1320036 h 2741612"/>
              <a:gd name="connsiteX16" fmla="*/ 526742 w 2716213"/>
              <a:gd name="connsiteY16" fmla="*/ 1104261 h 2741612"/>
              <a:gd name="connsiteX17" fmla="*/ 558474 w 2716213"/>
              <a:gd name="connsiteY17" fmla="*/ 844061 h 2741612"/>
              <a:gd name="connsiteX18" fmla="*/ 456933 w 2716213"/>
              <a:gd name="connsiteY18" fmla="*/ 596555 h 2741612"/>
              <a:gd name="connsiteX19" fmla="*/ 0 w 2716213"/>
              <a:gd name="connsiteY19" fmla="*/ 0 h 274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16213" h="2741612">
                <a:moveTo>
                  <a:pt x="0" y="0"/>
                </a:moveTo>
                <a:lnTo>
                  <a:pt x="2716213" y="0"/>
                </a:lnTo>
                <a:cubicBezTo>
                  <a:pt x="2716213" y="2741612"/>
                  <a:pt x="2716213" y="2741612"/>
                  <a:pt x="2716213" y="2741612"/>
                </a:cubicBezTo>
                <a:cubicBezTo>
                  <a:pt x="1821386" y="2741612"/>
                  <a:pt x="1821386" y="2741612"/>
                  <a:pt x="1821386" y="2741612"/>
                </a:cubicBezTo>
                <a:cubicBezTo>
                  <a:pt x="1827732" y="2652764"/>
                  <a:pt x="1821386" y="2557569"/>
                  <a:pt x="1808693" y="2468720"/>
                </a:cubicBezTo>
                <a:cubicBezTo>
                  <a:pt x="1796001" y="2373525"/>
                  <a:pt x="1764269" y="2291023"/>
                  <a:pt x="1707153" y="2221214"/>
                </a:cubicBezTo>
                <a:cubicBezTo>
                  <a:pt x="1656382" y="2151404"/>
                  <a:pt x="1580227" y="2094287"/>
                  <a:pt x="1497725" y="2062556"/>
                </a:cubicBezTo>
                <a:cubicBezTo>
                  <a:pt x="1415223" y="2030824"/>
                  <a:pt x="1326375" y="2018131"/>
                  <a:pt x="1237527" y="2030824"/>
                </a:cubicBezTo>
                <a:cubicBezTo>
                  <a:pt x="1186757" y="2037170"/>
                  <a:pt x="1142333" y="2043517"/>
                  <a:pt x="1104255" y="2062556"/>
                </a:cubicBezTo>
                <a:cubicBezTo>
                  <a:pt x="1059831" y="2081594"/>
                  <a:pt x="1021753" y="2100633"/>
                  <a:pt x="990022" y="2132365"/>
                </a:cubicBezTo>
                <a:cubicBezTo>
                  <a:pt x="920213" y="2183136"/>
                  <a:pt x="837711" y="2221214"/>
                  <a:pt x="742516" y="2233906"/>
                </a:cubicBezTo>
                <a:cubicBezTo>
                  <a:pt x="653668" y="2246599"/>
                  <a:pt x="564820" y="2227560"/>
                  <a:pt x="482318" y="2195828"/>
                </a:cubicBezTo>
                <a:cubicBezTo>
                  <a:pt x="399817" y="2164097"/>
                  <a:pt x="323661" y="2106980"/>
                  <a:pt x="272891" y="2037170"/>
                </a:cubicBezTo>
                <a:cubicBezTo>
                  <a:pt x="215774" y="1967361"/>
                  <a:pt x="184043" y="1884858"/>
                  <a:pt x="171350" y="1789664"/>
                </a:cubicBezTo>
                <a:cubicBezTo>
                  <a:pt x="158658" y="1700815"/>
                  <a:pt x="171350" y="1605620"/>
                  <a:pt x="203082" y="1529464"/>
                </a:cubicBezTo>
                <a:cubicBezTo>
                  <a:pt x="241159" y="1446962"/>
                  <a:pt x="291930" y="1370806"/>
                  <a:pt x="368085" y="1320036"/>
                </a:cubicBezTo>
                <a:cubicBezTo>
                  <a:pt x="437894" y="1262919"/>
                  <a:pt x="495011" y="1193109"/>
                  <a:pt x="526742" y="1104261"/>
                </a:cubicBezTo>
                <a:cubicBezTo>
                  <a:pt x="558474" y="1028105"/>
                  <a:pt x="571167" y="939256"/>
                  <a:pt x="558474" y="844061"/>
                </a:cubicBezTo>
                <a:cubicBezTo>
                  <a:pt x="552128" y="748866"/>
                  <a:pt x="514050" y="666364"/>
                  <a:pt x="456933" y="596555"/>
                </a:cubicBezTo>
                <a:cubicBezTo>
                  <a:pt x="0" y="0"/>
                  <a:pt x="0" y="0"/>
                  <a:pt x="0" y="0"/>
                </a:cubicBezTo>
                <a:close/>
              </a:path>
            </a:pathLst>
          </a:custGeom>
        </p:spPr>
        <p:txBody>
          <a:bodyPr wrap="square" tIns="360000">
            <a:noAutofit/>
          </a:bodyPr>
          <a:lstStyle>
            <a:lvl1pPr algn="ctr">
              <a:defRPr sz="1400" b="0"/>
            </a:lvl1pPr>
          </a:lstStyle>
          <a:p>
            <a:r>
              <a:rPr lang="en-US"/>
              <a:t>Click icon to add picture</a:t>
            </a:r>
            <a:endParaRPr lang="en-GB" dirty="0"/>
          </a:p>
        </p:txBody>
      </p:sp>
      <p:pic>
        <p:nvPicPr>
          <p:cNvPr id="4" name="Picture 3">
            <a:extLst>
              <a:ext uri="{FF2B5EF4-FFF2-40B4-BE49-F238E27FC236}">
                <a16:creationId xmlns:a16="http://schemas.microsoft.com/office/drawing/2014/main" id="{5CCA893B-12FC-BEFE-9665-A9C624A56CB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546576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5020628" cy="36905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9" name="Text Placeholder 8">
            <a:extLst>
              <a:ext uri="{FF2B5EF4-FFF2-40B4-BE49-F238E27FC236}">
                <a16:creationId xmlns:a16="http://schemas.microsoft.com/office/drawing/2014/main" id="{60230BA0-2D1F-683C-E805-0BB253A2997F}"/>
              </a:ext>
            </a:extLst>
          </p:cNvPr>
          <p:cNvSpPr>
            <a:spLocks noGrp="1"/>
          </p:cNvSpPr>
          <p:nvPr>
            <p:ph type="body" sz="quarter" idx="13" hasCustomPrompt="1"/>
          </p:nvPr>
        </p:nvSpPr>
        <p:spPr>
          <a:xfrm>
            <a:off x="604839" y="5464175"/>
            <a:ext cx="5465762"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spTree>
    <p:extLst>
      <p:ext uri="{BB962C8B-B14F-4D97-AF65-F5344CB8AC3E}">
        <p14:creationId xmlns:p14="http://schemas.microsoft.com/office/powerpoint/2010/main" val="909574744"/>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Text, Shape (Full Colour)">
    <p:spTree>
      <p:nvGrpSpPr>
        <p:cNvPr id="1" name=""/>
        <p:cNvGrpSpPr/>
        <p:nvPr/>
      </p:nvGrpSpPr>
      <p:grpSpPr>
        <a:xfrm>
          <a:off x="0" y="0"/>
          <a:ext cx="0" cy="0"/>
          <a:chOff x="0" y="0"/>
          <a:chExt cx="0" cy="0"/>
        </a:xfrm>
      </p:grpSpPr>
      <p:pic>
        <p:nvPicPr>
          <p:cNvPr id="11" name="Picture 10" descr="A colorful circle and black background&#10;&#10;Description automatically generated">
            <a:extLst>
              <a:ext uri="{FF2B5EF4-FFF2-40B4-BE49-F238E27FC236}">
                <a16:creationId xmlns:a16="http://schemas.microsoft.com/office/drawing/2014/main" id="{CCD54DE9-51DB-FB3B-B34D-8A2AF19C9CD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50100" y="0"/>
            <a:ext cx="5041900" cy="6858000"/>
          </a:xfrm>
          <a:prstGeom prst="rect">
            <a:avLst/>
          </a:prstGeom>
        </p:spPr>
      </p:pic>
      <p:pic>
        <p:nvPicPr>
          <p:cNvPr id="4" name="Picture 3">
            <a:extLst>
              <a:ext uri="{FF2B5EF4-FFF2-40B4-BE49-F238E27FC236}">
                <a16:creationId xmlns:a16="http://schemas.microsoft.com/office/drawing/2014/main" id="{5CCA893B-12FC-BEFE-9665-A9C624A56CB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8" y="1573619"/>
            <a:ext cx="5491161" cy="36905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dirty="0"/>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9" name="Text Placeholder 8">
            <a:extLst>
              <a:ext uri="{FF2B5EF4-FFF2-40B4-BE49-F238E27FC236}">
                <a16:creationId xmlns:a16="http://schemas.microsoft.com/office/drawing/2014/main" id="{60230BA0-2D1F-683C-E805-0BB253A2997F}"/>
              </a:ext>
            </a:extLst>
          </p:cNvPr>
          <p:cNvSpPr>
            <a:spLocks noGrp="1"/>
          </p:cNvSpPr>
          <p:nvPr>
            <p:ph type="body" sz="quarter" idx="13" hasCustomPrompt="1"/>
          </p:nvPr>
        </p:nvSpPr>
        <p:spPr>
          <a:xfrm>
            <a:off x="604839" y="5464175"/>
            <a:ext cx="5465762"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spTree>
    <p:extLst>
      <p:ext uri="{BB962C8B-B14F-4D97-AF65-F5344CB8AC3E}">
        <p14:creationId xmlns:p14="http://schemas.microsoft.com/office/powerpoint/2010/main" val="81456037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Slide 1">
    <p:spTree>
      <p:nvGrpSpPr>
        <p:cNvPr id="1" name=""/>
        <p:cNvGrpSpPr/>
        <p:nvPr/>
      </p:nvGrpSpPr>
      <p:grpSpPr>
        <a:xfrm>
          <a:off x="0" y="0"/>
          <a:ext cx="0" cy="0"/>
          <a:chOff x="0" y="0"/>
          <a:chExt cx="0" cy="0"/>
        </a:xfrm>
      </p:grpSpPr>
      <p:pic>
        <p:nvPicPr>
          <p:cNvPr id="4" name="Picture 3" descr="A colorful shapes on a black background&#10;&#10;Description automatically generated">
            <a:extLst>
              <a:ext uri="{FF2B5EF4-FFF2-40B4-BE49-F238E27FC236}">
                <a16:creationId xmlns:a16="http://schemas.microsoft.com/office/drawing/2014/main" id="{F1B3F858-4202-3ECC-4CF1-014AFCF8CE0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3901" y="931963"/>
            <a:ext cx="4579843" cy="4702076"/>
          </a:xfrm>
          <a:prstGeom prst="rect">
            <a:avLst/>
          </a:prstGeom>
        </p:spPr>
      </p:pic>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dirty="0"/>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1" name="Text Placeholder 10">
            <a:extLst>
              <a:ext uri="{FF2B5EF4-FFF2-40B4-BE49-F238E27FC236}">
                <a16:creationId xmlns:a16="http://schemas.microsoft.com/office/drawing/2014/main" id="{A05F3641-954F-D237-0298-DCF806C30578}"/>
              </a:ext>
            </a:extLst>
          </p:cNvPr>
          <p:cNvSpPr>
            <a:spLocks noGrp="1"/>
          </p:cNvSpPr>
          <p:nvPr>
            <p:ph type="body" sz="quarter" idx="13" hasCustomPrompt="1"/>
          </p:nvPr>
        </p:nvSpPr>
        <p:spPr>
          <a:xfrm>
            <a:off x="6143625" y="300038"/>
            <a:ext cx="5614985" cy="5751512"/>
          </a:xfrm>
        </p:spPr>
        <p:txBody>
          <a:bodyPr/>
          <a:lstStyle>
            <a:lvl1pPr marL="142875" indent="-142875">
              <a:spcAft>
                <a:spcPts val="2400"/>
              </a:spcAft>
              <a:defRPr sz="4000" b="0" spc="-70" baseline="0">
                <a:solidFill>
                  <a:srgbClr val="002068"/>
                </a:solidFill>
              </a:defRPr>
            </a:lvl1pPr>
            <a:lvl2pPr marL="166688" indent="-14288">
              <a:spcBef>
                <a:spcPts val="0"/>
              </a:spcBef>
              <a:buFontTx/>
              <a:buNone/>
              <a:defRPr sz="1800" b="1">
                <a:solidFill>
                  <a:srgbClr val="0460A9"/>
                </a:solidFill>
              </a:defRPr>
            </a:lvl2pPr>
            <a:lvl3pPr marL="166688" indent="-14288">
              <a:spcBef>
                <a:spcPts val="0"/>
              </a:spcBef>
              <a:buFontTx/>
              <a:buNone/>
              <a:defRPr sz="1800" b="1">
                <a:solidFill>
                  <a:srgbClr val="0460A9"/>
                </a:solidFill>
              </a:defRPr>
            </a:lvl3pPr>
            <a:lvl4pPr marL="166688" indent="-14288">
              <a:spcBef>
                <a:spcPts val="0"/>
              </a:spcBef>
              <a:buFontTx/>
              <a:buNone/>
              <a:defRPr sz="1800" b="1">
                <a:solidFill>
                  <a:srgbClr val="0460A9"/>
                </a:solidFill>
              </a:defRPr>
            </a:lvl4pPr>
            <a:lvl5pPr marL="166688" indent="-14288">
              <a:spcBef>
                <a:spcPts val="0"/>
              </a:spcBef>
              <a:buFontTx/>
              <a:buNone/>
              <a:defRPr sz="1800" b="1">
                <a:solidFill>
                  <a:srgbClr val="0460A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Picture 1">
            <a:extLst>
              <a:ext uri="{FF2B5EF4-FFF2-40B4-BE49-F238E27FC236}">
                <a16:creationId xmlns:a16="http://schemas.microsoft.com/office/drawing/2014/main" id="{1013477F-ACAC-7B41-B204-AC139F13B70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
        <p:nvSpPr>
          <p:cNvPr id="52" name="Picture Placeholder 51">
            <a:extLst>
              <a:ext uri="{FF2B5EF4-FFF2-40B4-BE49-F238E27FC236}">
                <a16:creationId xmlns:a16="http://schemas.microsoft.com/office/drawing/2014/main" id="{A5A8B1AB-659B-E21E-7B3A-8E36BF137D44}"/>
              </a:ext>
            </a:extLst>
          </p:cNvPr>
          <p:cNvSpPr>
            <a:spLocks noGrp="1"/>
          </p:cNvSpPr>
          <p:nvPr>
            <p:ph type="pic" sz="quarter" idx="10"/>
          </p:nvPr>
        </p:nvSpPr>
        <p:spPr>
          <a:xfrm>
            <a:off x="893633" y="1008462"/>
            <a:ext cx="4240340" cy="4417235"/>
          </a:xfrm>
          <a:custGeom>
            <a:avLst/>
            <a:gdLst>
              <a:gd name="connsiteX0" fmla="*/ 2096858 w 3868865"/>
              <a:gd name="connsiteY0" fmla="*/ 3 h 4030263"/>
              <a:gd name="connsiteX1" fmla="*/ 2819851 w 3868865"/>
              <a:gd name="connsiteY1" fmla="*/ 95046 h 4030263"/>
              <a:gd name="connsiteX2" fmla="*/ 3868865 w 3868865"/>
              <a:gd name="connsiteY2" fmla="*/ 1144367 h 4030263"/>
              <a:gd name="connsiteX3" fmla="*/ 3716746 w 3868865"/>
              <a:gd name="connsiteY3" fmla="*/ 1689723 h 4030263"/>
              <a:gd name="connsiteX4" fmla="*/ 3728915 w 3868865"/>
              <a:gd name="connsiteY4" fmla="*/ 2192472 h 4030263"/>
              <a:gd name="connsiteX5" fmla="*/ 3786112 w 3868865"/>
              <a:gd name="connsiteY5" fmla="*/ 2571056 h 4030263"/>
              <a:gd name="connsiteX6" fmla="*/ 3536637 w 3868865"/>
              <a:gd name="connsiteY6" fmla="*/ 2909468 h 4030263"/>
              <a:gd name="connsiteX7" fmla="*/ 2627573 w 3868865"/>
              <a:gd name="connsiteY7" fmla="*/ 3435346 h 4030263"/>
              <a:gd name="connsiteX8" fmla="*/ 2616620 w 3868865"/>
              <a:gd name="connsiteY8" fmla="*/ 3440215 h 4030263"/>
              <a:gd name="connsiteX9" fmla="*/ 2606885 w 3868865"/>
              <a:gd name="connsiteY9" fmla="*/ 3446302 h 4030263"/>
              <a:gd name="connsiteX10" fmla="*/ 1718509 w 3868865"/>
              <a:gd name="connsiteY10" fmla="*/ 3960007 h 4030263"/>
              <a:gd name="connsiteX11" fmla="*/ 1001723 w 3868865"/>
              <a:gd name="connsiteY11" fmla="*/ 3767672 h 4030263"/>
              <a:gd name="connsiteX12" fmla="*/ 808228 w 3868865"/>
              <a:gd name="connsiteY12" fmla="*/ 3352569 h 4030263"/>
              <a:gd name="connsiteX13" fmla="*/ 196100 w 3868865"/>
              <a:gd name="connsiteY13" fmla="*/ 2746348 h 4030263"/>
              <a:gd name="connsiteX14" fmla="*/ 23293 w 3868865"/>
              <a:gd name="connsiteY14" fmla="*/ 1929533 h 4030263"/>
              <a:gd name="connsiteX15" fmla="*/ 20859 w 3868865"/>
              <a:gd name="connsiteY15" fmla="*/ 878994 h 4030263"/>
              <a:gd name="connsiteX16" fmla="*/ 91442 w 3868865"/>
              <a:gd name="connsiteY16" fmla="*/ 617272 h 4030263"/>
              <a:gd name="connsiteX17" fmla="*/ 808228 w 3868865"/>
              <a:gd name="connsiteY17" fmla="*/ 424937 h 4030263"/>
              <a:gd name="connsiteX18" fmla="*/ 1322999 w 3868865"/>
              <a:gd name="connsiteY18" fmla="*/ 311727 h 4030263"/>
              <a:gd name="connsiteX19" fmla="*/ 1787875 w 3868865"/>
              <a:gd name="connsiteY19" fmla="*/ 146173 h 4030263"/>
              <a:gd name="connsiteX20" fmla="*/ 2096858 w 3868865"/>
              <a:gd name="connsiteY20" fmla="*/ 3 h 403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68865" h="4030263">
                <a:moveTo>
                  <a:pt x="2096858" y="3"/>
                </a:moveTo>
                <a:cubicBezTo>
                  <a:pt x="2313295" y="-532"/>
                  <a:pt x="2585588" y="95046"/>
                  <a:pt x="2819851" y="95046"/>
                </a:cubicBezTo>
                <a:cubicBezTo>
                  <a:pt x="3399121" y="95046"/>
                  <a:pt x="3868865" y="564927"/>
                  <a:pt x="3868865" y="1144367"/>
                </a:cubicBezTo>
                <a:cubicBezTo>
                  <a:pt x="3868865" y="1344006"/>
                  <a:pt x="3812885" y="1531472"/>
                  <a:pt x="3716746" y="1689723"/>
                </a:cubicBezTo>
                <a:cubicBezTo>
                  <a:pt x="3638861" y="1843104"/>
                  <a:pt x="3636427" y="2031787"/>
                  <a:pt x="3728915" y="2192472"/>
                </a:cubicBezTo>
                <a:cubicBezTo>
                  <a:pt x="3792197" y="2302030"/>
                  <a:pt x="3816536" y="2435934"/>
                  <a:pt x="3786112" y="2571056"/>
                </a:cubicBezTo>
                <a:cubicBezTo>
                  <a:pt x="3753254" y="2719568"/>
                  <a:pt x="3659549" y="2838864"/>
                  <a:pt x="3536637" y="2909468"/>
                </a:cubicBezTo>
                <a:cubicBezTo>
                  <a:pt x="3536637" y="2909468"/>
                  <a:pt x="3536637" y="2909468"/>
                  <a:pt x="2627573" y="3435346"/>
                </a:cubicBezTo>
                <a:cubicBezTo>
                  <a:pt x="2623922" y="3436564"/>
                  <a:pt x="2620271" y="3438998"/>
                  <a:pt x="2616620" y="3440215"/>
                </a:cubicBezTo>
                <a:cubicBezTo>
                  <a:pt x="2616620" y="3440215"/>
                  <a:pt x="2616620" y="3440215"/>
                  <a:pt x="2606885" y="3446302"/>
                </a:cubicBezTo>
                <a:cubicBezTo>
                  <a:pt x="2606885" y="3446302"/>
                  <a:pt x="2606885" y="3446302"/>
                  <a:pt x="1718509" y="3960007"/>
                </a:cubicBezTo>
                <a:cubicBezTo>
                  <a:pt x="1467816" y="4104867"/>
                  <a:pt x="1146541" y="4018438"/>
                  <a:pt x="1001723" y="3767672"/>
                </a:cubicBezTo>
                <a:cubicBezTo>
                  <a:pt x="904367" y="3598466"/>
                  <a:pt x="716956" y="3509602"/>
                  <a:pt x="808228" y="3352569"/>
                </a:cubicBezTo>
                <a:cubicBezTo>
                  <a:pt x="953045" y="3101803"/>
                  <a:pt x="197317" y="2746348"/>
                  <a:pt x="196100" y="2746348"/>
                </a:cubicBezTo>
                <a:cubicBezTo>
                  <a:pt x="-93535" y="2746348"/>
                  <a:pt x="23293" y="2219253"/>
                  <a:pt x="23293" y="1929533"/>
                </a:cubicBezTo>
                <a:cubicBezTo>
                  <a:pt x="23293" y="1929533"/>
                  <a:pt x="23293" y="1929533"/>
                  <a:pt x="20859" y="878994"/>
                </a:cubicBezTo>
                <a:cubicBezTo>
                  <a:pt x="20859" y="790130"/>
                  <a:pt x="43981" y="700049"/>
                  <a:pt x="91442" y="617272"/>
                </a:cubicBezTo>
                <a:cubicBezTo>
                  <a:pt x="236260" y="365289"/>
                  <a:pt x="557535" y="280077"/>
                  <a:pt x="808228" y="424937"/>
                </a:cubicBezTo>
                <a:cubicBezTo>
                  <a:pt x="808228" y="424937"/>
                  <a:pt x="808228" y="424937"/>
                  <a:pt x="1322999" y="311727"/>
                </a:cubicBezTo>
                <a:cubicBezTo>
                  <a:pt x="1460515" y="281294"/>
                  <a:pt x="1780573" y="155911"/>
                  <a:pt x="1787875" y="146173"/>
                </a:cubicBezTo>
                <a:cubicBezTo>
                  <a:pt x="1857242" y="35245"/>
                  <a:pt x="1966996" y="324"/>
                  <a:pt x="2096858" y="3"/>
                </a:cubicBezTo>
                <a:close/>
              </a:path>
            </a:pathLst>
          </a:custGeom>
        </p:spPr>
        <p:txBody>
          <a:bodyPr wrap="square" tIns="1800000">
            <a:noAutofit/>
          </a:bodyPr>
          <a:lstStyle>
            <a:lvl1pPr algn="ctr">
              <a:defRPr sz="1400" b="0"/>
            </a:lvl1pPr>
          </a:lstStyle>
          <a:p>
            <a:r>
              <a:rPr lang="en-US"/>
              <a:t>Click icon to add picture</a:t>
            </a:r>
            <a:endParaRPr lang="en-GB" dirty="0"/>
          </a:p>
        </p:txBody>
      </p:sp>
    </p:spTree>
    <p:extLst>
      <p:ext uri="{BB962C8B-B14F-4D97-AF65-F5344CB8AC3E}">
        <p14:creationId xmlns:p14="http://schemas.microsoft.com/office/powerpoint/2010/main" val="3811006595"/>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2">
    <p:spTree>
      <p:nvGrpSpPr>
        <p:cNvPr id="1" name=""/>
        <p:cNvGrpSpPr/>
        <p:nvPr/>
      </p:nvGrpSpPr>
      <p:grpSpPr>
        <a:xfrm>
          <a:off x="0" y="0"/>
          <a:ext cx="0" cy="0"/>
          <a:chOff x="0" y="0"/>
          <a:chExt cx="0" cy="0"/>
        </a:xfrm>
      </p:grpSpPr>
      <p:pic>
        <p:nvPicPr>
          <p:cNvPr id="3" name="Picture 2" descr="A yellow and orange curved object&#10;&#10;Description automatically generated">
            <a:extLst>
              <a:ext uri="{FF2B5EF4-FFF2-40B4-BE49-F238E27FC236}">
                <a16:creationId xmlns:a16="http://schemas.microsoft.com/office/drawing/2014/main" id="{57483916-EB2E-87DB-98E8-A966CED58C5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48842" y="4776791"/>
            <a:ext cx="3348165" cy="2081210"/>
          </a:xfrm>
          <a:prstGeom prst="rect">
            <a:avLst/>
          </a:prstGeom>
        </p:spPr>
      </p:pic>
      <p:sp>
        <p:nvSpPr>
          <p:cNvPr id="4" name="Picture Placeholder 6">
            <a:extLst>
              <a:ext uri="{FF2B5EF4-FFF2-40B4-BE49-F238E27FC236}">
                <a16:creationId xmlns:a16="http://schemas.microsoft.com/office/drawing/2014/main" id="{66138527-5471-FB55-B600-1CDB5D0A4267}"/>
              </a:ext>
            </a:extLst>
          </p:cNvPr>
          <p:cNvSpPr>
            <a:spLocks noGrp="1" noChangeAspect="1"/>
          </p:cNvSpPr>
          <p:nvPr>
            <p:ph type="pic" sz="quarter" idx="10"/>
          </p:nvPr>
        </p:nvSpPr>
        <p:spPr>
          <a:xfrm>
            <a:off x="5428529" y="0"/>
            <a:ext cx="6763471" cy="6858000"/>
          </a:xfrm>
          <a:custGeom>
            <a:avLst/>
            <a:gdLst>
              <a:gd name="connsiteX0" fmla="*/ 377459 w 3359817"/>
              <a:gd name="connsiteY0" fmla="*/ 0 h 3406775"/>
              <a:gd name="connsiteX1" fmla="*/ 3359817 w 3359817"/>
              <a:gd name="connsiteY1" fmla="*/ 0 h 3406775"/>
              <a:gd name="connsiteX2" fmla="*/ 3359817 w 3359817"/>
              <a:gd name="connsiteY2" fmla="*/ 3406775 h 3406775"/>
              <a:gd name="connsiteX3" fmla="*/ 2223681 w 3359817"/>
              <a:gd name="connsiteY3" fmla="*/ 3406775 h 3406775"/>
              <a:gd name="connsiteX4" fmla="*/ 740392 w 3359817"/>
              <a:gd name="connsiteY4" fmla="*/ 2562967 h 3406775"/>
              <a:gd name="connsiteX5" fmla="*/ 46086 w 3359817"/>
              <a:gd name="connsiteY5" fmla="*/ 1939969 h 3406775"/>
              <a:gd name="connsiteX6" fmla="*/ 235442 w 3359817"/>
              <a:gd name="connsiteY6" fmla="*/ 1033073 h 3406775"/>
              <a:gd name="connsiteX7" fmla="*/ 424798 w 3359817"/>
              <a:gd name="connsiteY7" fmla="*/ 126177 h 3406775"/>
              <a:gd name="connsiteX8" fmla="*/ 377459 w 3359817"/>
              <a:gd name="connsiteY8" fmla="*/ 0 h 34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9817" h="3406775">
                <a:moveTo>
                  <a:pt x="377459" y="0"/>
                </a:moveTo>
                <a:lnTo>
                  <a:pt x="3359817" y="0"/>
                </a:lnTo>
                <a:cubicBezTo>
                  <a:pt x="3359817" y="3406775"/>
                  <a:pt x="3359817" y="3406775"/>
                  <a:pt x="3359817" y="3406775"/>
                </a:cubicBezTo>
                <a:cubicBezTo>
                  <a:pt x="2223681" y="3406775"/>
                  <a:pt x="2223681" y="3406775"/>
                  <a:pt x="2223681" y="3406775"/>
                </a:cubicBezTo>
                <a:cubicBezTo>
                  <a:pt x="1837079" y="2980928"/>
                  <a:pt x="1324239" y="2681258"/>
                  <a:pt x="740392" y="2562967"/>
                </a:cubicBezTo>
                <a:cubicBezTo>
                  <a:pt x="416908" y="2491993"/>
                  <a:pt x="148654" y="2255411"/>
                  <a:pt x="46086" y="1939969"/>
                </a:cubicBezTo>
                <a:cubicBezTo>
                  <a:pt x="-56482" y="1624527"/>
                  <a:pt x="14527" y="1277541"/>
                  <a:pt x="235442" y="1033073"/>
                </a:cubicBezTo>
                <a:cubicBezTo>
                  <a:pt x="456358" y="788605"/>
                  <a:pt x="535256" y="441619"/>
                  <a:pt x="424798" y="126177"/>
                </a:cubicBezTo>
                <a:cubicBezTo>
                  <a:pt x="416908" y="78861"/>
                  <a:pt x="393239" y="39430"/>
                  <a:pt x="377459"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1" name="Text Placeholder 10">
            <a:extLst>
              <a:ext uri="{FF2B5EF4-FFF2-40B4-BE49-F238E27FC236}">
                <a16:creationId xmlns:a16="http://schemas.microsoft.com/office/drawing/2014/main" id="{A05F3641-954F-D237-0298-DCF806C30578}"/>
              </a:ext>
            </a:extLst>
          </p:cNvPr>
          <p:cNvSpPr>
            <a:spLocks noGrp="1"/>
          </p:cNvSpPr>
          <p:nvPr>
            <p:ph type="body" sz="quarter" idx="13" hasCustomPrompt="1"/>
          </p:nvPr>
        </p:nvSpPr>
        <p:spPr>
          <a:xfrm>
            <a:off x="449836" y="698400"/>
            <a:ext cx="5614985" cy="5004000"/>
          </a:xfrm>
        </p:spPr>
        <p:txBody>
          <a:bodyPr/>
          <a:lstStyle>
            <a:lvl1pPr marL="142875" indent="-142875">
              <a:spcAft>
                <a:spcPts val="2400"/>
              </a:spcAft>
              <a:defRPr sz="4000" b="0" spc="-70" baseline="0">
                <a:solidFill>
                  <a:srgbClr val="002068"/>
                </a:solidFill>
              </a:defRPr>
            </a:lvl1pPr>
            <a:lvl2pPr marL="166688" indent="-14288">
              <a:spcBef>
                <a:spcPts val="0"/>
              </a:spcBef>
              <a:buFontTx/>
              <a:buNone/>
              <a:defRPr sz="1800" b="1">
                <a:solidFill>
                  <a:srgbClr val="002068"/>
                </a:solidFill>
              </a:defRPr>
            </a:lvl2pPr>
            <a:lvl3pPr marL="166688" indent="-14288">
              <a:spcBef>
                <a:spcPts val="0"/>
              </a:spcBef>
              <a:buFontTx/>
              <a:buNone/>
              <a:defRPr sz="1800" b="1">
                <a:solidFill>
                  <a:srgbClr val="002068"/>
                </a:solidFill>
              </a:defRPr>
            </a:lvl3pPr>
            <a:lvl4pPr marL="166688" indent="-14288">
              <a:spcBef>
                <a:spcPts val="0"/>
              </a:spcBef>
              <a:buFontTx/>
              <a:buNone/>
              <a:defRPr sz="1800" b="1">
                <a:solidFill>
                  <a:srgbClr val="002068"/>
                </a:solidFill>
              </a:defRPr>
            </a:lvl4pPr>
            <a:lvl5pPr marL="166688" indent="-14288">
              <a:spcBef>
                <a:spcPts val="0"/>
              </a:spcBef>
              <a:buFontTx/>
              <a:buNone/>
              <a:defRPr sz="1800" b="1">
                <a:solidFill>
                  <a:srgbClr val="00206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Picture 1">
            <a:extLst>
              <a:ext uri="{FF2B5EF4-FFF2-40B4-BE49-F238E27FC236}">
                <a16:creationId xmlns:a16="http://schemas.microsoft.com/office/drawing/2014/main" id="{DD93DC24-9723-62C8-F4D6-B9024A75AC9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60085689"/>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3">
    <p:spTree>
      <p:nvGrpSpPr>
        <p:cNvPr id="1" name=""/>
        <p:cNvGrpSpPr/>
        <p:nvPr/>
      </p:nvGrpSpPr>
      <p:grpSpPr>
        <a:xfrm>
          <a:off x="0" y="0"/>
          <a:ext cx="0" cy="0"/>
          <a:chOff x="0" y="0"/>
          <a:chExt cx="0" cy="0"/>
        </a:xfrm>
      </p:grpSpPr>
      <p:pic>
        <p:nvPicPr>
          <p:cNvPr id="3" name="Picture 2" descr="A colorful circles on a black background&#10;&#10;Description automatically generated">
            <a:extLst>
              <a:ext uri="{FF2B5EF4-FFF2-40B4-BE49-F238E27FC236}">
                <a16:creationId xmlns:a16="http://schemas.microsoft.com/office/drawing/2014/main" id="{CCEFF532-0F9A-0488-86B3-7965977CFD2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429500" y="0"/>
            <a:ext cx="4762500" cy="6858000"/>
          </a:xfrm>
          <a:prstGeom prst="rect">
            <a:avLst/>
          </a:prstGeom>
        </p:spPr>
      </p:pic>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lvl1pPr>
              <a:defRPr>
                <a:solidFill>
                  <a:schemeClr val="bg1"/>
                </a:solidFill>
              </a:defRPr>
            </a:lvl1pPr>
          </a:lstStyle>
          <a:p>
            <a:r>
              <a:rPr lang="en-GB"/>
              <a:t>Insert menu &gt; Header &amp; Footer button</a:t>
            </a:r>
            <a:endParaRPr lang="en-GB" dirty="0"/>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lvl1pPr>
              <a:defRPr>
                <a:solidFill>
                  <a:schemeClr val="bg1"/>
                </a:solidFill>
              </a:defRPr>
            </a:lvl1pPr>
          </a:lstStyle>
          <a:p>
            <a:fld id="{03CB0E19-F4C8-4F98-96D2-CE1ECDE59975}" type="slidenum">
              <a:rPr lang="en-GB" smtClean="0"/>
              <a:pPr/>
              <a:t>‹#›</a:t>
            </a:fld>
            <a:endParaRPr lang="en-GB"/>
          </a:p>
        </p:txBody>
      </p:sp>
      <p:sp>
        <p:nvSpPr>
          <p:cNvPr id="11" name="Text Placeholder 10">
            <a:extLst>
              <a:ext uri="{FF2B5EF4-FFF2-40B4-BE49-F238E27FC236}">
                <a16:creationId xmlns:a16="http://schemas.microsoft.com/office/drawing/2014/main" id="{A05F3641-954F-D237-0298-DCF806C30578}"/>
              </a:ext>
            </a:extLst>
          </p:cNvPr>
          <p:cNvSpPr>
            <a:spLocks noGrp="1"/>
          </p:cNvSpPr>
          <p:nvPr>
            <p:ph type="body" sz="quarter" idx="13" hasCustomPrompt="1"/>
          </p:nvPr>
        </p:nvSpPr>
        <p:spPr>
          <a:xfrm>
            <a:off x="449836" y="698400"/>
            <a:ext cx="5614985" cy="5004000"/>
          </a:xfrm>
        </p:spPr>
        <p:txBody>
          <a:bodyPr/>
          <a:lstStyle>
            <a:lvl1pPr marL="142875" indent="-142875">
              <a:spcAft>
                <a:spcPts val="2400"/>
              </a:spcAft>
              <a:defRPr sz="4000" b="0" spc="-70" baseline="0">
                <a:solidFill>
                  <a:srgbClr val="002068"/>
                </a:solidFill>
              </a:defRPr>
            </a:lvl1pPr>
            <a:lvl2pPr marL="166688" indent="-14288">
              <a:spcBef>
                <a:spcPts val="0"/>
              </a:spcBef>
              <a:buFontTx/>
              <a:buNone/>
              <a:defRPr sz="1800" b="1">
                <a:solidFill>
                  <a:srgbClr val="002068"/>
                </a:solidFill>
              </a:defRPr>
            </a:lvl2pPr>
            <a:lvl3pPr marL="166688" indent="-14288">
              <a:spcBef>
                <a:spcPts val="0"/>
              </a:spcBef>
              <a:buFontTx/>
              <a:buNone/>
              <a:defRPr sz="1800" b="1">
                <a:solidFill>
                  <a:srgbClr val="002068"/>
                </a:solidFill>
              </a:defRPr>
            </a:lvl3pPr>
            <a:lvl4pPr marL="166688" indent="-14288">
              <a:spcBef>
                <a:spcPts val="0"/>
              </a:spcBef>
              <a:buFontTx/>
              <a:buNone/>
              <a:defRPr sz="1800" b="1">
                <a:solidFill>
                  <a:srgbClr val="002068"/>
                </a:solidFill>
              </a:defRPr>
            </a:lvl4pPr>
            <a:lvl5pPr marL="166688" indent="-14288">
              <a:spcBef>
                <a:spcPts val="0"/>
              </a:spcBef>
              <a:buFontTx/>
              <a:buNone/>
              <a:defRPr sz="1800" b="1">
                <a:solidFill>
                  <a:srgbClr val="00206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Picture 1">
            <a:extLst>
              <a:ext uri="{FF2B5EF4-FFF2-40B4-BE49-F238E27FC236}">
                <a16:creationId xmlns:a16="http://schemas.microsoft.com/office/drawing/2014/main" id="{DD93DC24-9723-62C8-F4D6-B9024A75AC9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24835594"/>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Content Placeholder 2">
            <a:extLst>
              <a:ext uri="{FF2B5EF4-FFF2-40B4-BE49-F238E27FC236}">
                <a16:creationId xmlns:a16="http://schemas.microsoft.com/office/drawing/2014/main" id="{6756BABC-2963-28E2-5B08-F41D44CABDFD}"/>
              </a:ext>
            </a:extLst>
          </p:cNvPr>
          <p:cNvSpPr>
            <a:spLocks noGrp="1"/>
          </p:cNvSpPr>
          <p:nvPr>
            <p:ph idx="1"/>
          </p:nvPr>
        </p:nvSpPr>
        <p:spPr>
          <a:xfrm>
            <a:off x="604839" y="3026004"/>
            <a:ext cx="3562350" cy="3025546"/>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Content Placeholder 2">
            <a:extLst>
              <a:ext uri="{FF2B5EF4-FFF2-40B4-BE49-F238E27FC236}">
                <a16:creationId xmlns:a16="http://schemas.microsoft.com/office/drawing/2014/main" id="{E75F0A8D-0120-75B1-B12F-5E64C97F259D}"/>
              </a:ext>
            </a:extLst>
          </p:cNvPr>
          <p:cNvSpPr>
            <a:spLocks noGrp="1"/>
          </p:cNvSpPr>
          <p:nvPr>
            <p:ph idx="13"/>
          </p:nvPr>
        </p:nvSpPr>
        <p:spPr>
          <a:xfrm>
            <a:off x="4406900" y="3026004"/>
            <a:ext cx="3562350" cy="3025546"/>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Content Placeholder 2">
            <a:extLst>
              <a:ext uri="{FF2B5EF4-FFF2-40B4-BE49-F238E27FC236}">
                <a16:creationId xmlns:a16="http://schemas.microsoft.com/office/drawing/2014/main" id="{041B38E8-6A7F-0F95-D2F5-B11125650522}"/>
              </a:ext>
            </a:extLst>
          </p:cNvPr>
          <p:cNvSpPr>
            <a:spLocks noGrp="1"/>
          </p:cNvSpPr>
          <p:nvPr>
            <p:ph idx="14"/>
          </p:nvPr>
        </p:nvSpPr>
        <p:spPr>
          <a:xfrm>
            <a:off x="8204626" y="3026004"/>
            <a:ext cx="3562350" cy="3025546"/>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Picture Placeholder 11">
            <a:extLst>
              <a:ext uri="{FF2B5EF4-FFF2-40B4-BE49-F238E27FC236}">
                <a16:creationId xmlns:a16="http://schemas.microsoft.com/office/drawing/2014/main" id="{6D4AF94E-695F-27BB-AE3B-C84EADC28897}"/>
              </a:ext>
            </a:extLst>
          </p:cNvPr>
          <p:cNvSpPr>
            <a:spLocks noGrp="1" noChangeAspect="1"/>
          </p:cNvSpPr>
          <p:nvPr>
            <p:ph type="pic" sz="quarter" idx="15"/>
          </p:nvPr>
        </p:nvSpPr>
        <p:spPr>
          <a:xfrm>
            <a:off x="532800" y="1497600"/>
            <a:ext cx="1173600" cy="1173600"/>
          </a:xfrm>
        </p:spPr>
        <p:txBody>
          <a:bodyPr/>
          <a:lstStyle>
            <a:lvl1pPr>
              <a:defRPr sz="800" b="0">
                <a:solidFill>
                  <a:schemeClr val="accent1"/>
                </a:solidFill>
              </a:defRPr>
            </a:lvl1pPr>
          </a:lstStyle>
          <a:p>
            <a:r>
              <a:rPr lang="en-US"/>
              <a:t>Click icon to add picture</a:t>
            </a:r>
            <a:endParaRPr lang="en-GB" dirty="0"/>
          </a:p>
        </p:txBody>
      </p:sp>
      <p:sp>
        <p:nvSpPr>
          <p:cNvPr id="13" name="Picture Placeholder 11">
            <a:extLst>
              <a:ext uri="{FF2B5EF4-FFF2-40B4-BE49-F238E27FC236}">
                <a16:creationId xmlns:a16="http://schemas.microsoft.com/office/drawing/2014/main" id="{54402087-7467-27FD-561D-E2965002769E}"/>
              </a:ext>
            </a:extLst>
          </p:cNvPr>
          <p:cNvSpPr>
            <a:spLocks noGrp="1" noChangeAspect="1"/>
          </p:cNvSpPr>
          <p:nvPr>
            <p:ph type="pic" sz="quarter" idx="16"/>
          </p:nvPr>
        </p:nvSpPr>
        <p:spPr>
          <a:xfrm>
            <a:off x="4326163" y="1497600"/>
            <a:ext cx="1173600" cy="1173600"/>
          </a:xfrm>
        </p:spPr>
        <p:txBody>
          <a:bodyPr/>
          <a:lstStyle>
            <a:lvl1pPr>
              <a:defRPr sz="800" b="0">
                <a:solidFill>
                  <a:schemeClr val="accent1"/>
                </a:solidFill>
              </a:defRPr>
            </a:lvl1pPr>
          </a:lstStyle>
          <a:p>
            <a:r>
              <a:rPr lang="en-US"/>
              <a:t>Click icon to add picture</a:t>
            </a:r>
            <a:endParaRPr lang="en-GB" dirty="0"/>
          </a:p>
        </p:txBody>
      </p:sp>
      <p:sp>
        <p:nvSpPr>
          <p:cNvPr id="14" name="Picture Placeholder 11">
            <a:extLst>
              <a:ext uri="{FF2B5EF4-FFF2-40B4-BE49-F238E27FC236}">
                <a16:creationId xmlns:a16="http://schemas.microsoft.com/office/drawing/2014/main" id="{29385420-6F31-EC68-9C2D-7259D954F02B}"/>
              </a:ext>
            </a:extLst>
          </p:cNvPr>
          <p:cNvSpPr>
            <a:spLocks noGrp="1" noChangeAspect="1"/>
          </p:cNvSpPr>
          <p:nvPr>
            <p:ph type="pic" sz="quarter" idx="17"/>
          </p:nvPr>
        </p:nvSpPr>
        <p:spPr>
          <a:xfrm>
            <a:off x="8119526" y="1497600"/>
            <a:ext cx="1173600" cy="1173600"/>
          </a:xfrm>
        </p:spPr>
        <p:txBody>
          <a:bodyPr/>
          <a:lstStyle>
            <a:lvl1pPr>
              <a:defRPr sz="800" b="0">
                <a:solidFill>
                  <a:schemeClr val="accent1"/>
                </a:solidFill>
              </a:defRPr>
            </a:lvl1pPr>
          </a:lstStyle>
          <a:p>
            <a:r>
              <a:rPr lang="en-US"/>
              <a:t>Click icon to add picture</a:t>
            </a:r>
            <a:endParaRPr lang="en-GB" dirty="0"/>
          </a:p>
        </p:txBody>
      </p:sp>
      <p:pic>
        <p:nvPicPr>
          <p:cNvPr id="3" name="Picture 2">
            <a:extLst>
              <a:ext uri="{FF2B5EF4-FFF2-40B4-BE49-F238E27FC236}">
                <a16:creationId xmlns:a16="http://schemas.microsoft.com/office/drawing/2014/main" id="{92E6770A-1D4D-AD1F-F2F7-085CEBCF79F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21245613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6" name="Content Placeholder 2">
            <a:extLst>
              <a:ext uri="{FF2B5EF4-FFF2-40B4-BE49-F238E27FC236}">
                <a16:creationId xmlns:a16="http://schemas.microsoft.com/office/drawing/2014/main" id="{6756BABC-2963-28E2-5B08-F41D44CABDFD}"/>
              </a:ext>
            </a:extLst>
          </p:cNvPr>
          <p:cNvSpPr>
            <a:spLocks noGrp="1"/>
          </p:cNvSpPr>
          <p:nvPr>
            <p:ph idx="1"/>
          </p:nvPr>
        </p:nvSpPr>
        <p:spPr>
          <a:xfrm>
            <a:off x="1830324" y="1564849"/>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52B7FAE0-3A20-3BA3-BBC0-9EF931A41407}"/>
              </a:ext>
            </a:extLst>
          </p:cNvPr>
          <p:cNvSpPr>
            <a:spLocks noGrp="1"/>
          </p:cNvSpPr>
          <p:nvPr>
            <p:ph idx="13"/>
          </p:nvPr>
        </p:nvSpPr>
        <p:spPr>
          <a:xfrm>
            <a:off x="1830324" y="3040144"/>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1BE7DE02-9488-C606-02DD-66DBAE64E2D7}"/>
              </a:ext>
            </a:extLst>
          </p:cNvPr>
          <p:cNvSpPr>
            <a:spLocks noGrp="1"/>
          </p:cNvSpPr>
          <p:nvPr>
            <p:ph idx="14"/>
          </p:nvPr>
        </p:nvSpPr>
        <p:spPr>
          <a:xfrm>
            <a:off x="1830324" y="4688498"/>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51D61909-44A1-96C5-24EC-29733C083C5B}"/>
              </a:ext>
            </a:extLst>
          </p:cNvPr>
          <p:cNvSpPr>
            <a:spLocks noGrp="1"/>
          </p:cNvSpPr>
          <p:nvPr>
            <p:ph idx="15"/>
          </p:nvPr>
        </p:nvSpPr>
        <p:spPr>
          <a:xfrm>
            <a:off x="7542968" y="1564849"/>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C8F03D7E-D948-AE8B-6268-D0445FA4845C}"/>
              </a:ext>
            </a:extLst>
          </p:cNvPr>
          <p:cNvSpPr>
            <a:spLocks noGrp="1"/>
          </p:cNvSpPr>
          <p:nvPr>
            <p:ph idx="16"/>
          </p:nvPr>
        </p:nvSpPr>
        <p:spPr>
          <a:xfrm>
            <a:off x="7542968" y="3040144"/>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54A89A1F-F10B-C531-B279-7F71EB330ED8}"/>
              </a:ext>
            </a:extLst>
          </p:cNvPr>
          <p:cNvSpPr>
            <a:spLocks noGrp="1"/>
          </p:cNvSpPr>
          <p:nvPr>
            <p:ph idx="17"/>
          </p:nvPr>
        </p:nvSpPr>
        <p:spPr>
          <a:xfrm>
            <a:off x="7542968" y="4688498"/>
            <a:ext cx="3562350" cy="1262489"/>
          </a:xfrm>
        </p:spPr>
        <p:txBody>
          <a:bodyPr/>
          <a:lstStyle>
            <a:lvl1pPr>
              <a:spcBef>
                <a:spcPts val="800"/>
              </a:spcBef>
              <a:defRPr sz="1800"/>
            </a:lvl1pPr>
            <a:lvl2pPr>
              <a:spcBef>
                <a:spcPts val="600"/>
              </a:spcBef>
              <a:defRPr sz="1800"/>
            </a:lvl2pPr>
            <a:lvl3pPr marL="184150" indent="-184150">
              <a:spcBef>
                <a:spcPts val="500"/>
              </a:spcBef>
              <a:defRPr sz="1800"/>
            </a:lvl3pPr>
            <a:lvl4pPr marL="412750" indent="-222250">
              <a:spcBef>
                <a:spcPts val="500"/>
              </a:spcBef>
              <a:defRPr sz="1600"/>
            </a:lvl4pPr>
            <a:lvl5pPr marL="650875" indent="-222250">
              <a:spcBef>
                <a:spcPts val="500"/>
              </a:spcBef>
              <a:defRPr sz="1600"/>
            </a:lvl5pPr>
          </a:lstStyle>
          <a:p>
            <a:pPr lvl="0"/>
            <a:r>
              <a:rPr lang="en-US"/>
              <a:t>Click to edit Master text styles</a:t>
            </a:r>
          </a:p>
          <a:p>
            <a:pPr lvl="1"/>
            <a:r>
              <a:rPr lang="en-US"/>
              <a:t>Second level</a:t>
            </a:r>
          </a:p>
          <a:p>
            <a:pPr lvl="2"/>
            <a:r>
              <a:rPr lang="en-US"/>
              <a:t>Third level</a:t>
            </a:r>
          </a:p>
        </p:txBody>
      </p:sp>
      <p:sp>
        <p:nvSpPr>
          <p:cNvPr id="19" name="Picture Placeholder 11">
            <a:extLst>
              <a:ext uri="{FF2B5EF4-FFF2-40B4-BE49-F238E27FC236}">
                <a16:creationId xmlns:a16="http://schemas.microsoft.com/office/drawing/2014/main" id="{F107629B-0875-A1BC-15AB-C67AC1624DC0}"/>
              </a:ext>
            </a:extLst>
          </p:cNvPr>
          <p:cNvSpPr>
            <a:spLocks noGrp="1" noChangeAspect="1"/>
          </p:cNvSpPr>
          <p:nvPr>
            <p:ph type="pic" sz="quarter" idx="18"/>
          </p:nvPr>
        </p:nvSpPr>
        <p:spPr>
          <a:xfrm>
            <a:off x="536400" y="1540800"/>
            <a:ext cx="1008000" cy="1008000"/>
          </a:xfrm>
        </p:spPr>
        <p:txBody>
          <a:bodyPr/>
          <a:lstStyle>
            <a:lvl1pPr>
              <a:defRPr sz="800" b="0">
                <a:solidFill>
                  <a:schemeClr val="accent1"/>
                </a:solidFill>
              </a:defRPr>
            </a:lvl1pPr>
          </a:lstStyle>
          <a:p>
            <a:r>
              <a:rPr lang="en-US"/>
              <a:t>Click icon to add picture</a:t>
            </a:r>
            <a:endParaRPr lang="en-GB" dirty="0"/>
          </a:p>
        </p:txBody>
      </p:sp>
      <p:sp>
        <p:nvSpPr>
          <p:cNvPr id="20" name="Picture Placeholder 11">
            <a:extLst>
              <a:ext uri="{FF2B5EF4-FFF2-40B4-BE49-F238E27FC236}">
                <a16:creationId xmlns:a16="http://schemas.microsoft.com/office/drawing/2014/main" id="{49B4C2D4-3903-C213-FD24-64CE96C1979D}"/>
              </a:ext>
            </a:extLst>
          </p:cNvPr>
          <p:cNvSpPr>
            <a:spLocks noGrp="1" noChangeAspect="1"/>
          </p:cNvSpPr>
          <p:nvPr>
            <p:ph type="pic" sz="quarter" idx="19"/>
          </p:nvPr>
        </p:nvSpPr>
        <p:spPr>
          <a:xfrm>
            <a:off x="536400" y="3016800"/>
            <a:ext cx="1008000" cy="1008000"/>
          </a:xfrm>
        </p:spPr>
        <p:txBody>
          <a:bodyPr/>
          <a:lstStyle>
            <a:lvl1pPr>
              <a:defRPr sz="800" b="0">
                <a:solidFill>
                  <a:schemeClr val="accent1"/>
                </a:solidFill>
              </a:defRPr>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678E3C09-3971-E762-E888-4774BB750A4A}"/>
              </a:ext>
            </a:extLst>
          </p:cNvPr>
          <p:cNvSpPr>
            <a:spLocks noGrp="1" noChangeAspect="1"/>
          </p:cNvSpPr>
          <p:nvPr>
            <p:ph type="pic" sz="quarter" idx="20"/>
          </p:nvPr>
        </p:nvSpPr>
        <p:spPr>
          <a:xfrm>
            <a:off x="536400" y="4662000"/>
            <a:ext cx="1008000" cy="1008000"/>
          </a:xfrm>
        </p:spPr>
        <p:txBody>
          <a:bodyPr/>
          <a:lstStyle>
            <a:lvl1pPr>
              <a:defRPr sz="800" b="0">
                <a:solidFill>
                  <a:schemeClr val="accent1"/>
                </a:solidFill>
              </a:defRPr>
            </a:lvl1pPr>
          </a:lstStyle>
          <a:p>
            <a:r>
              <a:rPr lang="en-US"/>
              <a:t>Click icon to add picture</a:t>
            </a:r>
            <a:endParaRPr lang="en-GB" dirty="0"/>
          </a:p>
        </p:txBody>
      </p:sp>
      <p:sp>
        <p:nvSpPr>
          <p:cNvPr id="22" name="Picture Placeholder 11">
            <a:extLst>
              <a:ext uri="{FF2B5EF4-FFF2-40B4-BE49-F238E27FC236}">
                <a16:creationId xmlns:a16="http://schemas.microsoft.com/office/drawing/2014/main" id="{FD5D5F0F-3A8C-9DD5-15CE-6B7C3E9DB5BB}"/>
              </a:ext>
            </a:extLst>
          </p:cNvPr>
          <p:cNvSpPr>
            <a:spLocks noGrp="1" noChangeAspect="1"/>
          </p:cNvSpPr>
          <p:nvPr>
            <p:ph type="pic" sz="quarter" idx="21"/>
          </p:nvPr>
        </p:nvSpPr>
        <p:spPr>
          <a:xfrm>
            <a:off x="6238800" y="1540800"/>
            <a:ext cx="1008000" cy="1008000"/>
          </a:xfrm>
        </p:spPr>
        <p:txBody>
          <a:bodyPr/>
          <a:lstStyle>
            <a:lvl1pPr>
              <a:defRPr sz="800" b="0">
                <a:solidFill>
                  <a:schemeClr val="accent1"/>
                </a:solidFill>
              </a:defRPr>
            </a:lvl1pPr>
          </a:lstStyle>
          <a:p>
            <a:r>
              <a:rPr lang="en-US"/>
              <a:t>Click icon to add picture</a:t>
            </a:r>
            <a:endParaRPr lang="en-GB" dirty="0"/>
          </a:p>
        </p:txBody>
      </p:sp>
      <p:sp>
        <p:nvSpPr>
          <p:cNvPr id="23" name="Picture Placeholder 11">
            <a:extLst>
              <a:ext uri="{FF2B5EF4-FFF2-40B4-BE49-F238E27FC236}">
                <a16:creationId xmlns:a16="http://schemas.microsoft.com/office/drawing/2014/main" id="{780CB698-AA0E-BBD2-304B-B4C34811DE8E}"/>
              </a:ext>
            </a:extLst>
          </p:cNvPr>
          <p:cNvSpPr>
            <a:spLocks noGrp="1" noChangeAspect="1"/>
          </p:cNvSpPr>
          <p:nvPr>
            <p:ph type="pic" sz="quarter" idx="22"/>
          </p:nvPr>
        </p:nvSpPr>
        <p:spPr>
          <a:xfrm>
            <a:off x="6238800" y="3016800"/>
            <a:ext cx="1008000" cy="1008000"/>
          </a:xfrm>
        </p:spPr>
        <p:txBody>
          <a:bodyPr/>
          <a:lstStyle>
            <a:lvl1pPr>
              <a:defRPr sz="800" b="0">
                <a:solidFill>
                  <a:schemeClr val="accent1"/>
                </a:solidFill>
              </a:defRPr>
            </a:lvl1pPr>
          </a:lstStyle>
          <a:p>
            <a:r>
              <a:rPr lang="en-US"/>
              <a:t>Click icon to add picture</a:t>
            </a:r>
            <a:endParaRPr lang="en-GB" dirty="0"/>
          </a:p>
        </p:txBody>
      </p:sp>
      <p:sp>
        <p:nvSpPr>
          <p:cNvPr id="24" name="Picture Placeholder 11">
            <a:extLst>
              <a:ext uri="{FF2B5EF4-FFF2-40B4-BE49-F238E27FC236}">
                <a16:creationId xmlns:a16="http://schemas.microsoft.com/office/drawing/2014/main" id="{C2BCE056-E4A2-EC44-5C8D-36D0C79AB593}"/>
              </a:ext>
            </a:extLst>
          </p:cNvPr>
          <p:cNvSpPr>
            <a:spLocks noGrp="1" noChangeAspect="1"/>
          </p:cNvSpPr>
          <p:nvPr>
            <p:ph type="pic" sz="quarter" idx="23"/>
          </p:nvPr>
        </p:nvSpPr>
        <p:spPr>
          <a:xfrm>
            <a:off x="6238800" y="4662000"/>
            <a:ext cx="1008000" cy="1008000"/>
          </a:xfrm>
        </p:spPr>
        <p:txBody>
          <a:bodyPr/>
          <a:lstStyle>
            <a:lvl1pPr>
              <a:defRPr sz="800" b="0">
                <a:solidFill>
                  <a:schemeClr val="accent1"/>
                </a:solidFill>
              </a:defRPr>
            </a:lvl1pPr>
          </a:lstStyle>
          <a:p>
            <a:r>
              <a:rPr lang="en-US"/>
              <a:t>Click icon to add picture</a:t>
            </a:r>
            <a:endParaRPr lang="en-GB" dirty="0"/>
          </a:p>
        </p:txBody>
      </p:sp>
      <p:pic>
        <p:nvPicPr>
          <p:cNvPr id="3" name="Picture 2">
            <a:extLst>
              <a:ext uri="{FF2B5EF4-FFF2-40B4-BE49-F238E27FC236}">
                <a16:creationId xmlns:a16="http://schemas.microsoft.com/office/drawing/2014/main" id="{4A31338B-0823-6532-C45C-F95060AF7B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5450955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Text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4770000"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4770000"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8" name="Chart Placeholder 7">
            <a:extLst>
              <a:ext uri="{FF2B5EF4-FFF2-40B4-BE49-F238E27FC236}">
                <a16:creationId xmlns:a16="http://schemas.microsoft.com/office/drawing/2014/main" id="{E5924D82-B442-36B8-3020-4B80CF88B468}"/>
              </a:ext>
            </a:extLst>
          </p:cNvPr>
          <p:cNvSpPr>
            <a:spLocks noGrp="1"/>
          </p:cNvSpPr>
          <p:nvPr>
            <p:ph type="chart" sz="quarter" idx="13"/>
          </p:nvPr>
        </p:nvSpPr>
        <p:spPr>
          <a:xfrm>
            <a:off x="6310313" y="385763"/>
            <a:ext cx="5462587" cy="5665787"/>
          </a:xfrm>
        </p:spPr>
        <p:txBody>
          <a:bodyPr/>
          <a:lstStyle>
            <a:lvl1pPr>
              <a:defRPr sz="1400" b="0"/>
            </a:lvl1pPr>
          </a:lstStyle>
          <a:p>
            <a:r>
              <a:rPr lang="en-US"/>
              <a:t>Click icon to add chart</a:t>
            </a:r>
            <a:endParaRPr lang="en-GB" dirty="0"/>
          </a:p>
        </p:txBody>
      </p:sp>
      <p:sp>
        <p:nvSpPr>
          <p:cNvPr id="7" name="Text Placeholder 8">
            <a:extLst>
              <a:ext uri="{FF2B5EF4-FFF2-40B4-BE49-F238E27FC236}">
                <a16:creationId xmlns:a16="http://schemas.microsoft.com/office/drawing/2014/main" id="{E06E48C0-76C8-28BD-C1B7-163ED41712A2}"/>
              </a:ext>
            </a:extLst>
          </p:cNvPr>
          <p:cNvSpPr>
            <a:spLocks noGrp="1"/>
          </p:cNvSpPr>
          <p:nvPr>
            <p:ph type="body" sz="quarter" idx="14" hasCustomPrompt="1"/>
          </p:nvPr>
        </p:nvSpPr>
        <p:spPr>
          <a:xfrm>
            <a:off x="604839" y="5464175"/>
            <a:ext cx="4770000"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298B935A-2F64-9B30-B028-533AFFCD81F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655466171"/>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Text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4770000"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4770000"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10" name="Table Placeholder 9">
            <a:extLst>
              <a:ext uri="{FF2B5EF4-FFF2-40B4-BE49-F238E27FC236}">
                <a16:creationId xmlns:a16="http://schemas.microsoft.com/office/drawing/2014/main" id="{23A5ABD4-0980-C4E1-2D35-C1A5E7B7C5AF}"/>
              </a:ext>
            </a:extLst>
          </p:cNvPr>
          <p:cNvSpPr>
            <a:spLocks noGrp="1"/>
          </p:cNvSpPr>
          <p:nvPr>
            <p:ph type="tbl" sz="quarter" idx="13"/>
          </p:nvPr>
        </p:nvSpPr>
        <p:spPr>
          <a:xfrm>
            <a:off x="6310313" y="1947863"/>
            <a:ext cx="5462587" cy="4103687"/>
          </a:xfrm>
        </p:spPr>
        <p:txBody>
          <a:bodyPr/>
          <a:lstStyle>
            <a:lvl1pPr>
              <a:defRPr sz="1400" b="0"/>
            </a:lvl1pPr>
          </a:lstStyle>
          <a:p>
            <a:r>
              <a:rPr lang="en-US"/>
              <a:t>Click icon to add table</a:t>
            </a:r>
            <a:endParaRPr lang="en-GB" dirty="0"/>
          </a:p>
        </p:txBody>
      </p:sp>
      <p:sp>
        <p:nvSpPr>
          <p:cNvPr id="11" name="Content Placeholder 2">
            <a:extLst>
              <a:ext uri="{FF2B5EF4-FFF2-40B4-BE49-F238E27FC236}">
                <a16:creationId xmlns:a16="http://schemas.microsoft.com/office/drawing/2014/main" id="{C10D3C37-C70E-A0DC-24F2-9973C328C5EF}"/>
              </a:ext>
            </a:extLst>
          </p:cNvPr>
          <p:cNvSpPr>
            <a:spLocks noGrp="1"/>
          </p:cNvSpPr>
          <p:nvPr>
            <p:ph idx="14"/>
          </p:nvPr>
        </p:nvSpPr>
        <p:spPr>
          <a:xfrm>
            <a:off x="6313051" y="1573620"/>
            <a:ext cx="4770000" cy="336144"/>
          </a:xfrm>
        </p:spPr>
        <p:txBody>
          <a:bodyPr/>
          <a:lstStyle/>
          <a:p>
            <a:pPr lvl="0"/>
            <a:r>
              <a:rPr lang="en-US"/>
              <a:t>Click to edit Master text styles</a:t>
            </a:r>
          </a:p>
        </p:txBody>
      </p:sp>
      <p:sp>
        <p:nvSpPr>
          <p:cNvPr id="7" name="Text Placeholder 8">
            <a:extLst>
              <a:ext uri="{FF2B5EF4-FFF2-40B4-BE49-F238E27FC236}">
                <a16:creationId xmlns:a16="http://schemas.microsoft.com/office/drawing/2014/main" id="{6CA4EA38-F567-390A-BFCA-BAFFDD3657F4}"/>
              </a:ext>
            </a:extLst>
          </p:cNvPr>
          <p:cNvSpPr>
            <a:spLocks noGrp="1"/>
          </p:cNvSpPr>
          <p:nvPr>
            <p:ph type="body" sz="quarter" idx="15" hasCustomPrompt="1"/>
          </p:nvPr>
        </p:nvSpPr>
        <p:spPr>
          <a:xfrm>
            <a:off x="604839" y="5464175"/>
            <a:ext cx="4770000"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5A10CA66-7402-A280-D0B7-C8DFD634EAA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1134895045"/>
      </p:ext>
    </p:extLst>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Text &amp;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5A4A-BEAF-8F80-8835-0907262EDC2E}"/>
              </a:ext>
            </a:extLst>
          </p:cNvPr>
          <p:cNvSpPr>
            <a:spLocks noGrp="1"/>
          </p:cNvSpPr>
          <p:nvPr>
            <p:ph type="title"/>
          </p:nvPr>
        </p:nvSpPr>
        <p:spPr>
          <a:xfrm>
            <a:off x="604838" y="311086"/>
            <a:ext cx="4770000" cy="1065278"/>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68868F2A-23FD-5801-ACBB-432CB93397C0}"/>
              </a:ext>
            </a:extLst>
          </p:cNvPr>
          <p:cNvSpPr>
            <a:spLocks noGrp="1"/>
          </p:cNvSpPr>
          <p:nvPr>
            <p:ph idx="1"/>
          </p:nvPr>
        </p:nvSpPr>
        <p:spPr>
          <a:xfrm>
            <a:off x="604839" y="1573619"/>
            <a:ext cx="4770000" cy="4477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6A5E74A7-6AA6-6A4A-386F-857155357DE5}"/>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AED2575B-FB3C-51E6-D7BC-6C7FF452EDA3}"/>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7" name="Text Placeholder 8">
            <a:extLst>
              <a:ext uri="{FF2B5EF4-FFF2-40B4-BE49-F238E27FC236}">
                <a16:creationId xmlns:a16="http://schemas.microsoft.com/office/drawing/2014/main" id="{5489E1D8-D4B0-C77A-AB21-F17122178ADA}"/>
              </a:ext>
            </a:extLst>
          </p:cNvPr>
          <p:cNvSpPr>
            <a:spLocks noGrp="1"/>
          </p:cNvSpPr>
          <p:nvPr>
            <p:ph type="body" sz="quarter" idx="13" hasCustomPrompt="1"/>
          </p:nvPr>
        </p:nvSpPr>
        <p:spPr>
          <a:xfrm>
            <a:off x="604839" y="5464175"/>
            <a:ext cx="4770000"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4" name="Picture 3">
            <a:extLst>
              <a:ext uri="{FF2B5EF4-FFF2-40B4-BE49-F238E27FC236}">
                <a16:creationId xmlns:a16="http://schemas.microsoft.com/office/drawing/2014/main" id="{C373A851-41FB-11CE-7794-1E1CC5D0D8A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3440210906"/>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38A58-465D-29BC-3745-035187C7CF41}"/>
              </a:ext>
            </a:extLst>
          </p:cNvPr>
          <p:cNvSpPr>
            <a:spLocks noGrp="1"/>
          </p:cNvSpPr>
          <p:nvPr>
            <p:ph type="title"/>
          </p:nvPr>
        </p:nvSpPr>
        <p:spPr>
          <a:xfrm>
            <a:off x="604838" y="311086"/>
            <a:ext cx="7364412" cy="1065278"/>
          </a:xfrm>
        </p:spPr>
        <p:txBody>
          <a:bodyPr/>
          <a:lstStyle/>
          <a:p>
            <a:r>
              <a:rPr lang="en-US"/>
              <a:t>Click to edit Master title style</a:t>
            </a:r>
            <a:endParaRPr lang="en-GB" dirty="0"/>
          </a:p>
        </p:txBody>
      </p:sp>
      <p:sp>
        <p:nvSpPr>
          <p:cNvPr id="4" name="Footer Placeholder 3">
            <a:extLst>
              <a:ext uri="{FF2B5EF4-FFF2-40B4-BE49-F238E27FC236}">
                <a16:creationId xmlns:a16="http://schemas.microsoft.com/office/drawing/2014/main" id="{03AF2D71-F647-C342-B16D-56C6AF9BC99F}"/>
              </a:ext>
            </a:extLst>
          </p:cNvPr>
          <p:cNvSpPr>
            <a:spLocks noGrp="1"/>
          </p:cNvSpPr>
          <p:nvPr>
            <p:ph type="ftr" sz="quarter" idx="11"/>
          </p:nvPr>
        </p:nvSpPr>
        <p:spPr/>
        <p:txBody>
          <a:bodyPr/>
          <a:lstStyle/>
          <a:p>
            <a:r>
              <a:rPr lang="en-GB"/>
              <a:t>Insert menu &gt; Header &amp; Footer button</a:t>
            </a:r>
          </a:p>
        </p:txBody>
      </p:sp>
      <p:sp>
        <p:nvSpPr>
          <p:cNvPr id="5" name="Slide Number Placeholder 4">
            <a:extLst>
              <a:ext uri="{FF2B5EF4-FFF2-40B4-BE49-F238E27FC236}">
                <a16:creationId xmlns:a16="http://schemas.microsoft.com/office/drawing/2014/main" id="{E364B384-59B0-AF00-1B1B-6C83719C637C}"/>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7" name="Text Placeholder 8">
            <a:extLst>
              <a:ext uri="{FF2B5EF4-FFF2-40B4-BE49-F238E27FC236}">
                <a16:creationId xmlns:a16="http://schemas.microsoft.com/office/drawing/2014/main" id="{C29F56FE-6896-93B5-300C-73E8064C8DE4}"/>
              </a:ext>
            </a:extLst>
          </p:cNvPr>
          <p:cNvSpPr>
            <a:spLocks noGrp="1"/>
          </p:cNvSpPr>
          <p:nvPr>
            <p:ph type="body" sz="quarter" idx="13" hasCustomPrompt="1"/>
          </p:nvPr>
        </p:nvSpPr>
        <p:spPr>
          <a:xfrm>
            <a:off x="604838" y="5464175"/>
            <a:ext cx="9267825" cy="587375"/>
          </a:xfrm>
        </p:spPr>
        <p:txBody>
          <a:bodyPr anchor="b" anchorCtr="0"/>
          <a:lstStyle>
            <a:lvl1pPr>
              <a:lnSpc>
                <a:spcPct val="100000"/>
              </a:lnSpc>
              <a:spcBef>
                <a:spcPts val="0"/>
              </a:spcBef>
              <a:buFontTx/>
              <a:buNone/>
              <a:defRPr sz="900" b="0">
                <a:solidFill>
                  <a:schemeClr val="tx1"/>
                </a:solidFill>
              </a:defRPr>
            </a:lvl1pPr>
            <a:lvl2pPr>
              <a:lnSpc>
                <a:spcPct val="100000"/>
              </a:lnSpc>
              <a:spcBef>
                <a:spcPts val="0"/>
              </a:spcBef>
              <a:buFontTx/>
              <a:buNone/>
              <a:defRPr sz="900" b="0">
                <a:solidFill>
                  <a:schemeClr val="tx1"/>
                </a:solidFill>
              </a:defRPr>
            </a:lvl2pPr>
            <a:lvl3pPr marL="0" indent="0">
              <a:lnSpc>
                <a:spcPct val="100000"/>
              </a:lnSpc>
              <a:spcBef>
                <a:spcPts val="0"/>
              </a:spcBef>
              <a:buFontTx/>
              <a:buNone/>
              <a:defRPr sz="900" b="0">
                <a:solidFill>
                  <a:schemeClr val="tx1"/>
                </a:solidFill>
              </a:defRPr>
            </a:lvl3pPr>
            <a:lvl4pPr marL="0" indent="0">
              <a:lnSpc>
                <a:spcPct val="100000"/>
              </a:lnSpc>
              <a:spcBef>
                <a:spcPts val="0"/>
              </a:spcBef>
              <a:buFontTx/>
              <a:buNone/>
              <a:defRPr sz="900" b="0">
                <a:solidFill>
                  <a:schemeClr val="tx1"/>
                </a:solidFill>
              </a:defRPr>
            </a:lvl4pPr>
            <a:lvl5pPr marL="0" indent="0">
              <a:lnSpc>
                <a:spcPct val="100000"/>
              </a:lnSpc>
              <a:spcBef>
                <a:spcPts val="0"/>
              </a:spcBef>
              <a:buFontTx/>
              <a:buNone/>
              <a:defRPr sz="900" b="0">
                <a:solidFill>
                  <a:schemeClr val="tx1"/>
                </a:solidFill>
              </a:defRPr>
            </a:lvl5pPr>
          </a:lstStyle>
          <a:p>
            <a:pPr lvl="0"/>
            <a:r>
              <a:rPr lang="en-US" dirty="0"/>
              <a:t>Click to add footnote or delete text box</a:t>
            </a:r>
          </a:p>
          <a:p>
            <a:pPr lvl="1"/>
            <a:r>
              <a:rPr lang="en-US" dirty="0"/>
              <a:t>Second level</a:t>
            </a:r>
          </a:p>
        </p:txBody>
      </p:sp>
      <p:pic>
        <p:nvPicPr>
          <p:cNvPr id="3" name="Picture 2">
            <a:extLst>
              <a:ext uri="{FF2B5EF4-FFF2-40B4-BE49-F238E27FC236}">
                <a16:creationId xmlns:a16="http://schemas.microsoft.com/office/drawing/2014/main" id="{EB95F338-020C-AD1A-58C0-1E2252F80F3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3385" y="6132510"/>
            <a:ext cx="3438000" cy="640936"/>
          </a:xfrm>
          <a:prstGeom prst="rect">
            <a:avLst/>
          </a:prstGeom>
          <a:noFill/>
          <a:ln>
            <a:noFill/>
          </a:ln>
        </p:spPr>
      </p:pic>
    </p:spTree>
    <p:extLst>
      <p:ext uri="{BB962C8B-B14F-4D97-AF65-F5344CB8AC3E}">
        <p14:creationId xmlns:p14="http://schemas.microsoft.com/office/powerpoint/2010/main" val="13299143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619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d Slide 1">
    <p:spTree>
      <p:nvGrpSpPr>
        <p:cNvPr id="1" name=""/>
        <p:cNvGrpSpPr/>
        <p:nvPr/>
      </p:nvGrpSpPr>
      <p:grpSpPr>
        <a:xfrm>
          <a:off x="0" y="0"/>
          <a:ext cx="0" cy="0"/>
          <a:chOff x="0" y="0"/>
          <a:chExt cx="0" cy="0"/>
        </a:xfrm>
      </p:grpSpPr>
      <p:pic>
        <p:nvPicPr>
          <p:cNvPr id="9" name="Picture 8" descr="A colorful circle and black background&#10;&#10;Description automatically generated">
            <a:extLst>
              <a:ext uri="{FF2B5EF4-FFF2-40B4-BE49-F238E27FC236}">
                <a16:creationId xmlns:a16="http://schemas.microsoft.com/office/drawing/2014/main" id="{A0CB5D0A-51F7-B26F-7F31-F6DE5646883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48600" y="0"/>
            <a:ext cx="4343400" cy="6858000"/>
          </a:xfrm>
          <a:prstGeom prst="rect">
            <a:avLst/>
          </a:prstGeom>
        </p:spPr>
      </p:pic>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lvl1pPr>
              <a:defRPr>
                <a:solidFill>
                  <a:schemeClr val="bg1"/>
                </a:solidFill>
              </a:defRPr>
            </a:lvl1pPr>
          </a:lstStyle>
          <a:p>
            <a:r>
              <a:rPr lang="en-GB"/>
              <a:t>Insert menu &gt; Header &amp; Footer button</a:t>
            </a:r>
            <a:endParaRPr lang="en-GB" dirty="0"/>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lvl1pPr>
              <a:defRPr>
                <a:solidFill>
                  <a:schemeClr val="bg1"/>
                </a:solidFill>
              </a:defRPr>
            </a:lvl1pPr>
          </a:lstStyle>
          <a:p>
            <a:fld id="{03CB0E19-F4C8-4F98-96D2-CE1ECDE59975}" type="slidenum">
              <a:rPr lang="en-GB" smtClean="0"/>
              <a:pPr/>
              <a:t>‹#›</a:t>
            </a:fld>
            <a:endParaRPr lang="en-GB"/>
          </a:p>
        </p:txBody>
      </p:sp>
      <p:sp>
        <p:nvSpPr>
          <p:cNvPr id="4" name="Title 1">
            <a:extLst>
              <a:ext uri="{FF2B5EF4-FFF2-40B4-BE49-F238E27FC236}">
                <a16:creationId xmlns:a16="http://schemas.microsoft.com/office/drawing/2014/main" id="{6143DEFF-7B37-AEB7-BAB3-BA96DA8780C3}"/>
              </a:ext>
            </a:extLst>
          </p:cNvPr>
          <p:cNvSpPr>
            <a:spLocks noGrp="1"/>
          </p:cNvSpPr>
          <p:nvPr>
            <p:ph type="ctrTitle"/>
          </p:nvPr>
        </p:nvSpPr>
        <p:spPr>
          <a:xfrm>
            <a:off x="604838" y="2758439"/>
            <a:ext cx="5465762" cy="2280285"/>
          </a:xfrm>
        </p:spPr>
        <p:txBody>
          <a:bodyPr anchor="b" anchorCtr="0"/>
          <a:lstStyle>
            <a:lvl1pPr algn="l">
              <a:lnSpc>
                <a:spcPct val="90000"/>
              </a:lnSpc>
              <a:defRPr sz="4000" spc="-100" baseline="0"/>
            </a:lvl1pPr>
          </a:lstStyle>
          <a:p>
            <a:r>
              <a:rPr lang="en-US"/>
              <a:t>Click to edit Master title style</a:t>
            </a:r>
            <a:endParaRPr lang="en-GB" dirty="0"/>
          </a:p>
        </p:txBody>
      </p:sp>
      <p:sp>
        <p:nvSpPr>
          <p:cNvPr id="7" name="Text Placeholder 12">
            <a:extLst>
              <a:ext uri="{FF2B5EF4-FFF2-40B4-BE49-F238E27FC236}">
                <a16:creationId xmlns:a16="http://schemas.microsoft.com/office/drawing/2014/main" id="{57D66186-3CF2-1211-7819-DF6B04FF0276}"/>
              </a:ext>
            </a:extLst>
          </p:cNvPr>
          <p:cNvSpPr>
            <a:spLocks noGrp="1"/>
          </p:cNvSpPr>
          <p:nvPr>
            <p:ph type="body" sz="quarter" idx="14"/>
          </p:nvPr>
        </p:nvSpPr>
        <p:spPr>
          <a:xfrm>
            <a:off x="604838" y="338018"/>
            <a:ext cx="3802062" cy="1253173"/>
          </a:xfrm>
        </p:spPr>
        <p:txBody>
          <a:bodyPr/>
          <a:lstStyle>
            <a:lvl1pPr>
              <a:defRPr sz="2000"/>
            </a:lvl1pPr>
            <a:lvl2pPr>
              <a:spcBef>
                <a:spcPts val="0"/>
              </a:spcBef>
              <a:defRPr sz="2000">
                <a:solidFill>
                  <a:srgbClr val="0460A9"/>
                </a:solidFill>
              </a:defRPr>
            </a:lvl2pPr>
            <a:lvl3pPr>
              <a:defRPr lang="en-US" sz="2000" kern="1200" dirty="0" smtClean="0">
                <a:solidFill>
                  <a:schemeClr val="tx1"/>
                </a:solidFill>
                <a:latin typeface="+mn-lt"/>
                <a:ea typeface="+mn-ea"/>
                <a:cs typeface="+mn-cs"/>
              </a:defRPr>
            </a:lvl3pPr>
          </a:lstStyle>
          <a:p>
            <a:pPr lvl="0"/>
            <a:r>
              <a:rPr lang="en-US"/>
              <a:t>Click to edit Master text styles</a:t>
            </a:r>
          </a:p>
          <a:p>
            <a:pPr lvl="1"/>
            <a:r>
              <a:rPr lang="en-US"/>
              <a:t>Second level</a:t>
            </a:r>
          </a:p>
        </p:txBody>
      </p:sp>
      <p:pic>
        <p:nvPicPr>
          <p:cNvPr id="10" name="Picture 9">
            <a:extLst>
              <a:ext uri="{FF2B5EF4-FFF2-40B4-BE49-F238E27FC236}">
                <a16:creationId xmlns:a16="http://schemas.microsoft.com/office/drawing/2014/main" id="{D8E686FA-8940-A88B-138F-B4BB47A6D04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828465097"/>
      </p:ext>
    </p:extLst>
  </p:cSld>
  <p:clrMapOvr>
    <a:masterClrMapping/>
  </p:clrMapOvr>
  <p:hf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pic>
        <p:nvPicPr>
          <p:cNvPr id="3" name="Picture 2" descr="A blue and red circle&#10;&#10;Description automatically generated">
            <a:extLst>
              <a:ext uri="{FF2B5EF4-FFF2-40B4-BE49-F238E27FC236}">
                <a16:creationId xmlns:a16="http://schemas.microsoft.com/office/drawing/2014/main" id="{5410D678-9687-A042-D775-92BC6ABD947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52100" y="0"/>
            <a:ext cx="1739900" cy="6858000"/>
          </a:xfrm>
          <a:prstGeom prst="rect">
            <a:avLst/>
          </a:prstGeom>
        </p:spPr>
      </p:pic>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4" name="Title 1">
            <a:extLst>
              <a:ext uri="{FF2B5EF4-FFF2-40B4-BE49-F238E27FC236}">
                <a16:creationId xmlns:a16="http://schemas.microsoft.com/office/drawing/2014/main" id="{6143DEFF-7B37-AEB7-BAB3-BA96DA8780C3}"/>
              </a:ext>
            </a:extLst>
          </p:cNvPr>
          <p:cNvSpPr>
            <a:spLocks noGrp="1"/>
          </p:cNvSpPr>
          <p:nvPr>
            <p:ph type="ctrTitle"/>
          </p:nvPr>
        </p:nvSpPr>
        <p:spPr>
          <a:xfrm>
            <a:off x="604838" y="2758439"/>
            <a:ext cx="5465762" cy="2280285"/>
          </a:xfrm>
        </p:spPr>
        <p:txBody>
          <a:bodyPr anchor="b" anchorCtr="0"/>
          <a:lstStyle>
            <a:lvl1pPr algn="l">
              <a:lnSpc>
                <a:spcPct val="90000"/>
              </a:lnSpc>
              <a:defRPr sz="4000" spc="-100" baseline="0"/>
            </a:lvl1pPr>
          </a:lstStyle>
          <a:p>
            <a:r>
              <a:rPr lang="en-US"/>
              <a:t>Click to edit Master title style</a:t>
            </a:r>
            <a:endParaRPr lang="en-GB" dirty="0"/>
          </a:p>
        </p:txBody>
      </p:sp>
      <p:sp>
        <p:nvSpPr>
          <p:cNvPr id="7" name="Text Placeholder 12">
            <a:extLst>
              <a:ext uri="{FF2B5EF4-FFF2-40B4-BE49-F238E27FC236}">
                <a16:creationId xmlns:a16="http://schemas.microsoft.com/office/drawing/2014/main" id="{57D66186-3CF2-1211-7819-DF6B04FF0276}"/>
              </a:ext>
            </a:extLst>
          </p:cNvPr>
          <p:cNvSpPr>
            <a:spLocks noGrp="1"/>
          </p:cNvSpPr>
          <p:nvPr>
            <p:ph type="body" sz="quarter" idx="14"/>
          </p:nvPr>
        </p:nvSpPr>
        <p:spPr>
          <a:xfrm>
            <a:off x="604838" y="338018"/>
            <a:ext cx="3802062" cy="1253173"/>
          </a:xfrm>
        </p:spPr>
        <p:txBody>
          <a:bodyPr/>
          <a:lstStyle>
            <a:lvl1pPr>
              <a:defRPr sz="2000"/>
            </a:lvl1pPr>
            <a:lvl2pPr>
              <a:spcBef>
                <a:spcPts val="0"/>
              </a:spcBef>
              <a:defRPr sz="2000">
                <a:solidFill>
                  <a:srgbClr val="0460A9"/>
                </a:solidFill>
              </a:defRPr>
            </a:lvl2pPr>
            <a:lvl3pPr>
              <a:defRPr lang="en-US" sz="2000" kern="1200" dirty="0" smtClean="0">
                <a:solidFill>
                  <a:schemeClr val="tx1"/>
                </a:solidFill>
                <a:latin typeface="+mn-lt"/>
                <a:ea typeface="+mn-ea"/>
                <a:cs typeface="+mn-cs"/>
              </a:defRPr>
            </a:lvl3pPr>
          </a:lstStyle>
          <a:p>
            <a:pPr lvl="0"/>
            <a:r>
              <a:rPr lang="en-US"/>
              <a:t>Click to edit Master text styles</a:t>
            </a:r>
          </a:p>
          <a:p>
            <a:pPr lvl="1"/>
            <a:r>
              <a:rPr lang="en-US"/>
              <a:t>Second level</a:t>
            </a:r>
          </a:p>
        </p:txBody>
      </p:sp>
      <p:pic>
        <p:nvPicPr>
          <p:cNvPr id="10" name="Picture 9">
            <a:extLst>
              <a:ext uri="{FF2B5EF4-FFF2-40B4-BE49-F238E27FC236}">
                <a16:creationId xmlns:a16="http://schemas.microsoft.com/office/drawing/2014/main" id="{D8E686FA-8940-A88B-138F-B4BB47A6D04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2736766241"/>
      </p:ext>
    </p:extLst>
  </p:cSld>
  <p:clrMapOvr>
    <a:masterClrMapping/>
  </p:clrMapOvr>
  <p:hf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 Slide 3">
    <p:spTree>
      <p:nvGrpSpPr>
        <p:cNvPr id="1" name=""/>
        <p:cNvGrpSpPr/>
        <p:nvPr/>
      </p:nvGrpSpPr>
      <p:grpSpPr>
        <a:xfrm>
          <a:off x="0" y="0"/>
          <a:ext cx="0" cy="0"/>
          <a:chOff x="0" y="0"/>
          <a:chExt cx="0" cy="0"/>
        </a:xfrm>
      </p:grpSpPr>
      <p:pic>
        <p:nvPicPr>
          <p:cNvPr id="2" name="Picture 1" descr="A yellow and orange curved object&#10;&#10;Description automatically generated">
            <a:extLst>
              <a:ext uri="{FF2B5EF4-FFF2-40B4-BE49-F238E27FC236}">
                <a16:creationId xmlns:a16="http://schemas.microsoft.com/office/drawing/2014/main" id="{DC0324F7-D5A3-B683-26D9-09630AC751E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48842" y="4776791"/>
            <a:ext cx="3348165" cy="2081210"/>
          </a:xfrm>
          <a:prstGeom prst="rect">
            <a:avLst/>
          </a:prstGeom>
        </p:spPr>
      </p:pic>
      <p:sp>
        <p:nvSpPr>
          <p:cNvPr id="3" name="Picture Placeholder 6">
            <a:extLst>
              <a:ext uri="{FF2B5EF4-FFF2-40B4-BE49-F238E27FC236}">
                <a16:creationId xmlns:a16="http://schemas.microsoft.com/office/drawing/2014/main" id="{E425BEBA-A534-F7E4-3ACD-720101319137}"/>
              </a:ext>
            </a:extLst>
          </p:cNvPr>
          <p:cNvSpPr>
            <a:spLocks noGrp="1" noChangeAspect="1"/>
          </p:cNvSpPr>
          <p:nvPr>
            <p:ph type="pic" sz="quarter" idx="10"/>
          </p:nvPr>
        </p:nvSpPr>
        <p:spPr>
          <a:xfrm>
            <a:off x="5428529" y="0"/>
            <a:ext cx="6763471" cy="6858000"/>
          </a:xfrm>
          <a:custGeom>
            <a:avLst/>
            <a:gdLst>
              <a:gd name="connsiteX0" fmla="*/ 377459 w 3359817"/>
              <a:gd name="connsiteY0" fmla="*/ 0 h 3406775"/>
              <a:gd name="connsiteX1" fmla="*/ 3359817 w 3359817"/>
              <a:gd name="connsiteY1" fmla="*/ 0 h 3406775"/>
              <a:gd name="connsiteX2" fmla="*/ 3359817 w 3359817"/>
              <a:gd name="connsiteY2" fmla="*/ 3406775 h 3406775"/>
              <a:gd name="connsiteX3" fmla="*/ 2223681 w 3359817"/>
              <a:gd name="connsiteY3" fmla="*/ 3406775 h 3406775"/>
              <a:gd name="connsiteX4" fmla="*/ 740392 w 3359817"/>
              <a:gd name="connsiteY4" fmla="*/ 2562967 h 3406775"/>
              <a:gd name="connsiteX5" fmla="*/ 46086 w 3359817"/>
              <a:gd name="connsiteY5" fmla="*/ 1939969 h 3406775"/>
              <a:gd name="connsiteX6" fmla="*/ 235442 w 3359817"/>
              <a:gd name="connsiteY6" fmla="*/ 1033073 h 3406775"/>
              <a:gd name="connsiteX7" fmla="*/ 424798 w 3359817"/>
              <a:gd name="connsiteY7" fmla="*/ 126177 h 3406775"/>
              <a:gd name="connsiteX8" fmla="*/ 377459 w 3359817"/>
              <a:gd name="connsiteY8" fmla="*/ 0 h 340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9817" h="3406775">
                <a:moveTo>
                  <a:pt x="377459" y="0"/>
                </a:moveTo>
                <a:lnTo>
                  <a:pt x="3359817" y="0"/>
                </a:lnTo>
                <a:cubicBezTo>
                  <a:pt x="3359817" y="3406775"/>
                  <a:pt x="3359817" y="3406775"/>
                  <a:pt x="3359817" y="3406775"/>
                </a:cubicBezTo>
                <a:cubicBezTo>
                  <a:pt x="2223681" y="3406775"/>
                  <a:pt x="2223681" y="3406775"/>
                  <a:pt x="2223681" y="3406775"/>
                </a:cubicBezTo>
                <a:cubicBezTo>
                  <a:pt x="1837079" y="2980928"/>
                  <a:pt x="1324239" y="2681258"/>
                  <a:pt x="740392" y="2562967"/>
                </a:cubicBezTo>
                <a:cubicBezTo>
                  <a:pt x="416908" y="2491993"/>
                  <a:pt x="148654" y="2255411"/>
                  <a:pt x="46086" y="1939969"/>
                </a:cubicBezTo>
                <a:cubicBezTo>
                  <a:pt x="-56482" y="1624527"/>
                  <a:pt x="14527" y="1277541"/>
                  <a:pt x="235442" y="1033073"/>
                </a:cubicBezTo>
                <a:cubicBezTo>
                  <a:pt x="456358" y="788605"/>
                  <a:pt x="535256" y="441619"/>
                  <a:pt x="424798" y="126177"/>
                </a:cubicBezTo>
                <a:cubicBezTo>
                  <a:pt x="416908" y="78861"/>
                  <a:pt x="393239" y="39430"/>
                  <a:pt x="377459" y="0"/>
                </a:cubicBezTo>
                <a:close/>
              </a:path>
            </a:pathLst>
          </a:custGeom>
        </p:spPr>
        <p:txBody>
          <a:bodyPr wrap="square" tIns="360000">
            <a:noAutofit/>
          </a:bodyPr>
          <a:lstStyle>
            <a:lvl1pPr algn="ctr">
              <a:defRPr sz="1400" b="0"/>
            </a:lvl1pPr>
          </a:lstStyle>
          <a:p>
            <a:r>
              <a:rPr lang="en-US"/>
              <a:t>Click icon to add picture</a:t>
            </a:r>
            <a:endParaRPr lang="en-GB" dirty="0"/>
          </a:p>
        </p:txBody>
      </p:sp>
      <p:sp>
        <p:nvSpPr>
          <p:cNvPr id="5" name="Footer Placeholder 4">
            <a:extLst>
              <a:ext uri="{FF2B5EF4-FFF2-40B4-BE49-F238E27FC236}">
                <a16:creationId xmlns:a16="http://schemas.microsoft.com/office/drawing/2014/main" id="{C23A8108-6468-F37B-B08D-4576298F528F}"/>
              </a:ext>
            </a:extLst>
          </p:cNvPr>
          <p:cNvSpPr>
            <a:spLocks noGrp="1"/>
          </p:cNvSpPr>
          <p:nvPr>
            <p:ph type="ftr" sz="quarter" idx="11"/>
          </p:nvPr>
        </p:nvSpPr>
        <p:spPr/>
        <p:txBody>
          <a:bodyPr/>
          <a:lstStyle/>
          <a:p>
            <a:r>
              <a:rPr lang="en-GB"/>
              <a:t>Insert menu &gt; Header &amp; Footer button</a:t>
            </a:r>
          </a:p>
        </p:txBody>
      </p:sp>
      <p:sp>
        <p:nvSpPr>
          <p:cNvPr id="6" name="Slide Number Placeholder 5">
            <a:extLst>
              <a:ext uri="{FF2B5EF4-FFF2-40B4-BE49-F238E27FC236}">
                <a16:creationId xmlns:a16="http://schemas.microsoft.com/office/drawing/2014/main" id="{FC9EE5C0-CA83-92F8-E574-92C5F4ED2C0C}"/>
              </a:ext>
            </a:extLst>
          </p:cNvPr>
          <p:cNvSpPr>
            <a:spLocks noGrp="1"/>
          </p:cNvSpPr>
          <p:nvPr>
            <p:ph type="sldNum" sz="quarter" idx="12"/>
          </p:nvPr>
        </p:nvSpPr>
        <p:spPr/>
        <p:txBody>
          <a:bodyPr/>
          <a:lstStyle/>
          <a:p>
            <a:fld id="{03CB0E19-F4C8-4F98-96D2-CE1ECDE59975}" type="slidenum">
              <a:rPr lang="en-GB" smtClean="0"/>
              <a:t>‹#›</a:t>
            </a:fld>
            <a:endParaRPr lang="en-GB"/>
          </a:p>
        </p:txBody>
      </p:sp>
      <p:sp>
        <p:nvSpPr>
          <p:cNvPr id="4" name="Title 1">
            <a:extLst>
              <a:ext uri="{FF2B5EF4-FFF2-40B4-BE49-F238E27FC236}">
                <a16:creationId xmlns:a16="http://schemas.microsoft.com/office/drawing/2014/main" id="{6143DEFF-7B37-AEB7-BAB3-BA96DA8780C3}"/>
              </a:ext>
            </a:extLst>
          </p:cNvPr>
          <p:cNvSpPr>
            <a:spLocks noGrp="1"/>
          </p:cNvSpPr>
          <p:nvPr>
            <p:ph type="ctrTitle"/>
          </p:nvPr>
        </p:nvSpPr>
        <p:spPr>
          <a:xfrm>
            <a:off x="604838" y="2758439"/>
            <a:ext cx="5465762" cy="2280285"/>
          </a:xfrm>
        </p:spPr>
        <p:txBody>
          <a:bodyPr anchor="b" anchorCtr="0"/>
          <a:lstStyle>
            <a:lvl1pPr algn="l">
              <a:lnSpc>
                <a:spcPct val="90000"/>
              </a:lnSpc>
              <a:defRPr sz="4000" spc="-100" baseline="0"/>
            </a:lvl1pPr>
          </a:lstStyle>
          <a:p>
            <a:r>
              <a:rPr lang="en-US"/>
              <a:t>Click to edit Master title style</a:t>
            </a:r>
            <a:endParaRPr lang="en-GB" dirty="0"/>
          </a:p>
        </p:txBody>
      </p:sp>
      <p:sp>
        <p:nvSpPr>
          <p:cNvPr id="7" name="Text Placeholder 12">
            <a:extLst>
              <a:ext uri="{FF2B5EF4-FFF2-40B4-BE49-F238E27FC236}">
                <a16:creationId xmlns:a16="http://schemas.microsoft.com/office/drawing/2014/main" id="{57D66186-3CF2-1211-7819-DF6B04FF0276}"/>
              </a:ext>
            </a:extLst>
          </p:cNvPr>
          <p:cNvSpPr>
            <a:spLocks noGrp="1"/>
          </p:cNvSpPr>
          <p:nvPr>
            <p:ph type="body" sz="quarter" idx="14"/>
          </p:nvPr>
        </p:nvSpPr>
        <p:spPr>
          <a:xfrm>
            <a:off x="604838" y="338018"/>
            <a:ext cx="3802062" cy="1253173"/>
          </a:xfrm>
        </p:spPr>
        <p:txBody>
          <a:bodyPr/>
          <a:lstStyle>
            <a:lvl1pPr>
              <a:defRPr sz="2000"/>
            </a:lvl1pPr>
            <a:lvl2pPr>
              <a:spcBef>
                <a:spcPts val="0"/>
              </a:spcBef>
              <a:defRPr sz="2000">
                <a:solidFill>
                  <a:srgbClr val="0460A9"/>
                </a:solidFill>
              </a:defRPr>
            </a:lvl2pPr>
            <a:lvl3pPr>
              <a:defRPr lang="en-US" sz="2000" kern="1200" dirty="0" smtClean="0">
                <a:solidFill>
                  <a:schemeClr val="tx1"/>
                </a:solidFill>
                <a:latin typeface="+mn-lt"/>
                <a:ea typeface="+mn-ea"/>
                <a:cs typeface="+mn-cs"/>
              </a:defRPr>
            </a:lvl3pPr>
          </a:lstStyle>
          <a:p>
            <a:pPr lvl="0"/>
            <a:r>
              <a:rPr lang="en-US"/>
              <a:t>Click to edit Master text styles</a:t>
            </a:r>
          </a:p>
          <a:p>
            <a:pPr lvl="1"/>
            <a:r>
              <a:rPr lang="en-US"/>
              <a:t>Second level</a:t>
            </a:r>
          </a:p>
        </p:txBody>
      </p:sp>
      <p:pic>
        <p:nvPicPr>
          <p:cNvPr id="10" name="Picture 9">
            <a:extLst>
              <a:ext uri="{FF2B5EF4-FFF2-40B4-BE49-F238E27FC236}">
                <a16:creationId xmlns:a16="http://schemas.microsoft.com/office/drawing/2014/main" id="{D8E686FA-8940-A88B-138F-B4BB47A6D04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0350" y="5643501"/>
            <a:ext cx="5004000" cy="932879"/>
          </a:xfrm>
          <a:prstGeom prst="rect">
            <a:avLst/>
          </a:prstGeom>
          <a:noFill/>
          <a:ln>
            <a:noFill/>
          </a:ln>
        </p:spPr>
      </p:pic>
    </p:spTree>
    <p:extLst>
      <p:ext uri="{BB962C8B-B14F-4D97-AF65-F5344CB8AC3E}">
        <p14:creationId xmlns:p14="http://schemas.microsoft.com/office/powerpoint/2010/main" val="2319217866"/>
      </p:ext>
    </p:extLst>
  </p:cSld>
  <p:clrMapOvr>
    <a:masterClrMapping/>
  </p:clrMapOvr>
  <p:hf hdr="0" ftr="0" dt="0"/>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A96AB-8025-800A-2C24-7E888FEFF7BD}"/>
              </a:ext>
            </a:extLst>
          </p:cNvPr>
          <p:cNvSpPr>
            <a:spLocks noGrp="1"/>
          </p:cNvSpPr>
          <p:nvPr>
            <p:ph type="title"/>
          </p:nvPr>
        </p:nvSpPr>
        <p:spPr>
          <a:xfrm>
            <a:off x="604838" y="311086"/>
            <a:ext cx="11168062" cy="1065278"/>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904E3102-B1BD-6F42-D23F-9839C4945A58}"/>
              </a:ext>
            </a:extLst>
          </p:cNvPr>
          <p:cNvSpPr>
            <a:spLocks noGrp="1"/>
          </p:cNvSpPr>
          <p:nvPr>
            <p:ph type="body" idx="1"/>
          </p:nvPr>
        </p:nvSpPr>
        <p:spPr>
          <a:xfrm>
            <a:off x="604838" y="1573619"/>
            <a:ext cx="11168062" cy="4477931"/>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a:extLst>
              <a:ext uri="{FF2B5EF4-FFF2-40B4-BE49-F238E27FC236}">
                <a16:creationId xmlns:a16="http://schemas.microsoft.com/office/drawing/2014/main" id="{0360478D-6D5E-92AA-A8E5-4B2E1DDB4519}"/>
              </a:ext>
            </a:extLst>
          </p:cNvPr>
          <p:cNvSpPr>
            <a:spLocks noGrp="1"/>
          </p:cNvSpPr>
          <p:nvPr>
            <p:ph type="ftr" sz="quarter" idx="3"/>
          </p:nvPr>
        </p:nvSpPr>
        <p:spPr>
          <a:xfrm>
            <a:off x="8197850" y="6449644"/>
            <a:ext cx="2880000" cy="180000"/>
          </a:xfrm>
          <a:prstGeom prst="rect">
            <a:avLst/>
          </a:prstGeom>
        </p:spPr>
        <p:txBody>
          <a:bodyPr vert="horz" lIns="0" tIns="0" rIns="0" bIns="0" rtlCol="0" anchor="t" anchorCtr="0">
            <a:noAutofit/>
          </a:bodyPr>
          <a:lstStyle>
            <a:lvl1pPr algn="r">
              <a:defRPr sz="900">
                <a:solidFill>
                  <a:schemeClr val="tx1"/>
                </a:solidFill>
              </a:defRPr>
            </a:lvl1pPr>
          </a:lstStyle>
          <a:p>
            <a:r>
              <a:rPr lang="en-GB"/>
              <a:t>Insert menu &gt; Header &amp; Footer button</a:t>
            </a:r>
            <a:endParaRPr lang="en-GB" dirty="0"/>
          </a:p>
        </p:txBody>
      </p:sp>
      <p:sp>
        <p:nvSpPr>
          <p:cNvPr id="6" name="Slide Number Placeholder 5">
            <a:extLst>
              <a:ext uri="{FF2B5EF4-FFF2-40B4-BE49-F238E27FC236}">
                <a16:creationId xmlns:a16="http://schemas.microsoft.com/office/drawing/2014/main" id="{A8B61785-315A-7A76-7C7E-594293B9756B}"/>
              </a:ext>
            </a:extLst>
          </p:cNvPr>
          <p:cNvSpPr>
            <a:spLocks noGrp="1"/>
          </p:cNvSpPr>
          <p:nvPr>
            <p:ph type="sldNum" sz="quarter" idx="4"/>
          </p:nvPr>
        </p:nvSpPr>
        <p:spPr>
          <a:xfrm>
            <a:off x="11307726" y="6449644"/>
            <a:ext cx="465174" cy="180000"/>
          </a:xfrm>
          <a:prstGeom prst="rect">
            <a:avLst/>
          </a:prstGeom>
        </p:spPr>
        <p:txBody>
          <a:bodyPr vert="horz" lIns="0" tIns="0" rIns="0" bIns="0" rtlCol="0" anchor="t" anchorCtr="0">
            <a:noAutofit/>
          </a:bodyPr>
          <a:lstStyle>
            <a:lvl1pPr algn="r">
              <a:defRPr sz="900" b="1">
                <a:solidFill>
                  <a:schemeClr val="tx1"/>
                </a:solidFill>
              </a:defRPr>
            </a:lvl1pPr>
          </a:lstStyle>
          <a:p>
            <a:fld id="{03CB0E19-F4C8-4F98-96D2-CE1ECDE59975}" type="slidenum">
              <a:rPr lang="en-GB" smtClean="0"/>
              <a:pPr/>
              <a:t>‹#›</a:t>
            </a:fld>
            <a:endParaRPr lang="en-GB" dirty="0"/>
          </a:p>
        </p:txBody>
      </p:sp>
    </p:spTree>
    <p:extLst>
      <p:ext uri="{BB962C8B-B14F-4D97-AF65-F5344CB8AC3E}">
        <p14:creationId xmlns:p14="http://schemas.microsoft.com/office/powerpoint/2010/main" val="2936477346"/>
      </p:ext>
    </p:extLst>
  </p:cSld>
  <p:clrMap bg1="lt1" tx1="dk1" bg2="lt2" tx2="dk2" accent1="accent1" accent2="accent2" accent3="accent3" accent4="accent4" accent5="accent5" accent6="accent6" hlink="hlink" folHlink="folHlink"/>
  <p:sldLayoutIdLst>
    <p:sldLayoutId id="2147483740" r:id="rId1"/>
    <p:sldLayoutId id="2147483712" r:id="rId2"/>
    <p:sldLayoutId id="2147483739"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650" r:id="rId16"/>
    <p:sldLayoutId id="2147483659" r:id="rId17"/>
    <p:sldLayoutId id="2147483660" r:id="rId18"/>
    <p:sldLayoutId id="2147483656" r:id="rId19"/>
    <p:sldLayoutId id="2147483687"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681" r:id="rId29"/>
    <p:sldLayoutId id="2147483668" r:id="rId30"/>
    <p:sldLayoutId id="2147483667" r:id="rId31"/>
    <p:sldLayoutId id="2147483669" r:id="rId32"/>
    <p:sldLayoutId id="2147483683" r:id="rId33"/>
    <p:sldLayoutId id="2147483684" r:id="rId34"/>
    <p:sldLayoutId id="2147483672" r:id="rId35"/>
    <p:sldLayoutId id="2147483695" r:id="rId36"/>
    <p:sldLayoutId id="2147483673" r:id="rId37"/>
    <p:sldLayoutId id="2147483753" r:id="rId38"/>
    <p:sldLayoutId id="2147483754" r:id="rId39"/>
    <p:sldLayoutId id="2147483690" r:id="rId40"/>
    <p:sldLayoutId id="2147483688" r:id="rId41"/>
    <p:sldLayoutId id="2147483738" r:id="rId42"/>
    <p:sldLayoutId id="2147483670" r:id="rId43"/>
    <p:sldLayoutId id="2147483671" r:id="rId44"/>
    <p:sldLayoutId id="2147483692" r:id="rId45"/>
    <p:sldLayoutId id="2147483693" r:id="rId46"/>
    <p:sldLayoutId id="2147483694" r:id="rId47"/>
    <p:sldLayoutId id="2147483654" r:id="rId48"/>
    <p:sldLayoutId id="2147483655" r:id="rId49"/>
    <p:sldLayoutId id="2147483736" r:id="rId50"/>
    <p:sldLayoutId id="2147483763" r:id="rId51"/>
    <p:sldLayoutId id="2147483764" r:id="rId52"/>
  </p:sldLayoutIdLst>
  <p:hf hdr="0" dt="0"/>
  <p:txStyles>
    <p:title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p:titleStyle>
    <p:body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2" userDrawn="1">
          <p15:clr>
            <a:srgbClr val="F26B43"/>
          </p15:clr>
        </p15:guide>
        <p15:guide id="2" pos="3975" userDrawn="1">
          <p15:clr>
            <a:srgbClr val="F26B43"/>
          </p15:clr>
        </p15:guide>
        <p15:guide id="3" orient="horz" pos="243" userDrawn="1">
          <p15:clr>
            <a:srgbClr val="F26B43"/>
          </p15:clr>
        </p15:guide>
        <p15:guide id="4" orient="horz" pos="3812" userDrawn="1">
          <p15:clr>
            <a:srgbClr val="F26B43"/>
          </p15:clr>
        </p15:guide>
        <p15:guide id="5" orient="horz" pos="867" userDrawn="1">
          <p15:clr>
            <a:srgbClr val="F26B43"/>
          </p15:clr>
        </p15:guide>
        <p15:guide id="6" orient="horz" pos="1015" userDrawn="1">
          <p15:clr>
            <a:srgbClr val="F26B43"/>
          </p15:clr>
        </p15:guide>
        <p15:guide id="7" orient="horz" pos="1639" userDrawn="1">
          <p15:clr>
            <a:srgbClr val="F26B43"/>
          </p15:clr>
        </p15:guide>
        <p15:guide id="8" orient="horz" pos="1781" userDrawn="1">
          <p15:clr>
            <a:srgbClr val="F26B43"/>
          </p15:clr>
        </p15:guide>
        <p15:guide id="9" orient="horz" pos="2544" userDrawn="1">
          <p15:clr>
            <a:srgbClr val="F26B43"/>
          </p15:clr>
        </p15:guide>
        <p15:guide id="10" orient="horz" pos="3174" userDrawn="1">
          <p15:clr>
            <a:srgbClr val="F26B43"/>
          </p15:clr>
        </p15:guide>
        <p15:guide id="11" orient="horz" pos="3316" userDrawn="1">
          <p15:clr>
            <a:srgbClr val="F26B43"/>
          </p15:clr>
        </p15:guide>
        <p15:guide id="12" pos="7416" userDrawn="1">
          <p15:clr>
            <a:srgbClr val="F26B43"/>
          </p15:clr>
        </p15:guide>
        <p15:guide id="13" pos="381" userDrawn="1">
          <p15:clr>
            <a:srgbClr val="F26B43"/>
          </p15:clr>
        </p15:guide>
        <p15:guide id="14" pos="1434" userDrawn="1">
          <p15:clr>
            <a:srgbClr val="F26B43"/>
          </p15:clr>
        </p15:guide>
        <p15:guide id="15" pos="1581" userDrawn="1">
          <p15:clr>
            <a:srgbClr val="F26B43"/>
          </p15:clr>
        </p15:guide>
        <p15:guide id="16" pos="2625" userDrawn="1">
          <p15:clr>
            <a:srgbClr val="F26B43"/>
          </p15:clr>
        </p15:guide>
        <p15:guide id="17" pos="2776" userDrawn="1">
          <p15:clr>
            <a:srgbClr val="F26B43"/>
          </p15:clr>
        </p15:guide>
        <p15:guide id="18" pos="3824" userDrawn="1">
          <p15:clr>
            <a:srgbClr val="F26B43"/>
          </p15:clr>
        </p15:guide>
        <p15:guide id="19" pos="5020" userDrawn="1">
          <p15:clr>
            <a:srgbClr val="F26B43"/>
          </p15:clr>
        </p15:guide>
        <p15:guide id="20" pos="5166" userDrawn="1">
          <p15:clr>
            <a:srgbClr val="F26B43"/>
          </p15:clr>
        </p15:guide>
        <p15:guide id="21" pos="6219" userDrawn="1">
          <p15:clr>
            <a:srgbClr val="F26B43"/>
          </p15:clr>
        </p15:guide>
        <p15:guide id="22" pos="636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eg"/></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16.xml"/><Relationship Id="rId4" Type="http://schemas.openxmlformats.org/officeDocument/2006/relationships/hyperlink" Target="https://chemistry-europe.onlinelibrary.wiley.com/doi/10.1002/cmdc.201000485" TargetMode="Externa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oleObject" Target="../embeddings/oleObject6.bin"/><Relationship Id="rId3" Type="http://schemas.openxmlformats.org/officeDocument/2006/relationships/hyperlink" Target="https://pubs.aip.org/aip/jcp/article-abstract/132/15/154104/926936/A-consistent-and-accurate-ab-initio?redirectedFrom=fulltext" TargetMode="External"/><Relationship Id="rId7" Type="http://schemas.openxmlformats.org/officeDocument/2006/relationships/image" Target="../media/image36.emf"/><Relationship Id="rId12" Type="http://schemas.openxmlformats.org/officeDocument/2006/relationships/image" Target="../media/image38.emf"/><Relationship Id="rId2" Type="http://schemas.openxmlformats.org/officeDocument/2006/relationships/image" Target="../media/image34.png"/><Relationship Id="rId1" Type="http://schemas.openxmlformats.org/officeDocument/2006/relationships/slideLayout" Target="../slideLayouts/slideLayout16.xml"/><Relationship Id="rId6" Type="http://schemas.openxmlformats.org/officeDocument/2006/relationships/oleObject" Target="../embeddings/oleObject2.bin"/><Relationship Id="rId11" Type="http://schemas.openxmlformats.org/officeDocument/2006/relationships/oleObject" Target="../embeddings/oleObject5.bin"/><Relationship Id="rId5" Type="http://schemas.openxmlformats.org/officeDocument/2006/relationships/image" Target="../media/image35.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7.emf"/><Relationship Id="rId14" Type="http://schemas.openxmlformats.org/officeDocument/2006/relationships/image" Target="../media/image39.emf"/></Relationships>
</file>

<file path=ppt/slides/_rels/slide8.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oleObject" Target="../embeddings/oleObject11.bin"/><Relationship Id="rId3" Type="http://schemas.openxmlformats.org/officeDocument/2006/relationships/image" Target="../media/image35.emf"/><Relationship Id="rId7" Type="http://schemas.openxmlformats.org/officeDocument/2006/relationships/oleObject" Target="../embeddings/oleObject8.bin"/><Relationship Id="rId12" Type="http://schemas.openxmlformats.org/officeDocument/2006/relationships/image" Target="../media/image42.emf"/><Relationship Id="rId2" Type="http://schemas.openxmlformats.org/officeDocument/2006/relationships/oleObject" Target="../embeddings/oleObject1.bin"/><Relationship Id="rId1" Type="http://schemas.openxmlformats.org/officeDocument/2006/relationships/slideLayout" Target="../slideLayouts/slideLayout16.xml"/><Relationship Id="rId6" Type="http://schemas.openxmlformats.org/officeDocument/2006/relationships/image" Target="../media/image33.gif"/><Relationship Id="rId11" Type="http://schemas.openxmlformats.org/officeDocument/2006/relationships/oleObject" Target="../embeddings/oleObject10.bin"/><Relationship Id="rId5" Type="http://schemas.openxmlformats.org/officeDocument/2006/relationships/image" Target="../media/image36.emf"/><Relationship Id="rId15" Type="http://schemas.openxmlformats.org/officeDocument/2006/relationships/oleObject" Target="../embeddings/oleObject12.bin"/><Relationship Id="rId10" Type="http://schemas.openxmlformats.org/officeDocument/2006/relationships/image" Target="../media/image41.emf"/><Relationship Id="rId4" Type="http://schemas.openxmlformats.org/officeDocument/2006/relationships/oleObject" Target="../embeddings/oleObject7.bin"/><Relationship Id="rId9" Type="http://schemas.openxmlformats.org/officeDocument/2006/relationships/oleObject" Target="../embeddings/oleObject9.bin"/><Relationship Id="rId14" Type="http://schemas.openxmlformats.org/officeDocument/2006/relationships/image" Target="../media/image43.emf"/></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emf"/><Relationship Id="rId7" Type="http://schemas.openxmlformats.org/officeDocument/2006/relationships/image" Target="../media/image46.emf"/><Relationship Id="rId2" Type="http://schemas.openxmlformats.org/officeDocument/2006/relationships/oleObject" Target="../embeddings/oleObject13.bin"/><Relationship Id="rId1" Type="http://schemas.openxmlformats.org/officeDocument/2006/relationships/slideLayout" Target="../slideLayouts/slideLayout16.xml"/><Relationship Id="rId6" Type="http://schemas.openxmlformats.org/officeDocument/2006/relationships/oleObject" Target="../embeddings/oleObject15.bin"/><Relationship Id="rId5" Type="http://schemas.openxmlformats.org/officeDocument/2006/relationships/image" Target="../media/image45.e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43.emf"/><Relationship Id="rId3" Type="http://schemas.openxmlformats.org/officeDocument/2006/relationships/image" Target="../media/image44.emf"/><Relationship Id="rId7" Type="http://schemas.openxmlformats.org/officeDocument/2006/relationships/image" Target="../media/image46.emf"/><Relationship Id="rId12" Type="http://schemas.openxmlformats.org/officeDocument/2006/relationships/oleObject" Target="../embeddings/oleObject21.bin"/><Relationship Id="rId2" Type="http://schemas.openxmlformats.org/officeDocument/2006/relationships/oleObject" Target="../embeddings/oleObject16.bin"/><Relationship Id="rId1" Type="http://schemas.openxmlformats.org/officeDocument/2006/relationships/slideLayout" Target="../slideLayouts/slideLayout16.xml"/><Relationship Id="rId6" Type="http://schemas.openxmlformats.org/officeDocument/2006/relationships/oleObject" Target="../embeddings/oleObject18.bin"/><Relationship Id="rId11" Type="http://schemas.openxmlformats.org/officeDocument/2006/relationships/image" Target="../media/image42.emf"/><Relationship Id="rId5" Type="http://schemas.openxmlformats.org/officeDocument/2006/relationships/image" Target="../media/image45.e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6.emf"/></Relationships>
</file>

<file path=ppt/slides/_rels/slide1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6.xml"/><Relationship Id="rId5" Type="http://schemas.openxmlformats.org/officeDocument/2006/relationships/image" Target="../media/image52.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3" Type="http://schemas.openxmlformats.org/officeDocument/2006/relationships/hyperlink" Target="https://pubs.acs.org/doi/10.1021/ja512751q" TargetMode="External"/><Relationship Id="rId2" Type="http://schemas.openxmlformats.org/officeDocument/2006/relationships/image" Target="../media/image53.png"/><Relationship Id="rId1" Type="http://schemas.openxmlformats.org/officeDocument/2006/relationships/slideLayout" Target="../slideLayouts/slideLayout16.xml"/><Relationship Id="rId4" Type="http://schemas.openxmlformats.org/officeDocument/2006/relationships/hyperlink" Target="https://www.nature.com/articles/s42004-023-01019-9"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pubs.acs.org/doi/10.1021/ja512751q" TargetMode="External"/><Relationship Id="rId2" Type="http://schemas.openxmlformats.org/officeDocument/2006/relationships/image" Target="../media/image54.png"/><Relationship Id="rId1" Type="http://schemas.openxmlformats.org/officeDocument/2006/relationships/slideLayout" Target="../slideLayouts/slideLayout16.xml"/><Relationship Id="rId4" Type="http://schemas.openxmlformats.org/officeDocument/2006/relationships/hyperlink" Target="https://www.nature.com/articles/s42004-023-01019-9"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hyperlink" Target="https://link.springer.com/article/10.1007/s10822-020-00337-7" TargetMode="External"/><Relationship Id="rId2" Type="http://schemas.openxmlformats.org/officeDocument/2006/relationships/image" Target="../media/image63.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66.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emf"/><Relationship Id="rId7" Type="http://schemas.openxmlformats.org/officeDocument/2006/relationships/image" Target="../media/image69.emf"/><Relationship Id="rId2" Type="http://schemas.openxmlformats.org/officeDocument/2006/relationships/oleObject" Target="../embeddings/oleObject22.bin"/><Relationship Id="rId1" Type="http://schemas.openxmlformats.org/officeDocument/2006/relationships/slideLayout" Target="../slideLayouts/slideLayout16.xml"/><Relationship Id="rId6" Type="http://schemas.openxmlformats.org/officeDocument/2006/relationships/oleObject" Target="../embeddings/oleObject24.bin"/><Relationship Id="rId5" Type="http://schemas.openxmlformats.org/officeDocument/2006/relationships/image" Target="../media/image68.emf"/><Relationship Id="rId4" Type="http://schemas.openxmlformats.org/officeDocument/2006/relationships/oleObject" Target="../embeddings/oleObject23.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71.png"/><Relationship Id="rId1" Type="http://schemas.openxmlformats.org/officeDocument/2006/relationships/slideLayout" Target="../slideLayouts/slideLayout16.xml"/><Relationship Id="rId4" Type="http://schemas.openxmlformats.org/officeDocument/2006/relationships/image" Target="../media/image72.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73.png"/><Relationship Id="rId1" Type="http://schemas.openxmlformats.org/officeDocument/2006/relationships/slideLayout" Target="../slideLayouts/slideLayout16.xml"/><Relationship Id="rId6" Type="http://schemas.openxmlformats.org/officeDocument/2006/relationships/image" Target="../media/image74.emf"/><Relationship Id="rId5" Type="http://schemas.openxmlformats.org/officeDocument/2006/relationships/oleObject" Target="../embeddings/oleObject26.bin"/><Relationship Id="rId4" Type="http://schemas.openxmlformats.org/officeDocument/2006/relationships/image" Target="../media/image7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75.png"/><Relationship Id="rId1" Type="http://schemas.openxmlformats.org/officeDocument/2006/relationships/slideLayout" Target="../slideLayouts/slideLayout16.xml"/><Relationship Id="rId6" Type="http://schemas.openxmlformats.org/officeDocument/2006/relationships/image" Target="../media/image74.emf"/><Relationship Id="rId5" Type="http://schemas.openxmlformats.org/officeDocument/2006/relationships/oleObject" Target="../embeddings/oleObject26.bin"/><Relationship Id="rId4" Type="http://schemas.openxmlformats.org/officeDocument/2006/relationships/image" Target="../media/image72.emf"/></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7.png"/><Relationship Id="rId1" Type="http://schemas.openxmlformats.org/officeDocument/2006/relationships/slideLayout" Target="../slideLayouts/slideLayout16.xml"/><Relationship Id="rId5" Type="http://schemas.openxmlformats.org/officeDocument/2006/relationships/image" Target="../media/image76.emf"/><Relationship Id="rId4"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oleObject" Target="../embeddings/oleObject22.bin"/><Relationship Id="rId7" Type="http://schemas.openxmlformats.org/officeDocument/2006/relationships/oleObject" Target="../embeddings/oleObject29.bin"/><Relationship Id="rId2" Type="http://schemas.openxmlformats.org/officeDocument/2006/relationships/image" Target="../media/image77.png"/><Relationship Id="rId1" Type="http://schemas.openxmlformats.org/officeDocument/2006/relationships/slideLayout" Target="../slideLayouts/slideLayout16.xml"/><Relationship Id="rId6" Type="http://schemas.openxmlformats.org/officeDocument/2006/relationships/image" Target="../media/image78.emf"/><Relationship Id="rId5" Type="http://schemas.openxmlformats.org/officeDocument/2006/relationships/oleObject" Target="../embeddings/oleObject28.bin"/><Relationship Id="rId4" Type="http://schemas.openxmlformats.org/officeDocument/2006/relationships/image" Target="../media/image6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30.bin"/><Relationship Id="rId1" Type="http://schemas.openxmlformats.org/officeDocument/2006/relationships/slideLayout" Target="../slideLayouts/slideLayout16.xml"/><Relationship Id="rId4" Type="http://schemas.openxmlformats.org/officeDocument/2006/relationships/image" Target="../media/image9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1.emf"/><Relationship Id="rId7" Type="http://schemas.openxmlformats.org/officeDocument/2006/relationships/image" Target="../media/image94.png"/><Relationship Id="rId2" Type="http://schemas.openxmlformats.org/officeDocument/2006/relationships/oleObject" Target="../embeddings/oleObject31.bin"/><Relationship Id="rId1" Type="http://schemas.openxmlformats.org/officeDocument/2006/relationships/slideLayout" Target="../slideLayouts/slideLayout16.xml"/><Relationship Id="rId6" Type="http://schemas.openxmlformats.org/officeDocument/2006/relationships/image" Target="../media/image93.png"/><Relationship Id="rId5" Type="http://schemas.openxmlformats.org/officeDocument/2006/relationships/image" Target="../media/image92.emf"/><Relationship Id="rId10" Type="http://schemas.openxmlformats.org/officeDocument/2006/relationships/image" Target="../media/image97.png"/><Relationship Id="rId4" Type="http://schemas.openxmlformats.org/officeDocument/2006/relationships/image" Target="../media/image29.png"/><Relationship Id="rId9" Type="http://schemas.openxmlformats.org/officeDocument/2006/relationships/image" Target="../media/image96.png"/></Relationships>
</file>

<file path=ppt/slides/_rels/slide4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30.png"/><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oleObject" Target="../embeddings/oleObject32.bin"/><Relationship Id="rId1" Type="http://schemas.openxmlformats.org/officeDocument/2006/relationships/slideLayout" Target="../slideLayouts/slideLayout16.xml"/><Relationship Id="rId5" Type="http://schemas.openxmlformats.org/officeDocument/2006/relationships/image" Target="../media/image100.emf"/><Relationship Id="rId4" Type="http://schemas.openxmlformats.org/officeDocument/2006/relationships/oleObject" Target="../embeddings/oleObject33.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hyperlink" Target="https://onlinelibrary.wiley.com/doi/full/10.1002/anie.202205735" TargetMode="Externa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hyperlink" Target="https://pubs.acs.org/doi/10.1021/acs.jctc.8b01176" TargetMode="External"/><Relationship Id="rId1" Type="http://schemas.openxmlformats.org/officeDocument/2006/relationships/slideLayout" Target="../slideLayouts/slideLayout16.xml"/><Relationship Id="rId4" Type="http://schemas.openxmlformats.org/officeDocument/2006/relationships/hyperlink" Target="https://onlinelibrary.wiley.com/doi/full/10.1002/qua.26381" TargetMode="External"/></Relationships>
</file>

<file path=ppt/slides/_rels/slide49.xml.rels><?xml version="1.0" encoding="UTF-8" standalone="yes"?>
<Relationships xmlns="http://schemas.openxmlformats.org/package/2006/relationships"><Relationship Id="rId2" Type="http://schemas.openxmlformats.org/officeDocument/2006/relationships/hyperlink" Target="https://joaquinbarroso.com/2013/11/27/qst2-qst3/" TargetMode="Externa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hyperlink" Target="https://pubs.acs.org/doi/10.1021/acs.accounts.2c00479" TargetMode="External"/><Relationship Id="rId7" Type="http://schemas.openxmlformats.org/officeDocument/2006/relationships/image" Target="../media/image108.png"/><Relationship Id="rId2" Type="http://schemas.openxmlformats.org/officeDocument/2006/relationships/image" Target="../media/image105.png"/><Relationship Id="rId1" Type="http://schemas.openxmlformats.org/officeDocument/2006/relationships/slideLayout" Target="../slideLayouts/slideLayout16.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hyperlink" Target="https://pubs.acs.org/doi/abs/10.1021/ed054p258"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hyperlink" Target="https://chemrxiv.org/engage/chemrxiv/article-details/60c7495a842e6554fddb2d13" TargetMode="External"/><Relationship Id="rId1" Type="http://schemas.openxmlformats.org/officeDocument/2006/relationships/slideLayout" Target="../slideLayouts/slideLayout16.xml"/><Relationship Id="rId5" Type="http://schemas.openxmlformats.org/officeDocument/2006/relationships/image" Target="../media/image111.png"/><Relationship Id="rId4" Type="http://schemas.openxmlformats.org/officeDocument/2006/relationships/image" Target="../media/image110.png"/></Relationships>
</file>

<file path=ppt/slides/_rels/slide5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hyperlink" Target="https://www.sciencedirect.com/science/article/pii/S2667318522000204" TargetMode="Externa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6.png"/><Relationship Id="rId2" Type="http://schemas.openxmlformats.org/officeDocument/2006/relationships/hyperlink" Target="https://pubs.acs.org/doi/10.1021/acsmedchemlett.8b00018" TargetMode="External"/><Relationship Id="rId1" Type="http://schemas.openxmlformats.org/officeDocument/2006/relationships/slideLayout" Target="../slideLayouts/slideLayout16.xml"/><Relationship Id="rId6" Type="http://schemas.openxmlformats.org/officeDocument/2006/relationships/image" Target="../media/image115.png"/><Relationship Id="rId5" Type="http://schemas.openxmlformats.org/officeDocument/2006/relationships/hyperlink" Target="https://pubs.acs.org/doi/full/10.1021/acs.jmedchem.9b01813" TargetMode="External"/><Relationship Id="rId4" Type="http://schemas.openxmlformats.org/officeDocument/2006/relationships/image" Target="../media/image1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3441DA-4CA1-3D87-201D-F62E1F7A0274}"/>
              </a:ext>
            </a:extLst>
          </p:cNvPr>
          <p:cNvSpPr>
            <a:spLocks noGrp="1"/>
          </p:cNvSpPr>
          <p:nvPr>
            <p:ph type="ctrTitle"/>
          </p:nvPr>
        </p:nvSpPr>
        <p:spPr>
          <a:xfrm>
            <a:off x="604838" y="1376363"/>
            <a:ext cx="8793162" cy="2276399"/>
          </a:xfrm>
        </p:spPr>
        <p:txBody>
          <a:bodyPr/>
          <a:lstStyle/>
          <a:p>
            <a:r>
              <a:rPr lang="en-GB" dirty="0"/>
              <a:t>Application of physics-based methods in drug discovery</a:t>
            </a:r>
          </a:p>
        </p:txBody>
      </p:sp>
      <p:sp>
        <p:nvSpPr>
          <p:cNvPr id="4" name="Subtitle 3">
            <a:extLst>
              <a:ext uri="{FF2B5EF4-FFF2-40B4-BE49-F238E27FC236}">
                <a16:creationId xmlns:a16="http://schemas.microsoft.com/office/drawing/2014/main" id="{7F80D8C1-A382-22D7-05CA-0D57D64A92EA}"/>
              </a:ext>
            </a:extLst>
          </p:cNvPr>
          <p:cNvSpPr>
            <a:spLocks noGrp="1"/>
          </p:cNvSpPr>
          <p:nvPr>
            <p:ph type="subTitle" idx="1"/>
          </p:nvPr>
        </p:nvSpPr>
        <p:spPr>
          <a:xfrm>
            <a:off x="604838" y="3990974"/>
            <a:ext cx="9145218" cy="1362076"/>
          </a:xfrm>
        </p:spPr>
        <p:txBody>
          <a:bodyPr/>
          <a:lstStyle/>
          <a:p>
            <a:r>
              <a:rPr lang="en-GB" dirty="0"/>
              <a:t>Callum Dickson</a:t>
            </a:r>
          </a:p>
          <a:p>
            <a:endParaRPr lang="en-GB" b="0" dirty="0"/>
          </a:p>
          <a:p>
            <a:r>
              <a:rPr lang="en-GB" b="0" i="1" dirty="0"/>
              <a:t>Seminar</a:t>
            </a:r>
            <a:r>
              <a:rPr lang="en-GB" b="0" dirty="0"/>
              <a:t>: Principal Scientist, </a:t>
            </a:r>
            <a:r>
              <a:rPr lang="en-GB" b="0" dirty="0" err="1"/>
              <a:t>Modeling</a:t>
            </a:r>
            <a:r>
              <a:rPr lang="en-GB" b="0" dirty="0"/>
              <a:t> and Informatics</a:t>
            </a:r>
          </a:p>
          <a:p>
            <a:r>
              <a:rPr lang="en-GB" b="0" dirty="0"/>
              <a:t>Merck Research Laboratories, Boston MA</a:t>
            </a:r>
          </a:p>
          <a:p>
            <a:r>
              <a:rPr lang="en-GB" b="0" dirty="0"/>
              <a:t>12</a:t>
            </a:r>
            <a:r>
              <a:rPr lang="en-GB" b="0" baseline="30000" dirty="0"/>
              <a:t>th</a:t>
            </a:r>
            <a:r>
              <a:rPr lang="en-GB" b="0" dirty="0"/>
              <a:t> March 2025</a:t>
            </a:r>
          </a:p>
        </p:txBody>
      </p:sp>
      <p:sp>
        <p:nvSpPr>
          <p:cNvPr id="2" name="Rectangle 1">
            <a:extLst>
              <a:ext uri="{FF2B5EF4-FFF2-40B4-BE49-F238E27FC236}">
                <a16:creationId xmlns:a16="http://schemas.microsoft.com/office/drawing/2014/main" id="{A71D7084-BA5F-D2D6-D78B-0C9716C9066D}"/>
              </a:ext>
            </a:extLst>
          </p:cNvPr>
          <p:cNvSpPr/>
          <p:nvPr/>
        </p:nvSpPr>
        <p:spPr>
          <a:xfrm>
            <a:off x="457200" y="57245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4161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C1AE-0F62-89E5-B902-4B3E71A9DB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437339-3FA0-03A2-2C31-2BD1688F362B}"/>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7850D6B4-5EC5-BDD1-2A80-DA166A5417AC}"/>
              </a:ext>
            </a:extLst>
          </p:cNvPr>
          <p:cNvSpPr>
            <a:spLocks noGrp="1"/>
          </p:cNvSpPr>
          <p:nvPr>
            <p:ph type="sldNum" sz="quarter" idx="12"/>
          </p:nvPr>
        </p:nvSpPr>
        <p:spPr/>
        <p:txBody>
          <a:bodyPr/>
          <a:lstStyle/>
          <a:p>
            <a:fld id="{03CB0E19-F4C8-4F98-96D2-CE1ECDE59975}" type="slidenum">
              <a:rPr lang="en-GB" smtClean="0"/>
              <a:t>2</a:t>
            </a:fld>
            <a:endParaRPr lang="en-GB"/>
          </a:p>
        </p:txBody>
      </p:sp>
      <p:pic>
        <p:nvPicPr>
          <p:cNvPr id="1026" name="Picture 2" descr="Calton Hill, Edinburgh | Book Tickets &amp; Tours Online - 2025">
            <a:extLst>
              <a:ext uri="{FF2B5EF4-FFF2-40B4-BE49-F238E27FC236}">
                <a16:creationId xmlns:a16="http://schemas.microsoft.com/office/drawing/2014/main" id="{197C7626-3619-D94A-702E-DB84896A4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588" y="333375"/>
            <a:ext cx="4157663" cy="27717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5B7DF82-0443-512C-FA6E-6852BB6BE5C6}"/>
              </a:ext>
            </a:extLst>
          </p:cNvPr>
          <p:cNvPicPr>
            <a:picLocks noChangeAspect="1"/>
          </p:cNvPicPr>
          <p:nvPr/>
        </p:nvPicPr>
        <p:blipFill>
          <a:blip r:embed="rId3"/>
          <a:stretch>
            <a:fillRect/>
          </a:stretch>
        </p:blipFill>
        <p:spPr>
          <a:xfrm>
            <a:off x="509587" y="3343274"/>
            <a:ext cx="4197259" cy="2771775"/>
          </a:xfrm>
          <a:prstGeom prst="rect">
            <a:avLst/>
          </a:prstGeom>
        </p:spPr>
      </p:pic>
      <p:pic>
        <p:nvPicPr>
          <p:cNvPr id="1036" name="Picture 12" descr="Novartis Institutes for BioMedical Research - Acentech Project Profile">
            <a:extLst>
              <a:ext uri="{FF2B5EF4-FFF2-40B4-BE49-F238E27FC236}">
                <a16:creationId xmlns:a16="http://schemas.microsoft.com/office/drawing/2014/main" id="{4D5E516F-681E-3167-71AB-1C614DE7E2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8241" y="1866900"/>
            <a:ext cx="6316134" cy="355282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15D13C5-FAC2-E3EB-9B39-1415D5095057}"/>
              </a:ext>
            </a:extLst>
          </p:cNvPr>
          <p:cNvSpPr txBox="1"/>
          <p:nvPr/>
        </p:nvSpPr>
        <p:spPr>
          <a:xfrm>
            <a:off x="1776716" y="419785"/>
            <a:ext cx="3147015" cy="646331"/>
          </a:xfrm>
          <a:prstGeom prst="rect">
            <a:avLst/>
          </a:prstGeom>
          <a:solidFill>
            <a:schemeClr val="bg1"/>
          </a:solidFill>
        </p:spPr>
        <p:txBody>
          <a:bodyPr wrap="none" rtlCol="0">
            <a:spAutoFit/>
          </a:bodyPr>
          <a:lstStyle/>
          <a:p>
            <a:r>
              <a:rPr lang="en-US" b="1" dirty="0"/>
              <a:t>University of Edinburgh</a:t>
            </a:r>
          </a:p>
          <a:p>
            <a:r>
              <a:rPr lang="en-US" i="1" dirty="0"/>
              <a:t>Masters of Chemical Physics</a:t>
            </a:r>
          </a:p>
        </p:txBody>
      </p:sp>
      <p:sp>
        <p:nvSpPr>
          <p:cNvPr id="16" name="TextBox 15">
            <a:extLst>
              <a:ext uri="{FF2B5EF4-FFF2-40B4-BE49-F238E27FC236}">
                <a16:creationId xmlns:a16="http://schemas.microsoft.com/office/drawing/2014/main" id="{2B55BB8D-5C8B-DA68-ADDA-73BD21E9F879}"/>
              </a:ext>
            </a:extLst>
          </p:cNvPr>
          <p:cNvSpPr txBox="1"/>
          <p:nvPr/>
        </p:nvSpPr>
        <p:spPr>
          <a:xfrm>
            <a:off x="1790700" y="3419474"/>
            <a:ext cx="3371849" cy="923330"/>
          </a:xfrm>
          <a:prstGeom prst="rect">
            <a:avLst/>
          </a:prstGeom>
          <a:solidFill>
            <a:schemeClr val="bg1"/>
          </a:solidFill>
        </p:spPr>
        <p:txBody>
          <a:bodyPr wrap="square" rtlCol="0">
            <a:spAutoFit/>
          </a:bodyPr>
          <a:lstStyle/>
          <a:p>
            <a:r>
              <a:rPr lang="en-US" b="1" dirty="0"/>
              <a:t>Imperial College London</a:t>
            </a:r>
          </a:p>
          <a:p>
            <a:r>
              <a:rPr lang="en-US" dirty="0"/>
              <a:t>Institute Chemical Biology</a:t>
            </a:r>
          </a:p>
          <a:p>
            <a:r>
              <a:rPr lang="en-US" i="1" dirty="0"/>
              <a:t>PhD Computational Chemistry</a:t>
            </a:r>
          </a:p>
        </p:txBody>
      </p:sp>
      <p:sp>
        <p:nvSpPr>
          <p:cNvPr id="17" name="TextBox 16">
            <a:extLst>
              <a:ext uri="{FF2B5EF4-FFF2-40B4-BE49-F238E27FC236}">
                <a16:creationId xmlns:a16="http://schemas.microsoft.com/office/drawing/2014/main" id="{819AB23F-BE34-723F-F617-BFA207901237}"/>
              </a:ext>
            </a:extLst>
          </p:cNvPr>
          <p:cNvSpPr txBox="1"/>
          <p:nvPr/>
        </p:nvSpPr>
        <p:spPr>
          <a:xfrm>
            <a:off x="509587" y="6002891"/>
            <a:ext cx="4652962" cy="73866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1400" dirty="0"/>
              <a:t>Ian Gould / Ross Walker (Amber MD)</a:t>
            </a:r>
          </a:p>
          <a:p>
            <a:pPr marL="285750" indent="-285750">
              <a:buFont typeface="Arial" panose="020B0604020202020204" pitchFamily="34" charset="0"/>
              <a:buChar char="•"/>
            </a:pPr>
            <a:r>
              <a:rPr lang="en-US" sz="1400" dirty="0"/>
              <a:t>Molecular dynamics of drug-membrane interactions</a:t>
            </a:r>
          </a:p>
          <a:p>
            <a:pPr marL="285750" indent="-285750">
              <a:buFont typeface="Arial" panose="020B0604020202020204" pitchFamily="34" charset="0"/>
              <a:buChar char="•"/>
            </a:pPr>
            <a:r>
              <a:rPr lang="en-US" sz="1400" dirty="0"/>
              <a:t>Lipid force field development</a:t>
            </a:r>
          </a:p>
        </p:txBody>
      </p:sp>
      <p:sp>
        <p:nvSpPr>
          <p:cNvPr id="18" name="TextBox 17">
            <a:extLst>
              <a:ext uri="{FF2B5EF4-FFF2-40B4-BE49-F238E27FC236}">
                <a16:creationId xmlns:a16="http://schemas.microsoft.com/office/drawing/2014/main" id="{3588344D-FFAD-AB6F-3A7F-F66E85DED454}"/>
              </a:ext>
            </a:extLst>
          </p:cNvPr>
          <p:cNvSpPr txBox="1"/>
          <p:nvPr/>
        </p:nvSpPr>
        <p:spPr>
          <a:xfrm>
            <a:off x="5906685" y="333375"/>
            <a:ext cx="5866215" cy="1980029"/>
          </a:xfrm>
          <a:prstGeom prst="rect">
            <a:avLst/>
          </a:prstGeom>
          <a:solidFill>
            <a:schemeClr val="bg1"/>
          </a:solidFill>
          <a:ln>
            <a:noFill/>
          </a:ln>
        </p:spPr>
        <p:txBody>
          <a:bodyPr wrap="square" rtlCol="0">
            <a:spAutoFit/>
          </a:bodyPr>
          <a:lstStyle/>
          <a:p>
            <a:r>
              <a:rPr lang="en-US" b="1" dirty="0"/>
              <a:t>Novartis Biomedical Research</a:t>
            </a:r>
          </a:p>
          <a:p>
            <a:pPr>
              <a:lnSpc>
                <a:spcPct val="150000"/>
              </a:lnSpc>
            </a:pPr>
            <a:r>
              <a:rPr lang="en-US" i="1" dirty="0"/>
              <a:t>2014-2017</a:t>
            </a:r>
            <a:r>
              <a:rPr lang="en-US" dirty="0"/>
              <a:t>: Postdoctoral Scholar</a:t>
            </a:r>
          </a:p>
          <a:p>
            <a:pPr>
              <a:lnSpc>
                <a:spcPct val="150000"/>
              </a:lnSpc>
            </a:pPr>
            <a:r>
              <a:rPr lang="en-US" i="1" dirty="0"/>
              <a:t>2017-2020</a:t>
            </a:r>
            <a:r>
              <a:rPr lang="en-US" dirty="0"/>
              <a:t>: Principal Scientist I</a:t>
            </a:r>
          </a:p>
          <a:p>
            <a:pPr>
              <a:lnSpc>
                <a:spcPct val="150000"/>
              </a:lnSpc>
            </a:pPr>
            <a:r>
              <a:rPr lang="en-US" i="1" dirty="0"/>
              <a:t>2020-2023</a:t>
            </a:r>
            <a:r>
              <a:rPr lang="en-US" dirty="0"/>
              <a:t>: Principal Scientist II</a:t>
            </a:r>
          </a:p>
          <a:p>
            <a:pPr>
              <a:lnSpc>
                <a:spcPct val="150000"/>
              </a:lnSpc>
            </a:pPr>
            <a:r>
              <a:rPr lang="en-US" i="1" dirty="0"/>
              <a:t>2023-Present</a:t>
            </a:r>
            <a:r>
              <a:rPr lang="en-US" dirty="0"/>
              <a:t>: Senior Principal Scientist</a:t>
            </a:r>
          </a:p>
        </p:txBody>
      </p:sp>
      <p:sp>
        <p:nvSpPr>
          <p:cNvPr id="19" name="TextBox 18">
            <a:extLst>
              <a:ext uri="{FF2B5EF4-FFF2-40B4-BE49-F238E27FC236}">
                <a16:creationId xmlns:a16="http://schemas.microsoft.com/office/drawing/2014/main" id="{37FD5CD3-13B5-7041-D3B7-5471405176C7}"/>
              </a:ext>
            </a:extLst>
          </p:cNvPr>
          <p:cNvSpPr txBox="1"/>
          <p:nvPr/>
        </p:nvSpPr>
        <p:spPr>
          <a:xfrm>
            <a:off x="5828241" y="4261000"/>
            <a:ext cx="6316134" cy="1815882"/>
          </a:xfrm>
          <a:prstGeom prst="rect">
            <a:avLst/>
          </a:prstGeom>
          <a:solidFill>
            <a:schemeClr val="bg1"/>
          </a:solidFill>
        </p:spPr>
        <p:txBody>
          <a:bodyPr wrap="square" rtlCol="0">
            <a:spAutoFit/>
          </a:bodyPr>
          <a:lstStyle/>
          <a:p>
            <a:r>
              <a:rPr lang="en-US" sz="1400" dirty="0"/>
              <a:t>Research &amp; Methods:</a:t>
            </a:r>
          </a:p>
          <a:p>
            <a:pPr marL="285750" indent="-285750">
              <a:buFont typeface="Arial" panose="020B0604020202020204" pitchFamily="34" charset="0"/>
              <a:buChar char="•"/>
            </a:pPr>
            <a:r>
              <a:rPr lang="en-US" sz="1400" dirty="0"/>
              <a:t>Molecular understanding of passive permeability, GPCR-drug interactions</a:t>
            </a:r>
          </a:p>
          <a:p>
            <a:pPr marL="285750" indent="-285750">
              <a:buFont typeface="Arial" panose="020B0604020202020204" pitchFamily="34" charset="0"/>
              <a:buChar char="•"/>
            </a:pPr>
            <a:r>
              <a:rPr lang="en-US" sz="1400" dirty="0"/>
              <a:t>Internal implementation of Amber MD &amp; Free energy platform</a:t>
            </a:r>
          </a:p>
          <a:p>
            <a:r>
              <a:rPr lang="en-US" sz="1400" dirty="0"/>
              <a:t>Drug discovery project impact:</a:t>
            </a:r>
          </a:p>
          <a:p>
            <a:pPr marL="285750" indent="-285750">
              <a:buFont typeface="Arial" panose="020B0604020202020204" pitchFamily="34" charset="0"/>
              <a:buChar char="•"/>
            </a:pPr>
            <a:r>
              <a:rPr lang="en-US" sz="1400" dirty="0"/>
              <a:t>Computational strategies for allosteric inhibitors, molecular glues &amp; degraders, GPCR modulators, covalent binders, ion channel targets</a:t>
            </a:r>
          </a:p>
          <a:p>
            <a:r>
              <a:rPr lang="en-US" sz="1400" dirty="0"/>
              <a:t>Leadership/mentorship:</a:t>
            </a:r>
          </a:p>
          <a:p>
            <a:pPr marL="285750" indent="-285750">
              <a:buFont typeface="Arial" panose="020B0604020202020204" pitchFamily="34" charset="0"/>
              <a:buChar char="•"/>
            </a:pPr>
            <a:r>
              <a:rPr lang="en-US" sz="1400" dirty="0"/>
              <a:t>Postdoc, since hired as CADD scientist. Three additional direct reports</a:t>
            </a:r>
          </a:p>
        </p:txBody>
      </p:sp>
      <p:grpSp>
        <p:nvGrpSpPr>
          <p:cNvPr id="23" name="Group 22">
            <a:extLst>
              <a:ext uri="{FF2B5EF4-FFF2-40B4-BE49-F238E27FC236}">
                <a16:creationId xmlns:a16="http://schemas.microsoft.com/office/drawing/2014/main" id="{84816DD5-CDC3-5C56-A0D4-9100FBF421A4}"/>
              </a:ext>
            </a:extLst>
          </p:cNvPr>
          <p:cNvGrpSpPr/>
          <p:nvPr/>
        </p:nvGrpSpPr>
        <p:grpSpPr>
          <a:xfrm>
            <a:off x="3778790" y="1430694"/>
            <a:ext cx="1776921" cy="1181100"/>
            <a:chOff x="3680904" y="1979989"/>
            <a:chExt cx="1776921" cy="1181100"/>
          </a:xfrm>
        </p:grpSpPr>
        <p:sp>
          <p:nvSpPr>
            <p:cNvPr id="22" name="Oval 21">
              <a:extLst>
                <a:ext uri="{FF2B5EF4-FFF2-40B4-BE49-F238E27FC236}">
                  <a16:creationId xmlns:a16="http://schemas.microsoft.com/office/drawing/2014/main" id="{5541E897-463B-6092-CC16-9810FF56A309}"/>
                </a:ext>
              </a:extLst>
            </p:cNvPr>
            <p:cNvSpPr/>
            <p:nvPr/>
          </p:nvSpPr>
          <p:spPr>
            <a:xfrm>
              <a:off x="3680904" y="2068234"/>
              <a:ext cx="1776921" cy="92333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Pfizer » Team">
              <a:extLst>
                <a:ext uri="{FF2B5EF4-FFF2-40B4-BE49-F238E27FC236}">
                  <a16:creationId xmlns:a16="http://schemas.microsoft.com/office/drawing/2014/main" id="{9F5FF09F-88C6-1D90-B3EE-414F49FCDA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9889" y="1979989"/>
              <a:ext cx="1619911" cy="1181100"/>
            </a:xfrm>
            <a:prstGeom prst="rect">
              <a:avLst/>
            </a:prstGeom>
            <a:noFill/>
            <a:ln>
              <a:noFill/>
            </a:ln>
            <a:extLst>
              <a:ext uri="{909E8E84-426E-40DD-AFC4-6F175D3DCCD1}">
                <a14:hiddenFill xmlns:a14="http://schemas.microsoft.com/office/drawing/2010/main">
                  <a:solidFill>
                    <a:srgbClr val="FFFFFF"/>
                  </a:solidFill>
                </a14:hiddenFill>
              </a:ext>
            </a:extLst>
          </p:spPr>
        </p:pic>
      </p:grpSp>
      <p:pic>
        <p:nvPicPr>
          <p:cNvPr id="1038" name="Picture 14" descr="Novartis Logo | Novartis">
            <a:extLst>
              <a:ext uri="{FF2B5EF4-FFF2-40B4-BE49-F238E27FC236}">
                <a16:creationId xmlns:a16="http://schemas.microsoft.com/office/drawing/2014/main" id="{FE65A0E7-AEF7-0617-7390-88C6B7FA7991}"/>
              </a:ext>
            </a:extLst>
          </p:cNvPr>
          <p:cNvPicPr>
            <a:picLocks noChangeAspect="1" noChangeArrowheads="1"/>
          </p:cNvPicPr>
          <p:nvPr/>
        </p:nvPicPr>
        <p:blipFill>
          <a:blip r:embed="rId6">
            <a:alphaModFix/>
            <a:extLst>
              <a:ext uri="{28A0092B-C50C-407E-A947-70E740481C1C}">
                <a14:useLocalDpi xmlns:a14="http://schemas.microsoft.com/office/drawing/2010/main" val="0"/>
              </a:ext>
            </a:extLst>
          </a:blip>
          <a:srcRect/>
          <a:stretch>
            <a:fillRect/>
          </a:stretch>
        </p:blipFill>
        <p:spPr bwMode="auto">
          <a:xfrm>
            <a:off x="9558997" y="219170"/>
            <a:ext cx="2123415" cy="387634"/>
          </a:xfrm>
          <a:prstGeom prst="rect">
            <a:avLst/>
          </a:prstGeom>
          <a:solidFill>
            <a:schemeClr val="bg1"/>
          </a:solidFill>
          <a:ln>
            <a:noFill/>
          </a:ln>
        </p:spPr>
      </p:pic>
      <p:sp>
        <p:nvSpPr>
          <p:cNvPr id="24" name="TextBox 23">
            <a:extLst>
              <a:ext uri="{FF2B5EF4-FFF2-40B4-BE49-F238E27FC236}">
                <a16:creationId xmlns:a16="http://schemas.microsoft.com/office/drawing/2014/main" id="{395F9A6F-C983-B9C2-DD86-AF21DB1FE016}"/>
              </a:ext>
            </a:extLst>
          </p:cNvPr>
          <p:cNvSpPr txBox="1"/>
          <p:nvPr/>
        </p:nvSpPr>
        <p:spPr>
          <a:xfrm>
            <a:off x="5406897" y="6111833"/>
            <a:ext cx="6684313" cy="584775"/>
          </a:xfrm>
          <a:prstGeom prst="rect">
            <a:avLst/>
          </a:prstGeom>
          <a:solidFill>
            <a:schemeClr val="accent6">
              <a:lumMod val="20000"/>
              <a:lumOff val="80000"/>
            </a:schemeClr>
          </a:solidFill>
        </p:spPr>
        <p:txBody>
          <a:bodyPr wrap="square" rtlCol="0">
            <a:spAutoFit/>
          </a:bodyPr>
          <a:lstStyle/>
          <a:p>
            <a:r>
              <a:rPr lang="en-US" sz="1600" b="1" dirty="0"/>
              <a:t>Interest in MRL Principal Scientist</a:t>
            </a:r>
            <a:r>
              <a:rPr lang="en-US" sz="1600" dirty="0"/>
              <a:t>:</a:t>
            </a:r>
          </a:p>
          <a:p>
            <a:pPr marL="285750" indent="-285750">
              <a:buFont typeface="Arial" panose="020B0604020202020204" pitchFamily="34" charset="0"/>
              <a:buChar char="•"/>
            </a:pPr>
            <a:r>
              <a:rPr lang="en-US" sz="1600" dirty="0"/>
              <a:t>Focus on science &amp; medicine discovery, novel methods &amp; application</a:t>
            </a:r>
          </a:p>
        </p:txBody>
      </p:sp>
      <p:sp>
        <p:nvSpPr>
          <p:cNvPr id="25" name="Arrow: Right 24">
            <a:extLst>
              <a:ext uri="{FF2B5EF4-FFF2-40B4-BE49-F238E27FC236}">
                <a16:creationId xmlns:a16="http://schemas.microsoft.com/office/drawing/2014/main" id="{FE26CEB0-5D5E-EC38-7D89-9A0ADC0DC836}"/>
              </a:ext>
            </a:extLst>
          </p:cNvPr>
          <p:cNvSpPr/>
          <p:nvPr/>
        </p:nvSpPr>
        <p:spPr>
          <a:xfrm>
            <a:off x="5204104" y="6121613"/>
            <a:ext cx="238125" cy="5652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983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0-#ppt_w/2"/>
                                          </p:val>
                                        </p:tav>
                                        <p:tav tm="100000">
                                          <p:val>
                                            <p:strVal val="#ppt_x"/>
                                          </p:val>
                                        </p:tav>
                                      </p:tavLst>
                                    </p:anim>
                                    <p:anim calcmode="lin" valueType="num">
                                      <p:cBhvr additive="base">
                                        <p:cTn id="8" dur="500" fill="hold"/>
                                        <p:tgtEl>
                                          <p:spTgt spid="102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0-#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36"/>
                                        </p:tgtEl>
                                        <p:attrNameLst>
                                          <p:attrName>style.visibility</p:attrName>
                                        </p:attrNameLst>
                                      </p:cBhvr>
                                      <p:to>
                                        <p:strVal val="visible"/>
                                      </p:to>
                                    </p:set>
                                    <p:anim calcmode="lin" valueType="num">
                                      <p:cBhvr additive="base">
                                        <p:cTn id="37" dur="500" fill="hold"/>
                                        <p:tgtEl>
                                          <p:spTgt spid="1036"/>
                                        </p:tgtEl>
                                        <p:attrNameLst>
                                          <p:attrName>ppt_x</p:attrName>
                                        </p:attrNameLst>
                                      </p:cBhvr>
                                      <p:tavLst>
                                        <p:tav tm="0">
                                          <p:val>
                                            <p:strVal val="#ppt_x"/>
                                          </p:val>
                                        </p:tav>
                                        <p:tav tm="100000">
                                          <p:val>
                                            <p:strVal val="#ppt_x"/>
                                          </p:val>
                                        </p:tav>
                                      </p:tavLst>
                                    </p:anim>
                                    <p:anim calcmode="lin" valueType="num">
                                      <p:cBhvr additive="base">
                                        <p:cTn id="38" dur="500" fill="hold"/>
                                        <p:tgtEl>
                                          <p:spTgt spid="103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038"/>
                                        </p:tgtEl>
                                        <p:attrNameLst>
                                          <p:attrName>style.visibility</p:attrName>
                                        </p:attrNameLst>
                                      </p:cBhvr>
                                      <p:to>
                                        <p:strVal val="visible"/>
                                      </p:to>
                                    </p:set>
                                    <p:anim calcmode="lin" valueType="num">
                                      <p:cBhvr additive="base">
                                        <p:cTn id="45" dur="500" fill="hold"/>
                                        <p:tgtEl>
                                          <p:spTgt spid="1038"/>
                                        </p:tgtEl>
                                        <p:attrNameLst>
                                          <p:attrName>ppt_x</p:attrName>
                                        </p:attrNameLst>
                                      </p:cBhvr>
                                      <p:tavLst>
                                        <p:tav tm="0">
                                          <p:val>
                                            <p:strVal val="#ppt_x"/>
                                          </p:val>
                                        </p:tav>
                                        <p:tav tm="100000">
                                          <p:val>
                                            <p:strVal val="#ppt_x"/>
                                          </p:val>
                                        </p:tav>
                                      </p:tavLst>
                                    </p:anim>
                                    <p:anim calcmode="lin" valueType="num">
                                      <p:cBhvr additive="base">
                                        <p:cTn id="46" dur="500" fill="hold"/>
                                        <p:tgtEl>
                                          <p:spTgt spid="1038"/>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ppt_x</p:attrName>
                                        </p:attrNameLst>
                                      </p:cBhvr>
                                      <p:tavLst>
                                        <p:tav tm="0">
                                          <p:val>
                                            <p:strVal val="#ppt_x"/>
                                          </p:val>
                                        </p:tav>
                                        <p:tav tm="100000">
                                          <p:val>
                                            <p:strVal val="#ppt_x"/>
                                          </p:val>
                                        </p:tav>
                                      </p:tavLst>
                                    </p:anim>
                                    <p:anim calcmode="lin" valueType="num">
                                      <p:cBhvr additive="base">
                                        <p:cTn id="6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animBg="1"/>
      <p:bldP spid="16" grpId="0" animBg="1"/>
      <p:bldP spid="17" grpId="0" animBg="1"/>
      <p:bldP spid="18" grpId="0" animBg="1"/>
      <p:bldP spid="19"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1C0DD5C-F024-C9E7-247F-A32814A3CDBC}"/>
              </a:ext>
            </a:extLst>
          </p:cNvPr>
          <p:cNvSpPr>
            <a:spLocks noGrp="1"/>
          </p:cNvSpPr>
          <p:nvPr>
            <p:ph type="sldNum" sz="quarter" idx="12"/>
          </p:nvPr>
        </p:nvSpPr>
        <p:spPr/>
        <p:txBody>
          <a:bodyPr/>
          <a:lstStyle/>
          <a:p>
            <a:fld id="{03CB0E19-F4C8-4F98-96D2-CE1ECDE59975}" type="slidenum">
              <a:rPr lang="en-GB" smtClean="0"/>
              <a:t>3</a:t>
            </a:fld>
            <a:endParaRPr lang="en-GB"/>
          </a:p>
        </p:txBody>
      </p:sp>
      <p:sp>
        <p:nvSpPr>
          <p:cNvPr id="7" name="Rectangle 6">
            <a:extLst>
              <a:ext uri="{FF2B5EF4-FFF2-40B4-BE49-F238E27FC236}">
                <a16:creationId xmlns:a16="http://schemas.microsoft.com/office/drawing/2014/main" id="{AC2CF061-96C7-A631-F98C-F3E191E35E89}"/>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F11233D6-F1F1-B084-D943-45BB24456A78}"/>
              </a:ext>
            </a:extLst>
          </p:cNvPr>
          <p:cNvSpPr txBox="1">
            <a:spLocks/>
          </p:cNvSpPr>
          <p:nvPr/>
        </p:nvSpPr>
        <p:spPr>
          <a:xfrm>
            <a:off x="173288" y="161926"/>
            <a:ext cx="5922711" cy="1554480"/>
          </a:xfrm>
          <a:prstGeom prst="rect">
            <a:avLst/>
          </a:prstGeom>
          <a:solidFill>
            <a:schemeClr val="accent6">
              <a:lumMod val="20000"/>
              <a:lumOff val="80000"/>
            </a:schemeClr>
          </a:solidFill>
          <a:ln>
            <a:noFill/>
          </a:ln>
        </p:spPr>
        <p:txBody>
          <a:bodyPr vert="horz" lIns="91440" tIns="91440" rIns="91440" bIns="18288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1800" b="1" dirty="0">
                <a:solidFill>
                  <a:srgbClr val="0460A9"/>
                </a:solidFill>
              </a:rPr>
              <a:t>Ion channel modulators</a:t>
            </a:r>
          </a:p>
          <a:p>
            <a:pPr lvl="2" algn="just"/>
            <a:r>
              <a:rPr lang="en-US" sz="1600" dirty="0"/>
              <a:t>Project was not structurally enabled – machine learning models for potency and properties beneficial</a:t>
            </a:r>
          </a:p>
          <a:p>
            <a:pPr lvl="2" algn="just"/>
            <a:r>
              <a:rPr lang="en-US" sz="1600" dirty="0"/>
              <a:t>Prediction of CNS exposure enabled by calculating hydrogen bond donor / acceptor strength</a:t>
            </a:r>
            <a:endParaRPr lang="en-US" sz="1800" dirty="0"/>
          </a:p>
        </p:txBody>
      </p:sp>
      <p:sp>
        <p:nvSpPr>
          <p:cNvPr id="11" name="Content Placeholder 2">
            <a:extLst>
              <a:ext uri="{FF2B5EF4-FFF2-40B4-BE49-F238E27FC236}">
                <a16:creationId xmlns:a16="http://schemas.microsoft.com/office/drawing/2014/main" id="{BAF2F2E6-E6DD-FE9B-85CE-C3D2EE416805}"/>
              </a:ext>
            </a:extLst>
          </p:cNvPr>
          <p:cNvSpPr txBox="1">
            <a:spLocks/>
          </p:cNvSpPr>
          <p:nvPr/>
        </p:nvSpPr>
        <p:spPr>
          <a:xfrm>
            <a:off x="173288" y="2038985"/>
            <a:ext cx="5922711" cy="1280160"/>
          </a:xfrm>
          <a:prstGeom prst="rect">
            <a:avLst/>
          </a:prstGeom>
          <a:solidFill>
            <a:schemeClr val="accent6">
              <a:lumMod val="20000"/>
              <a:lumOff val="80000"/>
            </a:schemeClr>
          </a:solidFill>
          <a:ln>
            <a:noFill/>
          </a:ln>
        </p:spPr>
        <p:txBody>
          <a:bodyPr vert="horz" lIns="91440" tIns="91440" rIns="91440" bIns="18288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1800" b="1" dirty="0">
                <a:solidFill>
                  <a:srgbClr val="0460A9"/>
                </a:solidFill>
              </a:rPr>
              <a:t>Glue degraders</a:t>
            </a:r>
          </a:p>
          <a:p>
            <a:pPr lvl="2" algn="just"/>
            <a:r>
              <a:rPr lang="en-US" sz="1600" dirty="0"/>
              <a:t>Homology model of ternary complex provided chemistry direction; however, did not enable SBDD</a:t>
            </a:r>
          </a:p>
          <a:p>
            <a:pPr lvl="2" algn="just"/>
            <a:r>
              <a:rPr lang="en-US" sz="1600" dirty="0"/>
              <a:t>Subsequent cryo-EM was close to model prediction</a:t>
            </a:r>
            <a:endParaRPr lang="en-US" sz="1800" dirty="0"/>
          </a:p>
        </p:txBody>
      </p:sp>
      <p:sp>
        <p:nvSpPr>
          <p:cNvPr id="12" name="Content Placeholder 2">
            <a:extLst>
              <a:ext uri="{FF2B5EF4-FFF2-40B4-BE49-F238E27FC236}">
                <a16:creationId xmlns:a16="http://schemas.microsoft.com/office/drawing/2014/main" id="{C83057E3-6B62-9D9E-E4DA-8746A39C18B6}"/>
              </a:ext>
            </a:extLst>
          </p:cNvPr>
          <p:cNvSpPr txBox="1">
            <a:spLocks/>
          </p:cNvSpPr>
          <p:nvPr/>
        </p:nvSpPr>
        <p:spPr>
          <a:xfrm>
            <a:off x="173288" y="3641724"/>
            <a:ext cx="5922711" cy="1188720"/>
          </a:xfrm>
          <a:prstGeom prst="rect">
            <a:avLst/>
          </a:prstGeom>
          <a:solidFill>
            <a:schemeClr val="accent6">
              <a:lumMod val="20000"/>
              <a:lumOff val="80000"/>
            </a:schemeClr>
          </a:solidFill>
          <a:ln>
            <a:noFill/>
          </a:ln>
        </p:spPr>
        <p:txBody>
          <a:bodyPr vert="horz" lIns="91440" tIns="91440" rIns="91440" bIns="18288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1800" b="1" dirty="0">
                <a:solidFill>
                  <a:srgbClr val="0460A9"/>
                </a:solidFill>
              </a:rPr>
              <a:t>Bifunctional degraders</a:t>
            </a:r>
          </a:p>
          <a:p>
            <a:pPr lvl="2" algn="just"/>
            <a:r>
              <a:rPr lang="en-US" sz="1600" dirty="0"/>
              <a:t>Guide linker library design w/ ternary complex prediction</a:t>
            </a:r>
          </a:p>
          <a:p>
            <a:pPr lvl="2" algn="just"/>
            <a:r>
              <a:rPr lang="en-US" sz="1600" dirty="0"/>
              <a:t>Crystal structure subsequently enabled docking, SBDD</a:t>
            </a:r>
            <a:endParaRPr lang="en-US" sz="1800" dirty="0"/>
          </a:p>
        </p:txBody>
      </p:sp>
      <p:sp>
        <p:nvSpPr>
          <p:cNvPr id="13" name="Content Placeholder 2">
            <a:extLst>
              <a:ext uri="{FF2B5EF4-FFF2-40B4-BE49-F238E27FC236}">
                <a16:creationId xmlns:a16="http://schemas.microsoft.com/office/drawing/2014/main" id="{F1ACB0D1-96F4-8ED6-43E9-5DA636DB3A51}"/>
              </a:ext>
            </a:extLst>
          </p:cNvPr>
          <p:cNvSpPr txBox="1">
            <a:spLocks/>
          </p:cNvSpPr>
          <p:nvPr/>
        </p:nvSpPr>
        <p:spPr>
          <a:xfrm>
            <a:off x="173288" y="5153024"/>
            <a:ext cx="5922711" cy="1188720"/>
          </a:xfrm>
          <a:prstGeom prst="rect">
            <a:avLst/>
          </a:prstGeom>
          <a:solidFill>
            <a:schemeClr val="accent6">
              <a:lumMod val="20000"/>
              <a:lumOff val="80000"/>
            </a:schemeClr>
          </a:solidFill>
          <a:ln>
            <a:noFill/>
          </a:ln>
        </p:spPr>
        <p:txBody>
          <a:bodyPr vert="horz" lIns="91440" tIns="91440" rIns="91440" bIns="18288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1800" b="1" dirty="0">
                <a:solidFill>
                  <a:srgbClr val="0460A9"/>
                </a:solidFill>
              </a:rPr>
              <a:t>Allosteric inhibitors</a:t>
            </a:r>
          </a:p>
          <a:p>
            <a:pPr lvl="2" algn="just"/>
            <a:r>
              <a:rPr lang="en-US" sz="1600" dirty="0"/>
              <a:t>Numerous internal crystal structures enabled SBDD</a:t>
            </a:r>
          </a:p>
          <a:p>
            <a:pPr lvl="2" algn="just"/>
            <a:r>
              <a:rPr lang="en-US" sz="1600" dirty="0"/>
              <a:t>Docking, molecular dynamics, free energy</a:t>
            </a:r>
            <a:endParaRPr lang="en-US" sz="1800" dirty="0"/>
          </a:p>
        </p:txBody>
      </p:sp>
      <p:grpSp>
        <p:nvGrpSpPr>
          <p:cNvPr id="40" name="Group 39">
            <a:extLst>
              <a:ext uri="{FF2B5EF4-FFF2-40B4-BE49-F238E27FC236}">
                <a16:creationId xmlns:a16="http://schemas.microsoft.com/office/drawing/2014/main" id="{4A694C79-3192-694A-BB02-D2B7AC2CFAC3}"/>
              </a:ext>
            </a:extLst>
          </p:cNvPr>
          <p:cNvGrpSpPr/>
          <p:nvPr/>
        </p:nvGrpSpPr>
        <p:grpSpPr>
          <a:xfrm>
            <a:off x="6634494" y="574723"/>
            <a:ext cx="1333019" cy="674310"/>
            <a:chOff x="6634494" y="574723"/>
            <a:chExt cx="1333019" cy="674310"/>
          </a:xfrm>
        </p:grpSpPr>
        <p:sp>
          <p:nvSpPr>
            <p:cNvPr id="15" name="Rectangle 14">
              <a:extLst>
                <a:ext uri="{FF2B5EF4-FFF2-40B4-BE49-F238E27FC236}">
                  <a16:creationId xmlns:a16="http://schemas.microsoft.com/office/drawing/2014/main" id="{05FC4264-48D7-2A09-184F-BBC4DEAB537F}"/>
                </a:ext>
              </a:extLst>
            </p:cNvPr>
            <p:cNvSpPr/>
            <p:nvPr/>
          </p:nvSpPr>
          <p:spPr>
            <a:xfrm rot="20042207">
              <a:off x="6634494" y="1203313"/>
              <a:ext cx="704850" cy="457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8054F48-EBC2-B632-1CA3-1E172ED349E7}"/>
                </a:ext>
              </a:extLst>
            </p:cNvPr>
            <p:cNvSpPr/>
            <p:nvPr/>
          </p:nvSpPr>
          <p:spPr>
            <a:xfrm rot="1557793" flipV="1">
              <a:off x="7262663" y="1203314"/>
              <a:ext cx="704850" cy="4571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07D7B07-1C46-6363-3E23-A97B2D3301AA}"/>
                </a:ext>
              </a:extLst>
            </p:cNvPr>
            <p:cNvSpPr/>
            <p:nvPr/>
          </p:nvSpPr>
          <p:spPr>
            <a:xfrm rot="5400000" flipV="1">
              <a:off x="7114314" y="911543"/>
              <a:ext cx="274320" cy="55856"/>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8D5A62A-EFD4-330D-DDB1-1BD7A4C1B57B}"/>
                </a:ext>
              </a:extLst>
            </p:cNvPr>
            <p:cNvSpPr/>
            <p:nvPr/>
          </p:nvSpPr>
          <p:spPr>
            <a:xfrm rot="5400000" flipV="1">
              <a:off x="7200039" y="911543"/>
              <a:ext cx="274320" cy="55856"/>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B98B56F-3E38-8504-5529-CEC56AD28F05}"/>
                </a:ext>
              </a:extLst>
            </p:cNvPr>
            <p:cNvSpPr/>
            <p:nvPr/>
          </p:nvSpPr>
          <p:spPr>
            <a:xfrm>
              <a:off x="7169507" y="574723"/>
              <a:ext cx="238839" cy="23883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C929946-C4AE-B7BE-05E5-767726320838}"/>
                </a:ext>
              </a:extLst>
            </p:cNvPr>
            <p:cNvSpPr/>
            <p:nvPr/>
          </p:nvSpPr>
          <p:spPr>
            <a:xfrm>
              <a:off x="7169507" y="971408"/>
              <a:ext cx="238839" cy="238839"/>
            </a:xfrm>
            <a:prstGeom prst="ellipse">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B1F35D26-3249-550B-CA23-5A42D7051C0F}"/>
                </a:ext>
              </a:extLst>
            </p:cNvPr>
            <p:cNvCxnSpPr>
              <a:cxnSpLocks/>
            </p:cNvCxnSpPr>
            <p:nvPr/>
          </p:nvCxnSpPr>
          <p:spPr>
            <a:xfrm flipV="1">
              <a:off x="7688454" y="693887"/>
              <a:ext cx="0" cy="3764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D7A17A1-A9C7-18B6-2A9F-2681309BB4A0}"/>
                </a:ext>
              </a:extLst>
            </p:cNvPr>
            <p:cNvCxnSpPr>
              <a:cxnSpLocks/>
            </p:cNvCxnSpPr>
            <p:nvPr/>
          </p:nvCxnSpPr>
          <p:spPr>
            <a:xfrm>
              <a:off x="7576083" y="990458"/>
              <a:ext cx="2247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CF90B71-5473-F495-B591-907AADF3AEFD}"/>
              </a:ext>
            </a:extLst>
          </p:cNvPr>
          <p:cNvGrpSpPr/>
          <p:nvPr/>
        </p:nvGrpSpPr>
        <p:grpSpPr>
          <a:xfrm>
            <a:off x="9030766" y="971408"/>
            <a:ext cx="1804393" cy="2184959"/>
            <a:chOff x="8372723" y="1533729"/>
            <a:chExt cx="1685677" cy="2107995"/>
          </a:xfrm>
        </p:grpSpPr>
        <p:pic>
          <p:nvPicPr>
            <p:cNvPr id="27" name="Picture 26" descr="A screenshot of a computer&#10;&#10;Description automatically generated">
              <a:extLst>
                <a:ext uri="{FF2B5EF4-FFF2-40B4-BE49-F238E27FC236}">
                  <a16:creationId xmlns:a16="http://schemas.microsoft.com/office/drawing/2014/main" id="{4F5CF489-192A-094A-D19D-B367434128A7}"/>
                </a:ext>
              </a:extLst>
            </p:cNvPr>
            <p:cNvPicPr>
              <a:picLocks noChangeAspect="1"/>
            </p:cNvPicPr>
            <p:nvPr/>
          </p:nvPicPr>
          <p:blipFill rotWithShape="1">
            <a:blip r:embed="rId2"/>
            <a:srcRect l="2093" t="69902" r="70715"/>
            <a:stretch/>
          </p:blipFill>
          <p:spPr>
            <a:xfrm>
              <a:off x="8372723" y="1653871"/>
              <a:ext cx="1685677" cy="1987853"/>
            </a:xfrm>
            <a:prstGeom prst="rect">
              <a:avLst/>
            </a:prstGeom>
          </p:spPr>
        </p:pic>
        <p:sp>
          <p:nvSpPr>
            <p:cNvPr id="28" name="Rectangle 27">
              <a:extLst>
                <a:ext uri="{FF2B5EF4-FFF2-40B4-BE49-F238E27FC236}">
                  <a16:creationId xmlns:a16="http://schemas.microsoft.com/office/drawing/2014/main" id="{759581E5-DF3D-F274-2025-E33A6CB4559C}"/>
                </a:ext>
              </a:extLst>
            </p:cNvPr>
            <p:cNvSpPr/>
            <p:nvPr/>
          </p:nvSpPr>
          <p:spPr>
            <a:xfrm>
              <a:off x="9085238" y="1533729"/>
              <a:ext cx="486228" cy="2286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912DE1-6A52-BCA1-0C7B-4F7AAD9CCE71}"/>
                </a:ext>
              </a:extLst>
            </p:cNvPr>
            <p:cNvSpPr/>
            <p:nvPr/>
          </p:nvSpPr>
          <p:spPr>
            <a:xfrm>
              <a:off x="9500037" y="1932623"/>
              <a:ext cx="486228" cy="2286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D847B78-4E8C-4C5C-3E71-E99788C377E0}"/>
                </a:ext>
              </a:extLst>
            </p:cNvPr>
            <p:cNvSpPr/>
            <p:nvPr/>
          </p:nvSpPr>
          <p:spPr>
            <a:xfrm>
              <a:off x="9531843" y="2999423"/>
              <a:ext cx="486228" cy="2286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4" name="Picture 33" descr="A line graph with blue and orange lines&#10;&#10;Description automatically generated">
            <a:extLst>
              <a:ext uri="{FF2B5EF4-FFF2-40B4-BE49-F238E27FC236}">
                <a16:creationId xmlns:a16="http://schemas.microsoft.com/office/drawing/2014/main" id="{3C613509-CD12-1617-25B4-737F55296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5299" y="3641724"/>
            <a:ext cx="2870901" cy="1878112"/>
          </a:xfrm>
          <a:prstGeom prst="rect">
            <a:avLst/>
          </a:prstGeom>
          <a:ln>
            <a:noFill/>
          </a:ln>
        </p:spPr>
      </p:pic>
      <p:grpSp>
        <p:nvGrpSpPr>
          <p:cNvPr id="42" name="Group 41">
            <a:extLst>
              <a:ext uri="{FF2B5EF4-FFF2-40B4-BE49-F238E27FC236}">
                <a16:creationId xmlns:a16="http://schemas.microsoft.com/office/drawing/2014/main" id="{F9F28DDB-92EF-C1FB-DCF6-4603B8D0E3B6}"/>
              </a:ext>
            </a:extLst>
          </p:cNvPr>
          <p:cNvGrpSpPr/>
          <p:nvPr/>
        </p:nvGrpSpPr>
        <p:grpSpPr>
          <a:xfrm>
            <a:off x="6139353" y="3155278"/>
            <a:ext cx="2891413" cy="2447924"/>
            <a:chOff x="6139353" y="3155278"/>
            <a:chExt cx="2891413" cy="2447924"/>
          </a:xfrm>
        </p:grpSpPr>
        <p:grpSp>
          <p:nvGrpSpPr>
            <p:cNvPr id="41" name="Group 40">
              <a:extLst>
                <a:ext uri="{FF2B5EF4-FFF2-40B4-BE49-F238E27FC236}">
                  <a16:creationId xmlns:a16="http://schemas.microsoft.com/office/drawing/2014/main" id="{95AA0613-C800-1A8B-3600-284E652B7204}"/>
                </a:ext>
              </a:extLst>
            </p:cNvPr>
            <p:cNvGrpSpPr/>
            <p:nvPr/>
          </p:nvGrpSpPr>
          <p:grpSpPr>
            <a:xfrm>
              <a:off x="6139353" y="3155278"/>
              <a:ext cx="2891413" cy="2447924"/>
              <a:chOff x="6139353" y="3155278"/>
              <a:chExt cx="2891413" cy="2447924"/>
            </a:xfrm>
          </p:grpSpPr>
          <p:pic>
            <p:nvPicPr>
              <p:cNvPr id="35" name="Picture 34" descr="A picture containing map&#10;&#10;Description automatically generated">
                <a:extLst>
                  <a:ext uri="{FF2B5EF4-FFF2-40B4-BE49-F238E27FC236}">
                    <a16:creationId xmlns:a16="http://schemas.microsoft.com/office/drawing/2014/main" id="{90D69918-BA7C-9FCB-9A1A-B58C10B31B1F}"/>
                  </a:ext>
                </a:extLst>
              </p:cNvPr>
              <p:cNvPicPr>
                <a:picLocks noChangeAspect="1"/>
              </p:cNvPicPr>
              <p:nvPr/>
            </p:nvPicPr>
            <p:blipFill rotWithShape="1">
              <a:blip r:embed="rId4"/>
              <a:srcRect r="42502" b="34222"/>
              <a:stretch/>
            </p:blipFill>
            <p:spPr>
              <a:xfrm>
                <a:off x="6139353" y="3155278"/>
                <a:ext cx="2891413" cy="2377440"/>
              </a:xfrm>
              <a:prstGeom prst="rect">
                <a:avLst/>
              </a:prstGeom>
            </p:spPr>
          </p:pic>
          <p:sp>
            <p:nvSpPr>
              <p:cNvPr id="36" name="Oval 35">
                <a:extLst>
                  <a:ext uri="{FF2B5EF4-FFF2-40B4-BE49-F238E27FC236}">
                    <a16:creationId xmlns:a16="http://schemas.microsoft.com/office/drawing/2014/main" id="{7205232C-8148-7B07-9D2D-D27BE603C77B}"/>
                  </a:ext>
                </a:extLst>
              </p:cNvPr>
              <p:cNvSpPr/>
              <p:nvPr/>
            </p:nvSpPr>
            <p:spPr>
              <a:xfrm>
                <a:off x="6996212" y="4788439"/>
                <a:ext cx="1422228" cy="814763"/>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3CEE94BC-D23F-6596-6B80-AD251E49D14B}"/>
                </a:ext>
              </a:extLst>
            </p:cNvPr>
            <p:cNvSpPr txBox="1"/>
            <p:nvPr/>
          </p:nvSpPr>
          <p:spPr>
            <a:xfrm>
              <a:off x="7409852" y="4985826"/>
              <a:ext cx="582211" cy="369332"/>
            </a:xfrm>
            <a:prstGeom prst="rect">
              <a:avLst/>
            </a:prstGeom>
            <a:noFill/>
          </p:spPr>
          <p:txBody>
            <a:bodyPr wrap="none" rtlCol="0">
              <a:spAutoFit/>
            </a:bodyPr>
            <a:lstStyle/>
            <a:p>
              <a:r>
                <a:rPr lang="en-US" b="1" dirty="0">
                  <a:solidFill>
                    <a:schemeClr val="bg1"/>
                  </a:solidFill>
                </a:rPr>
                <a:t>POI</a:t>
              </a:r>
            </a:p>
          </p:txBody>
        </p:sp>
      </p:grpSp>
      <p:sp>
        <p:nvSpPr>
          <p:cNvPr id="38" name="TextBox 37">
            <a:extLst>
              <a:ext uri="{FF2B5EF4-FFF2-40B4-BE49-F238E27FC236}">
                <a16:creationId xmlns:a16="http://schemas.microsoft.com/office/drawing/2014/main" id="{F7E942ED-2DFF-0EC6-E61B-1C9DE342CE91}"/>
              </a:ext>
            </a:extLst>
          </p:cNvPr>
          <p:cNvSpPr txBox="1"/>
          <p:nvPr/>
        </p:nvSpPr>
        <p:spPr>
          <a:xfrm>
            <a:off x="5057775" y="5986659"/>
            <a:ext cx="1915909" cy="369332"/>
          </a:xfrm>
          <a:prstGeom prst="rect">
            <a:avLst/>
          </a:prstGeom>
          <a:solidFill>
            <a:schemeClr val="bg1"/>
          </a:solidFill>
          <a:ln w="19050">
            <a:solidFill>
              <a:srgbClr val="0460A9"/>
            </a:solidFill>
          </a:ln>
        </p:spPr>
        <p:txBody>
          <a:bodyPr wrap="none" rtlCol="0">
            <a:spAutoFit/>
          </a:bodyPr>
          <a:lstStyle/>
          <a:p>
            <a:r>
              <a:rPr lang="en-US" dirty="0"/>
              <a:t>Focus of this talk</a:t>
            </a:r>
          </a:p>
        </p:txBody>
      </p:sp>
      <p:sp>
        <p:nvSpPr>
          <p:cNvPr id="39" name="Arrow: Right 38">
            <a:extLst>
              <a:ext uri="{FF2B5EF4-FFF2-40B4-BE49-F238E27FC236}">
                <a16:creationId xmlns:a16="http://schemas.microsoft.com/office/drawing/2014/main" id="{2E69BC40-C8DB-4294-91BD-364B0D6FCC44}"/>
              </a:ext>
            </a:extLst>
          </p:cNvPr>
          <p:cNvSpPr/>
          <p:nvPr/>
        </p:nvSpPr>
        <p:spPr>
          <a:xfrm>
            <a:off x="4728166" y="5823740"/>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384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0-#ppt_w/2"/>
                                          </p:val>
                                        </p:tav>
                                        <p:tav tm="100000">
                                          <p:val>
                                            <p:strVal val="#ppt_x"/>
                                          </p:val>
                                        </p:tav>
                                      </p:tavLst>
                                    </p:anim>
                                    <p:anim calcmode="lin" valueType="num">
                                      <p:cBhvr additive="base">
                                        <p:cTn id="12"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 calcmode="lin" valueType="num">
                                      <p:cBhvr additive="base">
                                        <p:cTn id="21" dur="500" fill="hold"/>
                                        <p:tgtEl>
                                          <p:spTgt spid="31"/>
                                        </p:tgtEl>
                                        <p:attrNameLst>
                                          <p:attrName>ppt_x</p:attrName>
                                        </p:attrNameLst>
                                      </p:cBhvr>
                                      <p:tavLst>
                                        <p:tav tm="0">
                                          <p:val>
                                            <p:strVal val="0-#ppt_w/2"/>
                                          </p:val>
                                        </p:tav>
                                        <p:tav tm="100000">
                                          <p:val>
                                            <p:strVal val="#ppt_x"/>
                                          </p:val>
                                        </p:tav>
                                      </p:tavLst>
                                    </p:anim>
                                    <p:anim calcmode="lin" valueType="num">
                                      <p:cBhvr additive="base">
                                        <p:cTn id="2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500" fill="hold"/>
                                        <p:tgtEl>
                                          <p:spTgt spid="42"/>
                                        </p:tgtEl>
                                        <p:attrNameLst>
                                          <p:attrName>ppt_x</p:attrName>
                                        </p:attrNameLst>
                                      </p:cBhvr>
                                      <p:tavLst>
                                        <p:tav tm="0">
                                          <p:val>
                                            <p:strVal val="#ppt_x"/>
                                          </p:val>
                                        </p:tav>
                                        <p:tav tm="100000">
                                          <p:val>
                                            <p:strVal val="#ppt_x"/>
                                          </p:val>
                                        </p:tav>
                                      </p:tavLst>
                                    </p:anim>
                                    <p:anim calcmode="lin" valueType="num">
                                      <p:cBhvr additive="base">
                                        <p:cTn id="3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500" fill="hold"/>
                                        <p:tgtEl>
                                          <p:spTgt spid="38"/>
                                        </p:tgtEl>
                                        <p:attrNameLst>
                                          <p:attrName>ppt_x</p:attrName>
                                        </p:attrNameLst>
                                      </p:cBhvr>
                                      <p:tavLst>
                                        <p:tav tm="0">
                                          <p:val>
                                            <p:strVal val="#ppt_x"/>
                                          </p:val>
                                        </p:tav>
                                        <p:tav tm="100000">
                                          <p:val>
                                            <p:strVal val="#ppt_x"/>
                                          </p:val>
                                        </p:tav>
                                      </p:tavLst>
                                    </p:anim>
                                    <p:anim calcmode="lin" valueType="num">
                                      <p:cBhvr additive="base">
                                        <p:cTn id="48" dur="500" fill="hold"/>
                                        <p:tgtEl>
                                          <p:spTgt spid="3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 calcmode="lin" valueType="num">
                                      <p:cBhvr additive="base">
                                        <p:cTn id="51" dur="500" fill="hold"/>
                                        <p:tgtEl>
                                          <p:spTgt spid="39"/>
                                        </p:tgtEl>
                                        <p:attrNameLst>
                                          <p:attrName>ppt_x</p:attrName>
                                        </p:attrNameLst>
                                      </p:cBhvr>
                                      <p:tavLst>
                                        <p:tav tm="0">
                                          <p:val>
                                            <p:strVal val="#ppt_x"/>
                                          </p:val>
                                        </p:tav>
                                        <p:tav tm="100000">
                                          <p:val>
                                            <p:strVal val="#ppt_x"/>
                                          </p:val>
                                        </p:tav>
                                      </p:tavLst>
                                    </p:anim>
                                    <p:anim calcmode="lin" valueType="num">
                                      <p:cBhvr additive="base">
                                        <p:cTn id="5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38" grpId="0" animBg="1"/>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BC55D8-5564-B98F-28DD-2DC4FC83972E}"/>
              </a:ext>
            </a:extLst>
          </p:cNvPr>
          <p:cNvSpPr>
            <a:spLocks noGrp="1"/>
          </p:cNvSpPr>
          <p:nvPr>
            <p:ph type="title"/>
          </p:nvPr>
        </p:nvSpPr>
        <p:spPr/>
        <p:txBody>
          <a:bodyPr/>
          <a:lstStyle/>
          <a:p>
            <a:r>
              <a:rPr lang="en-GB" spc="-150" dirty="0"/>
              <a:t>Outline</a:t>
            </a:r>
            <a:endParaRPr lang="en-GB" dirty="0"/>
          </a:p>
        </p:txBody>
      </p:sp>
      <p:sp>
        <p:nvSpPr>
          <p:cNvPr id="5" name="Content Placeholder 4">
            <a:extLst>
              <a:ext uri="{FF2B5EF4-FFF2-40B4-BE49-F238E27FC236}">
                <a16:creationId xmlns:a16="http://schemas.microsoft.com/office/drawing/2014/main" id="{EB1112DE-21C3-0D24-546D-781D86425054}"/>
              </a:ext>
            </a:extLst>
          </p:cNvPr>
          <p:cNvSpPr>
            <a:spLocks noGrp="1"/>
          </p:cNvSpPr>
          <p:nvPr>
            <p:ph idx="1"/>
          </p:nvPr>
        </p:nvSpPr>
        <p:spPr>
          <a:xfrm>
            <a:off x="1109663" y="1084521"/>
            <a:ext cx="11003706" cy="4477931"/>
          </a:xfrm>
        </p:spPr>
        <p:txBody>
          <a:bodyPr/>
          <a:lstStyle/>
          <a:p>
            <a:pPr lvl="2">
              <a:lnSpc>
                <a:spcPct val="250000"/>
              </a:lnSpc>
            </a:pPr>
            <a:r>
              <a:rPr lang="en-GB" sz="2400" dirty="0"/>
              <a:t>Understanding and predicting </a:t>
            </a:r>
            <a:r>
              <a:rPr lang="en-GB" sz="2400" dirty="0" err="1"/>
              <a:t>atropisomers</a:t>
            </a:r>
            <a:r>
              <a:rPr lang="en-GB" sz="2400" dirty="0"/>
              <a:t> with quantum mechanics</a:t>
            </a:r>
          </a:p>
          <a:p>
            <a:pPr lvl="2">
              <a:lnSpc>
                <a:spcPct val="250000"/>
              </a:lnSpc>
            </a:pPr>
            <a:r>
              <a:rPr lang="en-GB" sz="2400" dirty="0"/>
              <a:t>Scaling simulations: molecular dynamics and free energy platform</a:t>
            </a:r>
          </a:p>
          <a:p>
            <a:pPr lvl="2">
              <a:lnSpc>
                <a:spcPct val="250000"/>
              </a:lnSpc>
            </a:pPr>
            <a:r>
              <a:rPr lang="en-GB" sz="2400" dirty="0"/>
              <a:t>Application of virtual screening to identify a selectivity handle</a:t>
            </a:r>
          </a:p>
          <a:p>
            <a:pPr lvl="2">
              <a:lnSpc>
                <a:spcPct val="250000"/>
              </a:lnSpc>
            </a:pPr>
            <a:r>
              <a:rPr lang="en-GB" sz="2400" dirty="0"/>
              <a:t>Combining free energy and machine learning to identify novel, potent R-groups</a:t>
            </a:r>
          </a:p>
          <a:p>
            <a:pPr lvl="2">
              <a:lnSpc>
                <a:spcPct val="250000"/>
              </a:lnSpc>
            </a:pPr>
            <a:r>
              <a:rPr lang="en-GB" sz="2400" dirty="0"/>
              <a:t>Current research: one-sliders</a:t>
            </a:r>
          </a:p>
        </p:txBody>
      </p:sp>
      <p:sp>
        <p:nvSpPr>
          <p:cNvPr id="7" name="Slide Number Placeholder 6">
            <a:extLst>
              <a:ext uri="{FF2B5EF4-FFF2-40B4-BE49-F238E27FC236}">
                <a16:creationId xmlns:a16="http://schemas.microsoft.com/office/drawing/2014/main" id="{635F2065-909E-28E4-AC11-076FD4E072C7}"/>
              </a:ext>
            </a:extLst>
          </p:cNvPr>
          <p:cNvSpPr>
            <a:spLocks noGrp="1"/>
          </p:cNvSpPr>
          <p:nvPr>
            <p:ph type="sldNum" sz="quarter" idx="12"/>
          </p:nvPr>
        </p:nvSpPr>
        <p:spPr/>
        <p:txBody>
          <a:bodyPr/>
          <a:lstStyle/>
          <a:p>
            <a:fld id="{03CB0E19-F4C8-4F98-96D2-CE1ECDE59975}" type="slidenum">
              <a:rPr lang="en-GB" smtClean="0"/>
              <a:t>4</a:t>
            </a:fld>
            <a:endParaRPr lang="en-GB"/>
          </a:p>
        </p:txBody>
      </p:sp>
      <p:sp>
        <p:nvSpPr>
          <p:cNvPr id="3" name="TextBox 2">
            <a:extLst>
              <a:ext uri="{FF2B5EF4-FFF2-40B4-BE49-F238E27FC236}">
                <a16:creationId xmlns:a16="http://schemas.microsoft.com/office/drawing/2014/main" id="{E20626EA-0C64-B785-7664-8A719E0FD8ED}"/>
              </a:ext>
            </a:extLst>
          </p:cNvPr>
          <p:cNvSpPr txBox="1"/>
          <p:nvPr/>
        </p:nvSpPr>
        <p:spPr>
          <a:xfrm>
            <a:off x="163716" y="1352194"/>
            <a:ext cx="653631" cy="584775"/>
          </a:xfrm>
          <a:prstGeom prst="rect">
            <a:avLst/>
          </a:prstGeom>
          <a:solidFill>
            <a:schemeClr val="accent6">
              <a:lumMod val="20000"/>
              <a:lumOff val="80000"/>
            </a:schemeClr>
          </a:solidFill>
        </p:spPr>
        <p:txBody>
          <a:bodyPr wrap="square" rtlCol="0">
            <a:spAutoFit/>
          </a:bodyPr>
          <a:lstStyle/>
          <a:p>
            <a:pPr algn="ctr"/>
            <a:r>
              <a:rPr lang="el-GR" sz="3200" b="1" dirty="0"/>
              <a:t>Ψ</a:t>
            </a:r>
            <a:endParaRPr lang="en-US" sz="3200" b="1" dirty="0"/>
          </a:p>
        </p:txBody>
      </p:sp>
      <p:grpSp>
        <p:nvGrpSpPr>
          <p:cNvPr id="19" name="Group 18">
            <a:extLst>
              <a:ext uri="{FF2B5EF4-FFF2-40B4-BE49-F238E27FC236}">
                <a16:creationId xmlns:a16="http://schemas.microsoft.com/office/drawing/2014/main" id="{253F09F6-350D-1006-B53F-620F60302D27}"/>
              </a:ext>
            </a:extLst>
          </p:cNvPr>
          <p:cNvGrpSpPr/>
          <p:nvPr/>
        </p:nvGrpSpPr>
        <p:grpSpPr>
          <a:xfrm>
            <a:off x="202456" y="2251064"/>
            <a:ext cx="791883" cy="647595"/>
            <a:chOff x="6838950" y="5443611"/>
            <a:chExt cx="791883" cy="647595"/>
          </a:xfrm>
        </p:grpSpPr>
        <p:sp>
          <p:nvSpPr>
            <p:cNvPr id="15" name="Rectangle 14">
              <a:extLst>
                <a:ext uri="{FF2B5EF4-FFF2-40B4-BE49-F238E27FC236}">
                  <a16:creationId xmlns:a16="http://schemas.microsoft.com/office/drawing/2014/main" id="{88F13886-9CAC-1300-D16D-31F8899F9259}"/>
                </a:ext>
              </a:extLst>
            </p:cNvPr>
            <p:cNvSpPr/>
            <p:nvPr/>
          </p:nvSpPr>
          <p:spPr>
            <a:xfrm rot="2613975">
              <a:off x="6878985" y="5788720"/>
              <a:ext cx="457200" cy="45719"/>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A0F5F6D-1A40-D45D-4E17-C90719549BB8}"/>
                </a:ext>
              </a:extLst>
            </p:cNvPr>
            <p:cNvSpPr/>
            <p:nvPr/>
          </p:nvSpPr>
          <p:spPr>
            <a:xfrm>
              <a:off x="6838950" y="5562452"/>
              <a:ext cx="211027" cy="211027"/>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0098054-1FF3-4F5C-397E-221580B77364}"/>
                </a:ext>
              </a:extLst>
            </p:cNvPr>
            <p:cNvSpPr/>
            <p:nvPr/>
          </p:nvSpPr>
          <p:spPr>
            <a:xfrm rot="6972583">
              <a:off x="7168635" y="5750621"/>
              <a:ext cx="457200" cy="45719"/>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840DA77-40A1-4601-9951-998F828A27BA}"/>
                </a:ext>
              </a:extLst>
            </p:cNvPr>
            <p:cNvSpPr/>
            <p:nvPr/>
          </p:nvSpPr>
          <p:spPr>
            <a:xfrm>
              <a:off x="7419806" y="5443611"/>
              <a:ext cx="211027" cy="211027"/>
            </a:xfrm>
            <a:prstGeom prst="ellipse">
              <a:avLst/>
            </a:prstGeom>
            <a:solidFill>
              <a:schemeClr val="tx2">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362B89F-44E9-9F90-90EA-79E535545194}"/>
                </a:ext>
              </a:extLst>
            </p:cNvPr>
            <p:cNvSpPr/>
            <p:nvPr/>
          </p:nvSpPr>
          <p:spPr>
            <a:xfrm>
              <a:off x="7186208" y="5880179"/>
              <a:ext cx="211027" cy="211027"/>
            </a:xfrm>
            <a:prstGeom prst="ellipse">
              <a:avLst/>
            </a:prstGeom>
            <a:solidFill>
              <a:srgbClr val="92D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AB70D83E-76D7-BC31-48E1-7C2BE6929A8B}"/>
              </a:ext>
            </a:extLst>
          </p:cNvPr>
          <p:cNvGrpSpPr/>
          <p:nvPr/>
        </p:nvGrpSpPr>
        <p:grpSpPr>
          <a:xfrm>
            <a:off x="33819" y="3136789"/>
            <a:ext cx="982854" cy="736912"/>
            <a:chOff x="33819" y="3136789"/>
            <a:chExt cx="982854" cy="736912"/>
          </a:xfrm>
        </p:grpSpPr>
        <p:sp>
          <p:nvSpPr>
            <p:cNvPr id="20" name="Oval 19">
              <a:extLst>
                <a:ext uri="{FF2B5EF4-FFF2-40B4-BE49-F238E27FC236}">
                  <a16:creationId xmlns:a16="http://schemas.microsoft.com/office/drawing/2014/main" id="{EFE8C6C9-8CCE-8F47-2467-7FED8A59D5A6}"/>
                </a:ext>
              </a:extLst>
            </p:cNvPr>
            <p:cNvSpPr/>
            <p:nvPr/>
          </p:nvSpPr>
          <p:spPr>
            <a:xfrm>
              <a:off x="52061" y="3359351"/>
              <a:ext cx="352425" cy="514350"/>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B8145B2-6CC1-5DD0-F535-5C5C8E26FEEA}"/>
                </a:ext>
              </a:extLst>
            </p:cNvPr>
            <p:cNvSpPr/>
            <p:nvPr/>
          </p:nvSpPr>
          <p:spPr>
            <a:xfrm>
              <a:off x="664248" y="3359351"/>
              <a:ext cx="352425" cy="514350"/>
            </a:xfrm>
            <a:prstGeom prst="ellipse">
              <a:avLst/>
            </a:prstGeom>
            <a:solidFill>
              <a:srgbClr val="D0D0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7786F468-425F-AD19-FAEB-96564C35EA01}"/>
                </a:ext>
              </a:extLst>
            </p:cNvPr>
            <p:cNvSpPr/>
            <p:nvPr/>
          </p:nvSpPr>
          <p:spPr>
            <a:xfrm rot="1009112">
              <a:off x="33819" y="3136789"/>
              <a:ext cx="274320" cy="274320"/>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B246CB32-4E24-7138-7566-21FFF616375F}"/>
                </a:ext>
              </a:extLst>
            </p:cNvPr>
            <p:cNvSpPr/>
            <p:nvPr/>
          </p:nvSpPr>
          <p:spPr>
            <a:xfrm rot="1009112">
              <a:off x="635540" y="3136789"/>
              <a:ext cx="274320" cy="274320"/>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F0729FA-B2D6-760C-E5FB-FC9CA6CF6F33}"/>
                </a:ext>
              </a:extLst>
            </p:cNvPr>
            <p:cNvSpPr txBox="1"/>
            <p:nvPr/>
          </p:nvSpPr>
          <p:spPr>
            <a:xfrm>
              <a:off x="342017" y="3463979"/>
              <a:ext cx="389850" cy="307777"/>
            </a:xfrm>
            <a:prstGeom prst="rect">
              <a:avLst/>
            </a:prstGeom>
            <a:noFill/>
          </p:spPr>
          <p:txBody>
            <a:bodyPr wrap="square" rtlCol="0">
              <a:spAutoFit/>
            </a:bodyPr>
            <a:lstStyle/>
            <a:p>
              <a:r>
                <a:rPr lang="en-US" sz="1400" dirty="0"/>
                <a:t>vs</a:t>
              </a:r>
            </a:p>
          </p:txBody>
        </p:sp>
      </p:grpSp>
      <p:grpSp>
        <p:nvGrpSpPr>
          <p:cNvPr id="34" name="Group 33">
            <a:extLst>
              <a:ext uri="{FF2B5EF4-FFF2-40B4-BE49-F238E27FC236}">
                <a16:creationId xmlns:a16="http://schemas.microsoft.com/office/drawing/2014/main" id="{E12B3B6C-4451-D1AC-44CE-390DCB038451}"/>
              </a:ext>
            </a:extLst>
          </p:cNvPr>
          <p:cNvGrpSpPr/>
          <p:nvPr/>
        </p:nvGrpSpPr>
        <p:grpSpPr>
          <a:xfrm>
            <a:off x="203575" y="4411110"/>
            <a:ext cx="739140" cy="533548"/>
            <a:chOff x="7631787" y="5562452"/>
            <a:chExt cx="739140" cy="533548"/>
          </a:xfrm>
        </p:grpSpPr>
        <p:cxnSp>
          <p:nvCxnSpPr>
            <p:cNvPr id="29" name="Straight Connector 28">
              <a:extLst>
                <a:ext uri="{FF2B5EF4-FFF2-40B4-BE49-F238E27FC236}">
                  <a16:creationId xmlns:a16="http://schemas.microsoft.com/office/drawing/2014/main" id="{5C955CB3-3BD0-D9CE-9705-266899BA2B70}"/>
                </a:ext>
              </a:extLst>
            </p:cNvPr>
            <p:cNvCxnSpPr/>
            <p:nvPr/>
          </p:nvCxnSpPr>
          <p:spPr>
            <a:xfrm flipV="1">
              <a:off x="7639050" y="5562452"/>
              <a:ext cx="676275" cy="5335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9EAE1BCC-8D6C-F043-419D-981126B8A1AB}"/>
                </a:ext>
              </a:extLst>
            </p:cNvPr>
            <p:cNvSpPr/>
            <p:nvPr/>
          </p:nvSpPr>
          <p:spPr>
            <a:xfrm>
              <a:off x="7631787" y="5876851"/>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824C548-CD04-9044-E053-38CC47263A6E}"/>
                </a:ext>
              </a:extLst>
            </p:cNvPr>
            <p:cNvSpPr/>
            <p:nvPr/>
          </p:nvSpPr>
          <p:spPr>
            <a:xfrm>
              <a:off x="7946112" y="5867326"/>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9423F2C-2035-4DC2-F836-CF77FDA7D88E}"/>
                </a:ext>
              </a:extLst>
            </p:cNvPr>
            <p:cNvSpPr/>
            <p:nvPr/>
          </p:nvSpPr>
          <p:spPr>
            <a:xfrm>
              <a:off x="8041362" y="5667301"/>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5C9A7FA-1509-9E1F-3F49-B0C03A7CA6C4}"/>
                </a:ext>
              </a:extLst>
            </p:cNvPr>
            <p:cNvSpPr/>
            <p:nvPr/>
          </p:nvSpPr>
          <p:spPr>
            <a:xfrm>
              <a:off x="8279487" y="5638726"/>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A841D879-A721-B268-3613-5DFF946A497F}"/>
              </a:ext>
            </a:extLst>
          </p:cNvPr>
          <p:cNvGrpSpPr/>
          <p:nvPr/>
        </p:nvGrpSpPr>
        <p:grpSpPr>
          <a:xfrm>
            <a:off x="315970" y="5297282"/>
            <a:ext cx="609600" cy="609600"/>
            <a:chOff x="7610475" y="4991100"/>
            <a:chExt cx="609600" cy="609600"/>
          </a:xfrm>
        </p:grpSpPr>
        <p:sp>
          <p:nvSpPr>
            <p:cNvPr id="35" name="Oval 34">
              <a:extLst>
                <a:ext uri="{FF2B5EF4-FFF2-40B4-BE49-F238E27FC236}">
                  <a16:creationId xmlns:a16="http://schemas.microsoft.com/office/drawing/2014/main" id="{84B3B368-F9D2-BE49-A99B-9794DC077A44}"/>
                </a:ext>
              </a:extLst>
            </p:cNvPr>
            <p:cNvSpPr/>
            <p:nvPr/>
          </p:nvSpPr>
          <p:spPr>
            <a:xfrm>
              <a:off x="7610475" y="4991100"/>
              <a:ext cx="609600" cy="609600"/>
            </a:xfrm>
            <a:prstGeom prst="ellipse">
              <a:avLst/>
            </a:prstGeom>
            <a:noFill/>
            <a:ln w="38100">
              <a:solidFill>
                <a:srgbClr val="0460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CE6730CD-FF11-B0C7-04F2-13A680CB689E}"/>
                </a:ext>
              </a:extLst>
            </p:cNvPr>
            <p:cNvCxnSpPr/>
            <p:nvPr/>
          </p:nvCxnSpPr>
          <p:spPr>
            <a:xfrm>
              <a:off x="7902575" y="5054452"/>
              <a:ext cx="0" cy="272454"/>
            </a:xfrm>
            <a:prstGeom prst="line">
              <a:avLst/>
            </a:prstGeom>
            <a:ln w="38100">
              <a:solidFill>
                <a:srgbClr val="0460A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AA17B5D-34E1-B948-DC30-EB471C74602E}"/>
                </a:ext>
              </a:extLst>
            </p:cNvPr>
            <p:cNvCxnSpPr>
              <a:cxnSpLocks/>
            </p:cNvCxnSpPr>
            <p:nvPr/>
          </p:nvCxnSpPr>
          <p:spPr>
            <a:xfrm rot="2100000">
              <a:off x="7955943" y="5165580"/>
              <a:ext cx="0" cy="186089"/>
            </a:xfrm>
            <a:prstGeom prst="line">
              <a:avLst/>
            </a:prstGeom>
            <a:ln w="38100">
              <a:solidFill>
                <a:srgbClr val="0460A9"/>
              </a:solidFill>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FEC4318-B4E6-14A1-2842-208379DE2911}"/>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8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0-#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500" fill="hold"/>
                                        <p:tgtEl>
                                          <p:spTgt spid="34"/>
                                        </p:tgtEl>
                                        <p:attrNameLst>
                                          <p:attrName>ppt_x</p:attrName>
                                        </p:attrNameLst>
                                      </p:cBhvr>
                                      <p:tavLst>
                                        <p:tav tm="0">
                                          <p:val>
                                            <p:strVal val="0-#ppt_w/2"/>
                                          </p:val>
                                        </p:tav>
                                        <p:tav tm="100000">
                                          <p:val>
                                            <p:strVal val="#ppt_x"/>
                                          </p:val>
                                        </p:tav>
                                      </p:tavLst>
                                    </p:anim>
                                    <p:anim calcmode="lin" valueType="num">
                                      <p:cBhvr additive="base">
                                        <p:cTn id="26"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500" fill="hold"/>
                                        <p:tgtEl>
                                          <p:spTgt spid="39"/>
                                        </p:tgtEl>
                                        <p:attrNameLst>
                                          <p:attrName>ppt_x</p:attrName>
                                        </p:attrNameLst>
                                      </p:cBhvr>
                                      <p:tavLst>
                                        <p:tav tm="0">
                                          <p:val>
                                            <p:strVal val="0-#ppt_w/2"/>
                                          </p:val>
                                        </p:tav>
                                        <p:tav tm="100000">
                                          <p:val>
                                            <p:strVal val="#ppt_x"/>
                                          </p:val>
                                        </p:tav>
                                      </p:tavLst>
                                    </p:anim>
                                    <p:anim calcmode="lin" valueType="num">
                                      <p:cBhvr additive="base">
                                        <p:cTn id="32"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7BA7BC-4AB7-4BD6-4D17-66F3D788E831}"/>
              </a:ext>
            </a:extLst>
          </p:cNvPr>
          <p:cNvSpPr>
            <a:spLocks noGrp="1"/>
          </p:cNvSpPr>
          <p:nvPr>
            <p:ph type="sldNum" sz="quarter" idx="12"/>
          </p:nvPr>
        </p:nvSpPr>
        <p:spPr/>
        <p:txBody>
          <a:bodyPr/>
          <a:lstStyle/>
          <a:p>
            <a:fld id="{03CB0E19-F4C8-4F98-96D2-CE1ECDE59975}" type="slidenum">
              <a:rPr lang="en-GB" smtClean="0"/>
              <a:t>5</a:t>
            </a:fld>
            <a:endParaRPr lang="en-GB"/>
          </a:p>
        </p:txBody>
      </p:sp>
      <p:sp>
        <p:nvSpPr>
          <p:cNvPr id="4" name="Text Placeholder 3">
            <a:extLst>
              <a:ext uri="{FF2B5EF4-FFF2-40B4-BE49-F238E27FC236}">
                <a16:creationId xmlns:a16="http://schemas.microsoft.com/office/drawing/2014/main" id="{C06DAE4C-9E48-9FB5-4309-0A47D754C419}"/>
              </a:ext>
            </a:extLst>
          </p:cNvPr>
          <p:cNvSpPr>
            <a:spLocks noGrp="1"/>
          </p:cNvSpPr>
          <p:nvPr>
            <p:ph type="body" sz="quarter" idx="13"/>
          </p:nvPr>
        </p:nvSpPr>
        <p:spPr>
          <a:xfrm>
            <a:off x="6143625" y="2882587"/>
            <a:ext cx="5614985" cy="1092827"/>
          </a:xfrm>
        </p:spPr>
        <p:txBody>
          <a:bodyPr/>
          <a:lstStyle/>
          <a:p>
            <a:r>
              <a:rPr lang="en-GB" dirty="0"/>
              <a:t>Quantum mechanics</a:t>
            </a:r>
          </a:p>
        </p:txBody>
      </p:sp>
      <p:sp>
        <p:nvSpPr>
          <p:cNvPr id="2" name="TextBox 1">
            <a:extLst>
              <a:ext uri="{FF2B5EF4-FFF2-40B4-BE49-F238E27FC236}">
                <a16:creationId xmlns:a16="http://schemas.microsoft.com/office/drawing/2014/main" id="{88D414D7-2463-694C-7FA7-41C21F4AFF85}"/>
              </a:ext>
            </a:extLst>
          </p:cNvPr>
          <p:cNvSpPr txBox="1"/>
          <p:nvPr/>
        </p:nvSpPr>
        <p:spPr>
          <a:xfrm>
            <a:off x="8162925" y="4627753"/>
            <a:ext cx="653631" cy="584775"/>
          </a:xfrm>
          <a:prstGeom prst="rect">
            <a:avLst/>
          </a:prstGeom>
          <a:solidFill>
            <a:schemeClr val="accent6">
              <a:lumMod val="20000"/>
              <a:lumOff val="80000"/>
            </a:schemeClr>
          </a:solidFill>
        </p:spPr>
        <p:txBody>
          <a:bodyPr wrap="square" rtlCol="0">
            <a:spAutoFit/>
          </a:bodyPr>
          <a:lstStyle/>
          <a:p>
            <a:pPr algn="ctr"/>
            <a:r>
              <a:rPr lang="el-GR" sz="3200" b="1" dirty="0"/>
              <a:t>Ψ</a:t>
            </a:r>
            <a:endParaRPr lang="en-US" sz="3200" b="1" dirty="0"/>
          </a:p>
        </p:txBody>
      </p:sp>
      <p:sp>
        <p:nvSpPr>
          <p:cNvPr id="3" name="Rectangle 2">
            <a:extLst>
              <a:ext uri="{FF2B5EF4-FFF2-40B4-BE49-F238E27FC236}">
                <a16:creationId xmlns:a16="http://schemas.microsoft.com/office/drawing/2014/main" id="{F40FC468-50E7-E008-ADA0-CDBB4AEC0C3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3135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2F6C8D-AFF2-3173-12B5-C0157F6E465B}"/>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260BBB-6A9C-1A74-1398-76F83A7E8896}"/>
              </a:ext>
            </a:extLst>
          </p:cNvPr>
          <p:cNvSpPr>
            <a:spLocks noGrp="1"/>
          </p:cNvSpPr>
          <p:nvPr>
            <p:ph type="title"/>
          </p:nvPr>
        </p:nvSpPr>
        <p:spPr>
          <a:xfrm>
            <a:off x="604838" y="311086"/>
            <a:ext cx="11168062" cy="1065278"/>
          </a:xfrm>
        </p:spPr>
        <p:txBody>
          <a:bodyPr/>
          <a:lstStyle/>
          <a:p>
            <a:r>
              <a:rPr lang="en-US" dirty="0" err="1"/>
              <a:t>Atropisomers</a:t>
            </a:r>
            <a:r>
              <a:rPr lang="en-US" dirty="0"/>
              <a:t> are conformationally locked molecules</a:t>
            </a:r>
          </a:p>
        </p:txBody>
      </p:sp>
      <p:sp>
        <p:nvSpPr>
          <p:cNvPr id="3" name="Content Placeholder 2">
            <a:extLst>
              <a:ext uri="{FF2B5EF4-FFF2-40B4-BE49-F238E27FC236}">
                <a16:creationId xmlns:a16="http://schemas.microsoft.com/office/drawing/2014/main" id="{56AF75A2-A385-5A1D-7AAE-FF26454DA74A}"/>
              </a:ext>
            </a:extLst>
          </p:cNvPr>
          <p:cNvSpPr>
            <a:spLocks noGrp="1"/>
          </p:cNvSpPr>
          <p:nvPr>
            <p:ph idx="1"/>
          </p:nvPr>
        </p:nvSpPr>
        <p:spPr>
          <a:xfrm>
            <a:off x="604838" y="1084521"/>
            <a:ext cx="11250464" cy="4967029"/>
          </a:xfrm>
        </p:spPr>
        <p:txBody>
          <a:bodyPr/>
          <a:lstStyle/>
          <a:p>
            <a:r>
              <a:rPr lang="en-US" dirty="0"/>
              <a:t>Stereoisomers due to hindered rotation</a:t>
            </a:r>
          </a:p>
          <a:p>
            <a:pPr lvl="2"/>
            <a:r>
              <a:rPr lang="en-GB" sz="2000" dirty="0"/>
              <a:t>Energy barrier to rotation about a single bond is so great as to allow isolation of single conformers</a:t>
            </a:r>
            <a:endParaRPr lang="en-US" dirty="0"/>
          </a:p>
        </p:txBody>
      </p:sp>
      <p:sp>
        <p:nvSpPr>
          <p:cNvPr id="5" name="Slide Number Placeholder 4">
            <a:extLst>
              <a:ext uri="{FF2B5EF4-FFF2-40B4-BE49-F238E27FC236}">
                <a16:creationId xmlns:a16="http://schemas.microsoft.com/office/drawing/2014/main" id="{59A88BBA-D048-1E70-D8D8-1B3B1006496E}"/>
              </a:ext>
            </a:extLst>
          </p:cNvPr>
          <p:cNvSpPr>
            <a:spLocks noGrp="1"/>
          </p:cNvSpPr>
          <p:nvPr>
            <p:ph type="sldNum" sz="quarter" idx="12"/>
          </p:nvPr>
        </p:nvSpPr>
        <p:spPr/>
        <p:txBody>
          <a:bodyPr/>
          <a:lstStyle/>
          <a:p>
            <a:fld id="{03CB0E19-F4C8-4F98-96D2-CE1ECDE59975}" type="slidenum">
              <a:rPr lang="en-GB" smtClean="0"/>
              <a:t>6</a:t>
            </a:fld>
            <a:endParaRPr lang="en-GB"/>
          </a:p>
        </p:txBody>
      </p:sp>
      <p:pic>
        <p:nvPicPr>
          <p:cNvPr id="7" name="Picture 2" descr="image">
            <a:extLst>
              <a:ext uri="{FF2B5EF4-FFF2-40B4-BE49-F238E27FC236}">
                <a16:creationId xmlns:a16="http://schemas.microsoft.com/office/drawing/2014/main" id="{055E64CF-74A3-DCC8-32ED-BA819B560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2277395"/>
            <a:ext cx="6476998" cy="31089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a:extLst>
              <a:ext uri="{FF2B5EF4-FFF2-40B4-BE49-F238E27FC236}">
                <a16:creationId xmlns:a16="http://schemas.microsoft.com/office/drawing/2014/main" id="{534F804A-F801-0C7E-3B48-57AD5595D7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8165" y="2643155"/>
            <a:ext cx="4717137" cy="237744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6643934-8640-F777-0E0B-1D1616A0C74A}"/>
              </a:ext>
            </a:extLst>
          </p:cNvPr>
          <p:cNvSpPr txBox="1"/>
          <p:nvPr/>
        </p:nvSpPr>
        <p:spPr>
          <a:xfrm>
            <a:off x="3989697" y="6368034"/>
            <a:ext cx="7318029" cy="261610"/>
          </a:xfrm>
          <a:prstGeom prst="rect">
            <a:avLst/>
          </a:prstGeom>
          <a:noFill/>
        </p:spPr>
        <p:txBody>
          <a:bodyPr wrap="none" rtlCol="0">
            <a:spAutoFit/>
          </a:bodyPr>
          <a:lstStyle/>
          <a:p>
            <a:r>
              <a:rPr lang="en-US" sz="1100" dirty="0">
                <a:hlinkClick r:id="rId4"/>
              </a:rPr>
              <a:t>Revealing </a:t>
            </a:r>
            <a:r>
              <a:rPr lang="en-US" sz="1100" dirty="0" err="1">
                <a:hlinkClick r:id="rId4"/>
              </a:rPr>
              <a:t>Atropisomer</a:t>
            </a:r>
            <a:r>
              <a:rPr lang="en-US" sz="1100" dirty="0">
                <a:hlinkClick r:id="rId4"/>
              </a:rPr>
              <a:t> Axial Chirality in Drug Discovery - LaPlante - 2011 - </a:t>
            </a:r>
            <a:r>
              <a:rPr lang="en-US" sz="1100" dirty="0" err="1">
                <a:hlinkClick r:id="rId4"/>
              </a:rPr>
              <a:t>ChemMedChem</a:t>
            </a:r>
            <a:r>
              <a:rPr lang="en-US" sz="1100" dirty="0">
                <a:hlinkClick r:id="rId4"/>
              </a:rPr>
              <a:t> - Wiley Online Library</a:t>
            </a:r>
            <a:endParaRPr lang="en-US" sz="1100" dirty="0"/>
          </a:p>
        </p:txBody>
      </p:sp>
    </p:spTree>
    <p:extLst>
      <p:ext uri="{BB962C8B-B14F-4D97-AF65-F5344CB8AC3E}">
        <p14:creationId xmlns:p14="http://schemas.microsoft.com/office/powerpoint/2010/main" val="2305566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4BCDEA-96D6-A57C-BC4B-4F95FC9244C3}"/>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Predicting </a:t>
            </a:r>
            <a:r>
              <a:rPr lang="en-US" dirty="0" err="1"/>
              <a:t>atropisomers</a:t>
            </a:r>
            <a:r>
              <a:rPr lang="en-US" dirty="0"/>
              <a:t> with quantum mechanics</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7</a:t>
            </a:fld>
            <a:endParaRPr lang="en-GB"/>
          </a:p>
        </p:txBody>
      </p:sp>
      <p:pic>
        <p:nvPicPr>
          <p:cNvPr id="7" name="Picture 6">
            <a:extLst>
              <a:ext uri="{FF2B5EF4-FFF2-40B4-BE49-F238E27FC236}">
                <a16:creationId xmlns:a16="http://schemas.microsoft.com/office/drawing/2014/main" id="{F7903273-02C5-C398-8AAB-69549CC10023}"/>
              </a:ext>
            </a:extLst>
          </p:cNvPr>
          <p:cNvPicPr>
            <a:picLocks noChangeAspect="1"/>
          </p:cNvPicPr>
          <p:nvPr/>
        </p:nvPicPr>
        <p:blipFill rotWithShape="1">
          <a:blip r:embed="rId2">
            <a:extLst>
              <a:ext uri="{28A0092B-C50C-407E-A947-70E740481C1C}">
                <a14:useLocalDpi xmlns:a14="http://schemas.microsoft.com/office/drawing/2010/main" val="0"/>
              </a:ext>
            </a:extLst>
          </a:blip>
          <a:srcRect l="2891" t="11481" r="15451" b="5556"/>
          <a:stretch/>
        </p:blipFill>
        <p:spPr>
          <a:xfrm>
            <a:off x="1657802" y="2216259"/>
            <a:ext cx="4967153" cy="3566160"/>
          </a:xfrm>
          <a:prstGeom prst="rect">
            <a:avLst/>
          </a:prstGeom>
        </p:spPr>
      </p:pic>
      <p:sp>
        <p:nvSpPr>
          <p:cNvPr id="10" name="TextBox 9">
            <a:extLst>
              <a:ext uri="{FF2B5EF4-FFF2-40B4-BE49-F238E27FC236}">
                <a16:creationId xmlns:a16="http://schemas.microsoft.com/office/drawing/2014/main" id="{FC9C6B66-619F-9446-CD74-ED4B9660171E}"/>
              </a:ext>
            </a:extLst>
          </p:cNvPr>
          <p:cNvSpPr txBox="1"/>
          <p:nvPr/>
        </p:nvSpPr>
        <p:spPr>
          <a:xfrm>
            <a:off x="4694445" y="2442880"/>
            <a:ext cx="1143000" cy="307777"/>
          </a:xfrm>
          <a:prstGeom prst="rect">
            <a:avLst/>
          </a:prstGeom>
          <a:noFill/>
          <a:ln w="19050">
            <a:solidFill>
              <a:schemeClr val="tx1"/>
            </a:solidFill>
          </a:ln>
        </p:spPr>
        <p:txBody>
          <a:bodyPr wrap="square" rtlCol="0">
            <a:spAutoFit/>
          </a:bodyPr>
          <a:lstStyle/>
          <a:p>
            <a:r>
              <a:rPr lang="en-US" sz="1400" i="1" dirty="0"/>
              <a:t>Peak1</a:t>
            </a:r>
            <a:r>
              <a:rPr lang="en-US" sz="1400" dirty="0"/>
              <a:t>: </a:t>
            </a:r>
            <a:r>
              <a:rPr lang="en-US" sz="1400" b="1" dirty="0"/>
              <a:t>38.8</a:t>
            </a:r>
            <a:endParaRPr lang="en-US" sz="1400" dirty="0"/>
          </a:p>
        </p:txBody>
      </p:sp>
      <p:sp>
        <p:nvSpPr>
          <p:cNvPr id="11" name="TextBox 10">
            <a:extLst>
              <a:ext uri="{FF2B5EF4-FFF2-40B4-BE49-F238E27FC236}">
                <a16:creationId xmlns:a16="http://schemas.microsoft.com/office/drawing/2014/main" id="{418C83A0-70A7-B28A-40E3-2425CC762CFC}"/>
              </a:ext>
            </a:extLst>
          </p:cNvPr>
          <p:cNvSpPr txBox="1"/>
          <p:nvPr/>
        </p:nvSpPr>
        <p:spPr>
          <a:xfrm>
            <a:off x="2301937" y="2932932"/>
            <a:ext cx="1143000" cy="307777"/>
          </a:xfrm>
          <a:prstGeom prst="rect">
            <a:avLst/>
          </a:prstGeom>
          <a:noFill/>
          <a:ln w="19050">
            <a:solidFill>
              <a:schemeClr val="tx1"/>
            </a:solidFill>
          </a:ln>
        </p:spPr>
        <p:txBody>
          <a:bodyPr wrap="square" rtlCol="0">
            <a:spAutoFit/>
          </a:bodyPr>
          <a:lstStyle/>
          <a:p>
            <a:r>
              <a:rPr lang="en-US" sz="1400" i="1" dirty="0"/>
              <a:t>Peak2</a:t>
            </a:r>
            <a:r>
              <a:rPr lang="en-US" sz="1400" dirty="0"/>
              <a:t>: </a:t>
            </a:r>
            <a:r>
              <a:rPr lang="en-US" sz="1400" b="1" dirty="0"/>
              <a:t>27</a:t>
            </a:r>
            <a:endParaRPr lang="en-US" sz="1400" dirty="0"/>
          </a:p>
        </p:txBody>
      </p:sp>
      <p:sp>
        <p:nvSpPr>
          <p:cNvPr id="12" name="TextBox 11">
            <a:extLst>
              <a:ext uri="{FF2B5EF4-FFF2-40B4-BE49-F238E27FC236}">
                <a16:creationId xmlns:a16="http://schemas.microsoft.com/office/drawing/2014/main" id="{6C6DFEF8-368D-B0E8-75F8-ADE4B0CDE273}"/>
              </a:ext>
            </a:extLst>
          </p:cNvPr>
          <p:cNvSpPr txBox="1"/>
          <p:nvPr/>
        </p:nvSpPr>
        <p:spPr>
          <a:xfrm>
            <a:off x="8019593" y="1392359"/>
            <a:ext cx="4083169" cy="2031325"/>
          </a:xfrm>
          <a:prstGeom prst="rect">
            <a:avLst/>
          </a:prstGeom>
          <a:solidFill>
            <a:schemeClr val="accent6">
              <a:lumMod val="20000"/>
              <a:lumOff val="80000"/>
            </a:schemeClr>
          </a:solidFill>
        </p:spPr>
        <p:txBody>
          <a:bodyPr wrap="none" rtlCol="0">
            <a:spAutoFit/>
          </a:bodyPr>
          <a:lstStyle/>
          <a:p>
            <a:r>
              <a:rPr lang="en-US" dirty="0"/>
              <a:t>Barrier to interconversion: </a:t>
            </a:r>
            <a:r>
              <a:rPr lang="en-US" b="1" dirty="0"/>
              <a:t>27</a:t>
            </a:r>
            <a:r>
              <a:rPr lang="en-US" dirty="0"/>
              <a:t> kcal/</a:t>
            </a:r>
            <a:r>
              <a:rPr lang="en-US" dirty="0" err="1"/>
              <a:t>mol</a:t>
            </a:r>
            <a:endParaRPr lang="en-US" dirty="0"/>
          </a:p>
          <a:p>
            <a:endParaRPr lang="en-US" dirty="0"/>
          </a:p>
          <a:p>
            <a:r>
              <a:rPr lang="en-US" u="sng" dirty="0" err="1"/>
              <a:t>Atropisomer</a:t>
            </a:r>
            <a:r>
              <a:rPr lang="en-US" u="sng" dirty="0"/>
              <a:t> class </a:t>
            </a:r>
          </a:p>
          <a:p>
            <a:endParaRPr lang="en-US" dirty="0"/>
          </a:p>
          <a:p>
            <a:pPr lvl="1"/>
            <a:r>
              <a:rPr lang="en-US" dirty="0"/>
              <a:t>Locked (&gt;30 kcal/</a:t>
            </a:r>
            <a:r>
              <a:rPr lang="en-US" dirty="0" err="1"/>
              <a:t>mol</a:t>
            </a:r>
            <a:r>
              <a:rPr lang="en-US" dirty="0"/>
              <a:t>)</a:t>
            </a:r>
          </a:p>
          <a:p>
            <a:pPr lvl="1"/>
            <a:r>
              <a:rPr lang="en-US" dirty="0"/>
              <a:t>Interconversion (20 - 30 kcal/</a:t>
            </a:r>
            <a:r>
              <a:rPr lang="en-US" dirty="0" err="1"/>
              <a:t>mol</a:t>
            </a:r>
            <a:r>
              <a:rPr lang="en-US" dirty="0"/>
              <a:t>)</a:t>
            </a:r>
          </a:p>
          <a:p>
            <a:pPr lvl="1"/>
            <a:r>
              <a:rPr lang="en-US" dirty="0"/>
              <a:t>Free rotation (&lt;20 kcal/</a:t>
            </a:r>
            <a:r>
              <a:rPr lang="en-US" dirty="0" err="1"/>
              <a:t>mol</a:t>
            </a:r>
            <a:r>
              <a:rPr lang="en-US" dirty="0"/>
              <a:t>)</a:t>
            </a:r>
          </a:p>
        </p:txBody>
      </p:sp>
      <p:sp>
        <p:nvSpPr>
          <p:cNvPr id="13" name="Right Arrow 22">
            <a:extLst>
              <a:ext uri="{FF2B5EF4-FFF2-40B4-BE49-F238E27FC236}">
                <a16:creationId xmlns:a16="http://schemas.microsoft.com/office/drawing/2014/main" id="{68069056-3E40-81BD-C7A7-EC38EEE4ADB5}"/>
              </a:ext>
            </a:extLst>
          </p:cNvPr>
          <p:cNvSpPr/>
          <p:nvPr/>
        </p:nvSpPr>
        <p:spPr>
          <a:xfrm>
            <a:off x="8058005" y="2802164"/>
            <a:ext cx="457200" cy="3048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14" name="TextBox 13">
            <a:extLst>
              <a:ext uri="{FF2B5EF4-FFF2-40B4-BE49-F238E27FC236}">
                <a16:creationId xmlns:a16="http://schemas.microsoft.com/office/drawing/2014/main" id="{C2308B10-F1D5-26F7-8F3A-3B1F2753250C}"/>
              </a:ext>
            </a:extLst>
          </p:cNvPr>
          <p:cNvSpPr txBox="1"/>
          <p:nvPr/>
        </p:nvSpPr>
        <p:spPr>
          <a:xfrm>
            <a:off x="3891378" y="6198757"/>
            <a:ext cx="7538622" cy="430887"/>
          </a:xfrm>
          <a:prstGeom prst="rect">
            <a:avLst/>
          </a:prstGeom>
          <a:noFill/>
        </p:spPr>
        <p:txBody>
          <a:bodyPr wrap="square" rtlCol="0">
            <a:spAutoFit/>
          </a:bodyPr>
          <a:lstStyle/>
          <a:p>
            <a:r>
              <a:rPr lang="en-US" sz="1100" dirty="0">
                <a:hlinkClick r:id="rId3"/>
              </a:rPr>
              <a:t>A consistent and accurate ab initio parametrization of density functional dispersion correction (DFT-D) for the 94 elements H-Pu | The Journal of Chemical Physics | AIP Publishing</a:t>
            </a:r>
            <a:endParaRPr lang="en-US" sz="1100" dirty="0"/>
          </a:p>
        </p:txBody>
      </p:sp>
      <p:graphicFrame>
        <p:nvGraphicFramePr>
          <p:cNvPr id="27" name="Object 26">
            <a:extLst>
              <a:ext uri="{FF2B5EF4-FFF2-40B4-BE49-F238E27FC236}">
                <a16:creationId xmlns:a16="http://schemas.microsoft.com/office/drawing/2014/main" id="{F52E9AD1-C101-B78C-D6D2-003AF0FB8468}"/>
              </a:ext>
            </a:extLst>
          </p:cNvPr>
          <p:cNvGraphicFramePr>
            <a:graphicFrameLocks noChangeAspect="1"/>
          </p:cNvGraphicFramePr>
          <p:nvPr>
            <p:extLst>
              <p:ext uri="{D42A27DB-BD31-4B8C-83A1-F6EECF244321}">
                <p14:modId xmlns:p14="http://schemas.microsoft.com/office/powerpoint/2010/main" val="3470329012"/>
              </p:ext>
            </p:extLst>
          </p:nvPr>
        </p:nvGraphicFramePr>
        <p:xfrm>
          <a:off x="572723" y="3423684"/>
          <a:ext cx="397843" cy="425540"/>
        </p:xfrm>
        <a:graphic>
          <a:graphicData uri="http://schemas.openxmlformats.org/presentationml/2006/ole">
            <mc:AlternateContent xmlns:mc="http://schemas.openxmlformats.org/markup-compatibility/2006">
              <mc:Choice xmlns:v="urn:schemas-microsoft-com:vml" Requires="v">
                <p:oleObj name="CS ChemDraw 64-bit Drawing" r:id="rId4" imgW="251107" imgH="267916" progId="ChemDraw_x64.Document.6.0">
                  <p:embed/>
                </p:oleObj>
              </mc:Choice>
              <mc:Fallback>
                <p:oleObj name="CS ChemDraw 64-bit Drawing" r:id="rId4" imgW="251107" imgH="267916" progId="ChemDraw_x64.Document.6.0">
                  <p:embed/>
                  <p:pic>
                    <p:nvPicPr>
                      <p:cNvPr id="27" name="Object 26">
                        <a:extLst>
                          <a:ext uri="{FF2B5EF4-FFF2-40B4-BE49-F238E27FC236}">
                            <a16:creationId xmlns:a16="http://schemas.microsoft.com/office/drawing/2014/main" id="{F52E9AD1-C101-B78C-D6D2-003AF0FB8468}"/>
                          </a:ext>
                        </a:extLst>
                      </p:cNvPr>
                      <p:cNvPicPr/>
                      <p:nvPr/>
                    </p:nvPicPr>
                    <p:blipFill>
                      <a:blip r:embed="rId5"/>
                      <a:stretch>
                        <a:fillRect/>
                      </a:stretch>
                    </p:blipFill>
                    <p:spPr>
                      <a:xfrm>
                        <a:off x="572723" y="3423684"/>
                        <a:ext cx="397843" cy="425540"/>
                      </a:xfrm>
                      <a:prstGeom prst="rect">
                        <a:avLst/>
                      </a:prstGeom>
                    </p:spPr>
                  </p:pic>
                </p:oleObj>
              </mc:Fallback>
            </mc:AlternateContent>
          </a:graphicData>
        </a:graphic>
      </p:graphicFrame>
      <p:sp>
        <p:nvSpPr>
          <p:cNvPr id="4" name="Content Placeholder 2">
            <a:extLst>
              <a:ext uri="{FF2B5EF4-FFF2-40B4-BE49-F238E27FC236}">
                <a16:creationId xmlns:a16="http://schemas.microsoft.com/office/drawing/2014/main" id="{92D72614-CD09-BF2D-B0E8-B89C8E02CE70}"/>
              </a:ext>
            </a:extLst>
          </p:cNvPr>
          <p:cNvSpPr txBox="1">
            <a:spLocks/>
          </p:cNvSpPr>
          <p:nvPr/>
        </p:nvSpPr>
        <p:spPr>
          <a:xfrm>
            <a:off x="604838" y="1084521"/>
            <a:ext cx="11168062" cy="4967029"/>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000" dirty="0"/>
              <a:t>Quantum mechanical torsion scans (Gaussian09)</a:t>
            </a:r>
          </a:p>
          <a:p>
            <a:pPr lvl="2"/>
            <a:r>
              <a:rPr lang="en-US" dirty="0"/>
              <a:t>B3LYP/6-31G*  </a:t>
            </a:r>
            <a:r>
              <a:rPr lang="en-US" dirty="0" err="1"/>
              <a:t>EmpiricalDispersion</a:t>
            </a:r>
            <a:r>
              <a:rPr lang="en-US" dirty="0"/>
              <a:t>=GD3</a:t>
            </a:r>
          </a:p>
        </p:txBody>
      </p:sp>
      <p:graphicFrame>
        <p:nvGraphicFramePr>
          <p:cNvPr id="19" name="Object 18">
            <a:extLst>
              <a:ext uri="{FF2B5EF4-FFF2-40B4-BE49-F238E27FC236}">
                <a16:creationId xmlns:a16="http://schemas.microsoft.com/office/drawing/2014/main" id="{AD14A0E0-78E2-E778-BF13-4938CCB94778}"/>
              </a:ext>
            </a:extLst>
          </p:cNvPr>
          <p:cNvGraphicFramePr>
            <a:graphicFrameLocks noChangeAspect="1"/>
          </p:cNvGraphicFramePr>
          <p:nvPr>
            <p:extLst>
              <p:ext uri="{D42A27DB-BD31-4B8C-83A1-F6EECF244321}">
                <p14:modId xmlns:p14="http://schemas.microsoft.com/office/powerpoint/2010/main" val="3564090634"/>
              </p:ext>
            </p:extLst>
          </p:nvPr>
        </p:nvGraphicFramePr>
        <p:xfrm>
          <a:off x="323411" y="4251119"/>
          <a:ext cx="305973" cy="495755"/>
        </p:xfrm>
        <a:graphic>
          <a:graphicData uri="http://schemas.openxmlformats.org/presentationml/2006/ole">
            <mc:AlternateContent xmlns:mc="http://schemas.openxmlformats.org/markup-compatibility/2006">
              <mc:Choice xmlns:v="urn:schemas-microsoft-com:vml" Requires="v">
                <p:oleObj name="CS ChemDraw 64-bit Drawing" r:id="rId6" imgW="251107" imgH="406535" progId="ChemDraw_x64.Document.6.0">
                  <p:embed/>
                </p:oleObj>
              </mc:Choice>
              <mc:Fallback>
                <p:oleObj name="CS ChemDraw 64-bit Drawing" r:id="rId6" imgW="251107" imgH="406535" progId="ChemDraw_x64.Document.6.0">
                  <p:embed/>
                  <p:pic>
                    <p:nvPicPr>
                      <p:cNvPr id="19" name="Object 18">
                        <a:extLst>
                          <a:ext uri="{FF2B5EF4-FFF2-40B4-BE49-F238E27FC236}">
                            <a16:creationId xmlns:a16="http://schemas.microsoft.com/office/drawing/2014/main" id="{AD14A0E0-78E2-E778-BF13-4938CCB94778}"/>
                          </a:ext>
                        </a:extLst>
                      </p:cNvPr>
                      <p:cNvPicPr/>
                      <p:nvPr/>
                    </p:nvPicPr>
                    <p:blipFill>
                      <a:blip r:embed="rId7"/>
                      <a:stretch>
                        <a:fillRect/>
                      </a:stretch>
                    </p:blipFill>
                    <p:spPr>
                      <a:xfrm>
                        <a:off x="323411" y="4251119"/>
                        <a:ext cx="305973" cy="495755"/>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0662A934-199B-0417-D359-A8B45AD490E0}"/>
              </a:ext>
            </a:extLst>
          </p:cNvPr>
          <p:cNvGraphicFramePr>
            <a:graphicFrameLocks noChangeAspect="1"/>
          </p:cNvGraphicFramePr>
          <p:nvPr>
            <p:extLst>
              <p:ext uri="{D42A27DB-BD31-4B8C-83A1-F6EECF244321}">
                <p14:modId xmlns:p14="http://schemas.microsoft.com/office/powerpoint/2010/main" val="3469114033"/>
              </p:ext>
            </p:extLst>
          </p:nvPr>
        </p:nvGraphicFramePr>
        <p:xfrm>
          <a:off x="511004" y="4583856"/>
          <a:ext cx="459562" cy="305585"/>
        </p:xfrm>
        <a:graphic>
          <a:graphicData uri="http://schemas.openxmlformats.org/presentationml/2006/ole">
            <mc:AlternateContent xmlns:mc="http://schemas.openxmlformats.org/markup-compatibility/2006">
              <mc:Choice xmlns:v="urn:schemas-microsoft-com:vml" Requires="v">
                <p:oleObj name="CS ChemDraw 64-bit Drawing" r:id="rId8" imgW="307626" imgH="205497" progId="ChemDraw_x64.Document.6.0">
                  <p:embed/>
                </p:oleObj>
              </mc:Choice>
              <mc:Fallback>
                <p:oleObj name="CS ChemDraw 64-bit Drawing" r:id="rId8" imgW="307626" imgH="205497" progId="ChemDraw_x64.Document.6.0">
                  <p:embed/>
                  <p:pic>
                    <p:nvPicPr>
                      <p:cNvPr id="21" name="Object 20">
                        <a:extLst>
                          <a:ext uri="{FF2B5EF4-FFF2-40B4-BE49-F238E27FC236}">
                            <a16:creationId xmlns:a16="http://schemas.microsoft.com/office/drawing/2014/main" id="{0662A934-199B-0417-D359-A8B45AD490E0}"/>
                          </a:ext>
                        </a:extLst>
                      </p:cNvPr>
                      <p:cNvPicPr/>
                      <p:nvPr/>
                    </p:nvPicPr>
                    <p:blipFill>
                      <a:blip r:embed="rId9"/>
                      <a:stretch>
                        <a:fillRect/>
                      </a:stretch>
                    </p:blipFill>
                    <p:spPr>
                      <a:xfrm>
                        <a:off x="511004" y="4583856"/>
                        <a:ext cx="459562" cy="305585"/>
                      </a:xfrm>
                      <a:prstGeom prst="rect">
                        <a:avLst/>
                      </a:prstGeom>
                    </p:spPr>
                  </p:pic>
                </p:oleObj>
              </mc:Fallback>
            </mc:AlternateContent>
          </a:graphicData>
        </a:graphic>
      </p:graphicFrame>
      <p:sp>
        <p:nvSpPr>
          <p:cNvPr id="16" name="Rectangle: Rounded Corners 15">
            <a:extLst>
              <a:ext uri="{FF2B5EF4-FFF2-40B4-BE49-F238E27FC236}">
                <a16:creationId xmlns:a16="http://schemas.microsoft.com/office/drawing/2014/main" id="{6CAB36BC-4EAE-4387-30B9-90450026187D}"/>
              </a:ext>
            </a:extLst>
          </p:cNvPr>
          <p:cNvSpPr/>
          <p:nvPr/>
        </p:nvSpPr>
        <p:spPr>
          <a:xfrm>
            <a:off x="877074" y="3754418"/>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27F1D69-799C-6BB4-8828-C88DEC5983B4}"/>
              </a:ext>
            </a:extLst>
          </p:cNvPr>
          <p:cNvSpPr/>
          <p:nvPr/>
        </p:nvSpPr>
        <p:spPr>
          <a:xfrm>
            <a:off x="336104" y="3804194"/>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Object 22">
            <a:extLst>
              <a:ext uri="{FF2B5EF4-FFF2-40B4-BE49-F238E27FC236}">
                <a16:creationId xmlns:a16="http://schemas.microsoft.com/office/drawing/2014/main" id="{B94FF555-D00A-C8AE-30C1-D3AC0B00A491}"/>
              </a:ext>
            </a:extLst>
          </p:cNvPr>
          <p:cNvGraphicFramePr>
            <a:graphicFrameLocks noChangeAspect="1"/>
          </p:cNvGraphicFramePr>
          <p:nvPr>
            <p:extLst>
              <p:ext uri="{D42A27DB-BD31-4B8C-83A1-F6EECF244321}">
                <p14:modId xmlns:p14="http://schemas.microsoft.com/office/powerpoint/2010/main" val="439371813"/>
              </p:ext>
            </p:extLst>
          </p:nvPr>
        </p:nvGraphicFramePr>
        <p:xfrm>
          <a:off x="6999029" y="4251119"/>
          <a:ext cx="305973" cy="495755"/>
        </p:xfrm>
        <a:graphic>
          <a:graphicData uri="http://schemas.openxmlformats.org/presentationml/2006/ole">
            <mc:AlternateContent xmlns:mc="http://schemas.openxmlformats.org/markup-compatibility/2006">
              <mc:Choice xmlns:v="urn:schemas-microsoft-com:vml" Requires="v">
                <p:oleObj name="CS ChemDraw 64-bit Drawing" r:id="rId10" imgW="251107" imgH="406535" progId="ChemDraw_x64.Document.6.0">
                  <p:embed/>
                </p:oleObj>
              </mc:Choice>
              <mc:Fallback>
                <p:oleObj name="CS ChemDraw 64-bit Drawing" r:id="rId10" imgW="251107" imgH="406535" progId="ChemDraw_x64.Document.6.0">
                  <p:embed/>
                  <p:pic>
                    <p:nvPicPr>
                      <p:cNvPr id="23" name="Object 22">
                        <a:extLst>
                          <a:ext uri="{FF2B5EF4-FFF2-40B4-BE49-F238E27FC236}">
                            <a16:creationId xmlns:a16="http://schemas.microsoft.com/office/drawing/2014/main" id="{B94FF555-D00A-C8AE-30C1-D3AC0B00A491}"/>
                          </a:ext>
                        </a:extLst>
                      </p:cNvPr>
                      <p:cNvPicPr/>
                      <p:nvPr/>
                    </p:nvPicPr>
                    <p:blipFill>
                      <a:blip r:embed="rId7"/>
                      <a:stretch>
                        <a:fillRect/>
                      </a:stretch>
                    </p:blipFill>
                    <p:spPr>
                      <a:xfrm>
                        <a:off x="6999029" y="4251119"/>
                        <a:ext cx="305973" cy="495755"/>
                      </a:xfrm>
                      <a:prstGeom prst="rect">
                        <a:avLst/>
                      </a:prstGeom>
                    </p:spPr>
                  </p:pic>
                </p:oleObj>
              </mc:Fallback>
            </mc:AlternateContent>
          </a:graphicData>
        </a:graphic>
      </p:graphicFrame>
      <p:sp>
        <p:nvSpPr>
          <p:cNvPr id="28" name="Oval 27">
            <a:extLst>
              <a:ext uri="{FF2B5EF4-FFF2-40B4-BE49-F238E27FC236}">
                <a16:creationId xmlns:a16="http://schemas.microsoft.com/office/drawing/2014/main" id="{E1E71ECC-0E94-B4B1-B4CA-4861CBD710B9}"/>
              </a:ext>
            </a:extLst>
          </p:cNvPr>
          <p:cNvSpPr/>
          <p:nvPr/>
        </p:nvSpPr>
        <p:spPr>
          <a:xfrm>
            <a:off x="7011722" y="3804194"/>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9" name="Object 28">
            <a:extLst>
              <a:ext uri="{FF2B5EF4-FFF2-40B4-BE49-F238E27FC236}">
                <a16:creationId xmlns:a16="http://schemas.microsoft.com/office/drawing/2014/main" id="{35D47E6D-735A-3DC0-B44F-BCB73BFDFCEA}"/>
              </a:ext>
            </a:extLst>
          </p:cNvPr>
          <p:cNvGraphicFramePr>
            <a:graphicFrameLocks noChangeAspect="1"/>
          </p:cNvGraphicFramePr>
          <p:nvPr>
            <p:extLst>
              <p:ext uri="{D42A27DB-BD31-4B8C-83A1-F6EECF244321}">
                <p14:modId xmlns:p14="http://schemas.microsoft.com/office/powerpoint/2010/main" val="2402174131"/>
              </p:ext>
            </p:extLst>
          </p:nvPr>
        </p:nvGraphicFramePr>
        <p:xfrm>
          <a:off x="7256879" y="3465445"/>
          <a:ext cx="371376" cy="395033"/>
        </p:xfrm>
        <a:graphic>
          <a:graphicData uri="http://schemas.openxmlformats.org/presentationml/2006/ole">
            <mc:AlternateContent xmlns:mc="http://schemas.openxmlformats.org/markup-compatibility/2006">
              <mc:Choice xmlns:v="urn:schemas-microsoft-com:vml" Requires="v">
                <p:oleObj name="CS ChemDraw 64-bit Drawing" r:id="rId11" imgW="249492" imgH="265079" progId="ChemDraw_x64.Document.6.0">
                  <p:embed/>
                </p:oleObj>
              </mc:Choice>
              <mc:Fallback>
                <p:oleObj name="CS ChemDraw 64-bit Drawing" r:id="rId11" imgW="249492" imgH="265079" progId="ChemDraw_x64.Document.6.0">
                  <p:embed/>
                  <p:pic>
                    <p:nvPicPr>
                      <p:cNvPr id="29" name="Object 28">
                        <a:extLst>
                          <a:ext uri="{FF2B5EF4-FFF2-40B4-BE49-F238E27FC236}">
                            <a16:creationId xmlns:a16="http://schemas.microsoft.com/office/drawing/2014/main" id="{35D47E6D-735A-3DC0-B44F-BCB73BFDFCEA}"/>
                          </a:ext>
                        </a:extLst>
                      </p:cNvPr>
                      <p:cNvPicPr/>
                      <p:nvPr/>
                    </p:nvPicPr>
                    <p:blipFill>
                      <a:blip r:embed="rId12"/>
                      <a:stretch>
                        <a:fillRect/>
                      </a:stretch>
                    </p:blipFill>
                    <p:spPr>
                      <a:xfrm>
                        <a:off x="7256879" y="3465445"/>
                        <a:ext cx="371376" cy="395033"/>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85C013A-12B6-B045-7E36-6F32226FD781}"/>
              </a:ext>
            </a:extLst>
          </p:cNvPr>
          <p:cNvGraphicFramePr>
            <a:graphicFrameLocks noChangeAspect="1"/>
          </p:cNvGraphicFramePr>
          <p:nvPr>
            <p:extLst>
              <p:ext uri="{D42A27DB-BD31-4B8C-83A1-F6EECF244321}">
                <p14:modId xmlns:p14="http://schemas.microsoft.com/office/powerpoint/2010/main" val="2145876995"/>
              </p:ext>
            </p:extLst>
          </p:nvPr>
        </p:nvGraphicFramePr>
        <p:xfrm>
          <a:off x="7211813" y="4555086"/>
          <a:ext cx="434068" cy="288632"/>
        </p:xfrm>
        <a:graphic>
          <a:graphicData uri="http://schemas.openxmlformats.org/presentationml/2006/ole">
            <mc:AlternateContent xmlns:mc="http://schemas.openxmlformats.org/markup-compatibility/2006">
              <mc:Choice xmlns:v="urn:schemas-microsoft-com:vml" Requires="v">
                <p:oleObj name="CS ChemDraw 64-bit Drawing" r:id="rId13" imgW="307626" imgH="205497" progId="ChemDraw_x64.Document.6.0">
                  <p:embed/>
                </p:oleObj>
              </mc:Choice>
              <mc:Fallback>
                <p:oleObj name="CS ChemDraw 64-bit Drawing" r:id="rId13" imgW="307626" imgH="205497" progId="ChemDraw_x64.Document.6.0">
                  <p:embed/>
                  <p:pic>
                    <p:nvPicPr>
                      <p:cNvPr id="30" name="Object 29">
                        <a:extLst>
                          <a:ext uri="{FF2B5EF4-FFF2-40B4-BE49-F238E27FC236}">
                            <a16:creationId xmlns:a16="http://schemas.microsoft.com/office/drawing/2014/main" id="{F85C013A-12B6-B045-7E36-6F32226FD781}"/>
                          </a:ext>
                        </a:extLst>
                      </p:cNvPr>
                      <p:cNvPicPr/>
                      <p:nvPr/>
                    </p:nvPicPr>
                    <p:blipFill>
                      <a:blip r:embed="rId14"/>
                      <a:stretch>
                        <a:fillRect/>
                      </a:stretch>
                    </p:blipFill>
                    <p:spPr>
                      <a:xfrm>
                        <a:off x="7211813" y="4555086"/>
                        <a:ext cx="434068" cy="288632"/>
                      </a:xfrm>
                      <a:prstGeom prst="rect">
                        <a:avLst/>
                      </a:prstGeom>
                    </p:spPr>
                  </p:pic>
                </p:oleObj>
              </mc:Fallback>
            </mc:AlternateContent>
          </a:graphicData>
        </a:graphic>
      </p:graphicFrame>
      <p:sp>
        <p:nvSpPr>
          <p:cNvPr id="25" name="Rectangle: Rounded Corners 24">
            <a:extLst>
              <a:ext uri="{FF2B5EF4-FFF2-40B4-BE49-F238E27FC236}">
                <a16:creationId xmlns:a16="http://schemas.microsoft.com/office/drawing/2014/main" id="{C735A8F9-80E1-43CC-F0FB-7814EED475A5}"/>
              </a:ext>
            </a:extLst>
          </p:cNvPr>
          <p:cNvSpPr/>
          <p:nvPr/>
        </p:nvSpPr>
        <p:spPr>
          <a:xfrm>
            <a:off x="7552692" y="3754418"/>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F53CD1E1-139C-06D6-9C92-1D9E2CC83ABA}"/>
              </a:ext>
            </a:extLst>
          </p:cNvPr>
          <p:cNvSpPr/>
          <p:nvPr/>
        </p:nvSpPr>
        <p:spPr>
          <a:xfrm rot="1072000">
            <a:off x="1569641" y="4919203"/>
            <a:ext cx="1099153" cy="2248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86C181EA-F893-53EA-D2DD-D3064D612342}"/>
              </a:ext>
            </a:extLst>
          </p:cNvPr>
          <p:cNvSpPr/>
          <p:nvPr/>
        </p:nvSpPr>
        <p:spPr>
          <a:xfrm rot="20528000" flipH="1">
            <a:off x="5869057" y="4988878"/>
            <a:ext cx="1099153" cy="2248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6568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B89D98-D2D1-0D74-C90B-6D2B315F9924}"/>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Predicting </a:t>
            </a:r>
            <a:r>
              <a:rPr lang="en-US" dirty="0" err="1"/>
              <a:t>atropisomers</a:t>
            </a:r>
            <a:r>
              <a:rPr lang="en-US" dirty="0"/>
              <a:t> with quantum mechanics</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8</a:t>
            </a:fld>
            <a:endParaRPr lang="en-GB"/>
          </a:p>
        </p:txBody>
      </p:sp>
      <p:sp>
        <p:nvSpPr>
          <p:cNvPr id="4" name="Content Placeholder 2">
            <a:extLst>
              <a:ext uri="{FF2B5EF4-FFF2-40B4-BE49-F238E27FC236}">
                <a16:creationId xmlns:a16="http://schemas.microsoft.com/office/drawing/2014/main" id="{92D72614-CD09-BF2D-B0E8-B89C8E02CE70}"/>
              </a:ext>
            </a:extLst>
          </p:cNvPr>
          <p:cNvSpPr txBox="1">
            <a:spLocks/>
          </p:cNvSpPr>
          <p:nvPr/>
        </p:nvSpPr>
        <p:spPr>
          <a:xfrm>
            <a:off x="604838" y="1084521"/>
            <a:ext cx="11168062" cy="4967029"/>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r>
              <a:rPr lang="en-US" sz="2000" dirty="0"/>
              <a:t>Good agreement with Variable Temperature NMR (VT-NMR)*</a:t>
            </a:r>
            <a:endParaRPr lang="en-US" dirty="0"/>
          </a:p>
        </p:txBody>
      </p:sp>
      <p:graphicFrame>
        <p:nvGraphicFramePr>
          <p:cNvPr id="17" name="Object 16">
            <a:extLst>
              <a:ext uri="{FF2B5EF4-FFF2-40B4-BE49-F238E27FC236}">
                <a16:creationId xmlns:a16="http://schemas.microsoft.com/office/drawing/2014/main" id="{09E8FEAD-99BF-D725-7C9D-92EA73B979A6}"/>
              </a:ext>
            </a:extLst>
          </p:cNvPr>
          <p:cNvGraphicFramePr>
            <a:graphicFrameLocks noChangeAspect="1"/>
          </p:cNvGraphicFramePr>
          <p:nvPr>
            <p:extLst>
              <p:ext uri="{D42A27DB-BD31-4B8C-83A1-F6EECF244321}">
                <p14:modId xmlns:p14="http://schemas.microsoft.com/office/powerpoint/2010/main" val="3939552495"/>
              </p:ext>
            </p:extLst>
          </p:nvPr>
        </p:nvGraphicFramePr>
        <p:xfrm>
          <a:off x="1933691" y="1510713"/>
          <a:ext cx="397843" cy="425540"/>
        </p:xfrm>
        <a:graphic>
          <a:graphicData uri="http://schemas.openxmlformats.org/presentationml/2006/ole">
            <mc:AlternateContent xmlns:mc="http://schemas.openxmlformats.org/markup-compatibility/2006">
              <mc:Choice xmlns:v="urn:schemas-microsoft-com:vml" Requires="v">
                <p:oleObj name="CS ChemDraw 64-bit Drawing" r:id="rId2" imgW="251107" imgH="267916" progId="ChemDraw_x64.Document.6.0">
                  <p:embed/>
                </p:oleObj>
              </mc:Choice>
              <mc:Fallback>
                <p:oleObj name="CS ChemDraw 64-bit Drawing" r:id="rId2" imgW="251107" imgH="267916" progId="ChemDraw_x64.Document.6.0">
                  <p:embed/>
                  <p:pic>
                    <p:nvPicPr>
                      <p:cNvPr id="17" name="Object 16">
                        <a:extLst>
                          <a:ext uri="{FF2B5EF4-FFF2-40B4-BE49-F238E27FC236}">
                            <a16:creationId xmlns:a16="http://schemas.microsoft.com/office/drawing/2014/main" id="{09E8FEAD-99BF-D725-7C9D-92EA73B979A6}"/>
                          </a:ext>
                        </a:extLst>
                      </p:cNvPr>
                      <p:cNvPicPr/>
                      <p:nvPr/>
                    </p:nvPicPr>
                    <p:blipFill>
                      <a:blip r:embed="rId3"/>
                      <a:stretch>
                        <a:fillRect/>
                      </a:stretch>
                    </p:blipFill>
                    <p:spPr>
                      <a:xfrm>
                        <a:off x="1933691" y="1510713"/>
                        <a:ext cx="397843" cy="425540"/>
                      </a:xfrm>
                      <a:prstGeom prst="rect">
                        <a:avLst/>
                      </a:prstGeom>
                    </p:spPr>
                  </p:pic>
                </p:oleObj>
              </mc:Fallback>
            </mc:AlternateContent>
          </a:graphicData>
        </a:graphic>
      </p:graphicFrame>
      <p:sp>
        <p:nvSpPr>
          <p:cNvPr id="22" name="Rectangle: Rounded Corners 21">
            <a:extLst>
              <a:ext uri="{FF2B5EF4-FFF2-40B4-BE49-F238E27FC236}">
                <a16:creationId xmlns:a16="http://schemas.microsoft.com/office/drawing/2014/main" id="{C2A92EEC-402F-A2D6-6BA1-B249EE2E3EB2}"/>
              </a:ext>
            </a:extLst>
          </p:cNvPr>
          <p:cNvSpPr/>
          <p:nvPr/>
        </p:nvSpPr>
        <p:spPr>
          <a:xfrm>
            <a:off x="2238042" y="1841447"/>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4942020-C132-DF61-0A88-F839F7516A32}"/>
              </a:ext>
            </a:extLst>
          </p:cNvPr>
          <p:cNvSpPr/>
          <p:nvPr/>
        </p:nvSpPr>
        <p:spPr>
          <a:xfrm>
            <a:off x="1697072" y="1891223"/>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29604226-5044-8C91-4CE9-0D1B7A1C4276}"/>
              </a:ext>
            </a:extLst>
          </p:cNvPr>
          <p:cNvSpPr/>
          <p:nvPr/>
        </p:nvSpPr>
        <p:spPr>
          <a:xfrm>
            <a:off x="2238042" y="3357190"/>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B972F0D-C55C-D18F-FF5D-14FCFAB4F9C4}"/>
              </a:ext>
            </a:extLst>
          </p:cNvPr>
          <p:cNvSpPr/>
          <p:nvPr/>
        </p:nvSpPr>
        <p:spPr>
          <a:xfrm>
            <a:off x="1697072" y="3406966"/>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8" name="Object 37">
            <a:extLst>
              <a:ext uri="{FF2B5EF4-FFF2-40B4-BE49-F238E27FC236}">
                <a16:creationId xmlns:a16="http://schemas.microsoft.com/office/drawing/2014/main" id="{D4917A70-62A6-7E9D-219D-A9D0D50547C7}"/>
              </a:ext>
            </a:extLst>
          </p:cNvPr>
          <p:cNvGraphicFramePr>
            <a:graphicFrameLocks noChangeAspect="1"/>
          </p:cNvGraphicFramePr>
          <p:nvPr>
            <p:extLst>
              <p:ext uri="{D42A27DB-BD31-4B8C-83A1-F6EECF244321}">
                <p14:modId xmlns:p14="http://schemas.microsoft.com/office/powerpoint/2010/main" val="1933722395"/>
              </p:ext>
            </p:extLst>
          </p:nvPr>
        </p:nvGraphicFramePr>
        <p:xfrm>
          <a:off x="1684379" y="5452519"/>
          <a:ext cx="305973" cy="495755"/>
        </p:xfrm>
        <a:graphic>
          <a:graphicData uri="http://schemas.openxmlformats.org/presentationml/2006/ole">
            <mc:AlternateContent xmlns:mc="http://schemas.openxmlformats.org/markup-compatibility/2006">
              <mc:Choice xmlns:v="urn:schemas-microsoft-com:vml" Requires="v">
                <p:oleObj name="CS ChemDraw 64-bit Drawing" r:id="rId4" imgW="251107" imgH="406535" progId="ChemDraw_x64.Document.6.0">
                  <p:embed/>
                </p:oleObj>
              </mc:Choice>
              <mc:Fallback>
                <p:oleObj name="CS ChemDraw 64-bit Drawing" r:id="rId4" imgW="251107" imgH="406535" progId="ChemDraw_x64.Document.6.0">
                  <p:embed/>
                  <p:pic>
                    <p:nvPicPr>
                      <p:cNvPr id="38" name="Object 37">
                        <a:extLst>
                          <a:ext uri="{FF2B5EF4-FFF2-40B4-BE49-F238E27FC236}">
                            <a16:creationId xmlns:a16="http://schemas.microsoft.com/office/drawing/2014/main" id="{D4917A70-62A6-7E9D-219D-A9D0D50547C7}"/>
                          </a:ext>
                        </a:extLst>
                      </p:cNvPr>
                      <p:cNvPicPr/>
                      <p:nvPr/>
                    </p:nvPicPr>
                    <p:blipFill>
                      <a:blip r:embed="rId5"/>
                      <a:stretch>
                        <a:fillRect/>
                      </a:stretch>
                    </p:blipFill>
                    <p:spPr>
                      <a:xfrm>
                        <a:off x="1684379" y="5452519"/>
                        <a:ext cx="305973" cy="495755"/>
                      </a:xfrm>
                      <a:prstGeom prst="rect">
                        <a:avLst/>
                      </a:prstGeom>
                    </p:spPr>
                  </p:pic>
                </p:oleObj>
              </mc:Fallback>
            </mc:AlternateContent>
          </a:graphicData>
        </a:graphic>
      </p:graphicFrame>
      <p:sp>
        <p:nvSpPr>
          <p:cNvPr id="40" name="Rectangle: Rounded Corners 39">
            <a:extLst>
              <a:ext uri="{FF2B5EF4-FFF2-40B4-BE49-F238E27FC236}">
                <a16:creationId xmlns:a16="http://schemas.microsoft.com/office/drawing/2014/main" id="{53A5A9DA-16DE-B3DD-7A0E-2CE284FE35DC}"/>
              </a:ext>
            </a:extLst>
          </p:cNvPr>
          <p:cNvSpPr/>
          <p:nvPr/>
        </p:nvSpPr>
        <p:spPr>
          <a:xfrm>
            <a:off x="2238042" y="4955818"/>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ADD15A7-5C31-2D30-BC84-46F5AF0C294B}"/>
              </a:ext>
            </a:extLst>
          </p:cNvPr>
          <p:cNvSpPr/>
          <p:nvPr/>
        </p:nvSpPr>
        <p:spPr>
          <a:xfrm>
            <a:off x="1697072" y="5005594"/>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365FD32-1AF0-6A75-55DD-89C8F88218D7}"/>
              </a:ext>
            </a:extLst>
          </p:cNvPr>
          <p:cNvSpPr txBox="1"/>
          <p:nvPr/>
        </p:nvSpPr>
        <p:spPr>
          <a:xfrm>
            <a:off x="3416394" y="1822771"/>
            <a:ext cx="2845715" cy="923330"/>
          </a:xfrm>
          <a:prstGeom prst="rect">
            <a:avLst/>
          </a:prstGeom>
          <a:noFill/>
        </p:spPr>
        <p:txBody>
          <a:bodyPr wrap="none" rtlCol="0">
            <a:spAutoFit/>
          </a:bodyPr>
          <a:lstStyle/>
          <a:p>
            <a:r>
              <a:rPr lang="en-US" b="1" i="1" dirty="0"/>
              <a:t>Mixture</a:t>
            </a:r>
          </a:p>
          <a:p>
            <a:endParaRPr lang="en-US" dirty="0"/>
          </a:p>
          <a:p>
            <a:r>
              <a:rPr lang="en-US" dirty="0"/>
              <a:t>calc </a:t>
            </a:r>
            <a:r>
              <a:rPr lang="el-GR" dirty="0"/>
              <a:t>Δ</a:t>
            </a:r>
            <a:r>
              <a:rPr lang="en-US" dirty="0" err="1"/>
              <a:t>E</a:t>
            </a:r>
            <a:r>
              <a:rPr lang="en-US" baseline="-25000" dirty="0" err="1"/>
              <a:t>rot</a:t>
            </a:r>
            <a:r>
              <a:rPr lang="en-US" dirty="0"/>
              <a:t> = </a:t>
            </a:r>
            <a:r>
              <a:rPr lang="en-US" b="1" dirty="0"/>
              <a:t>26.6</a:t>
            </a:r>
            <a:r>
              <a:rPr lang="en-US" dirty="0"/>
              <a:t> kcal/mol</a:t>
            </a:r>
          </a:p>
        </p:txBody>
      </p:sp>
      <p:pic>
        <p:nvPicPr>
          <p:cNvPr id="43" name="Picture 4" descr="image">
            <a:extLst>
              <a:ext uri="{FF2B5EF4-FFF2-40B4-BE49-F238E27FC236}">
                <a16:creationId xmlns:a16="http://schemas.microsoft.com/office/drawing/2014/main" id="{0C661B5B-8483-427D-22E8-E43703FB99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8833" y="1634957"/>
            <a:ext cx="4717137" cy="2377440"/>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48F4EC0B-0174-DE8D-F6D7-19BC824DEED2}"/>
              </a:ext>
            </a:extLst>
          </p:cNvPr>
          <p:cNvSpPr txBox="1"/>
          <p:nvPr/>
        </p:nvSpPr>
        <p:spPr>
          <a:xfrm>
            <a:off x="3416393" y="3323238"/>
            <a:ext cx="2755947" cy="923330"/>
          </a:xfrm>
          <a:prstGeom prst="rect">
            <a:avLst/>
          </a:prstGeom>
          <a:noFill/>
        </p:spPr>
        <p:txBody>
          <a:bodyPr wrap="none" rtlCol="0">
            <a:spAutoFit/>
          </a:bodyPr>
          <a:lstStyle/>
          <a:p>
            <a:r>
              <a:rPr lang="en-US" b="1" i="1" dirty="0"/>
              <a:t>Single</a:t>
            </a:r>
          </a:p>
          <a:p>
            <a:endParaRPr lang="en-US" dirty="0"/>
          </a:p>
          <a:p>
            <a:r>
              <a:rPr lang="en-US" dirty="0"/>
              <a:t>calc </a:t>
            </a:r>
            <a:r>
              <a:rPr lang="el-GR" dirty="0"/>
              <a:t>Δ</a:t>
            </a:r>
            <a:r>
              <a:rPr lang="en-US" dirty="0" err="1"/>
              <a:t>E</a:t>
            </a:r>
            <a:r>
              <a:rPr lang="en-US" baseline="-25000" dirty="0" err="1"/>
              <a:t>rot</a:t>
            </a:r>
            <a:r>
              <a:rPr lang="en-US" dirty="0"/>
              <a:t> = </a:t>
            </a:r>
            <a:r>
              <a:rPr lang="en-US" b="1" dirty="0"/>
              <a:t>28.3</a:t>
            </a:r>
            <a:r>
              <a:rPr lang="en-US" dirty="0"/>
              <a:t> kcal/mol</a:t>
            </a:r>
          </a:p>
        </p:txBody>
      </p:sp>
      <p:sp>
        <p:nvSpPr>
          <p:cNvPr id="45" name="TextBox 44">
            <a:extLst>
              <a:ext uri="{FF2B5EF4-FFF2-40B4-BE49-F238E27FC236}">
                <a16:creationId xmlns:a16="http://schemas.microsoft.com/office/drawing/2014/main" id="{64DB1A62-D35D-16A0-714C-E6C3F10A25A9}"/>
              </a:ext>
            </a:extLst>
          </p:cNvPr>
          <p:cNvSpPr txBox="1"/>
          <p:nvPr/>
        </p:nvSpPr>
        <p:spPr>
          <a:xfrm>
            <a:off x="3416392" y="4823705"/>
            <a:ext cx="2755947" cy="923330"/>
          </a:xfrm>
          <a:prstGeom prst="rect">
            <a:avLst/>
          </a:prstGeom>
          <a:noFill/>
        </p:spPr>
        <p:txBody>
          <a:bodyPr wrap="none" rtlCol="0">
            <a:spAutoFit/>
          </a:bodyPr>
          <a:lstStyle/>
          <a:p>
            <a:r>
              <a:rPr lang="en-US" b="1" i="1" dirty="0"/>
              <a:t>Single</a:t>
            </a:r>
          </a:p>
          <a:p>
            <a:endParaRPr lang="en-US" dirty="0"/>
          </a:p>
          <a:p>
            <a:r>
              <a:rPr lang="en-US" dirty="0"/>
              <a:t>calc </a:t>
            </a:r>
            <a:r>
              <a:rPr lang="el-GR" dirty="0"/>
              <a:t>Δ</a:t>
            </a:r>
            <a:r>
              <a:rPr lang="en-US" dirty="0" err="1"/>
              <a:t>E</a:t>
            </a:r>
            <a:r>
              <a:rPr lang="en-US" baseline="-25000" dirty="0" err="1"/>
              <a:t>rot</a:t>
            </a:r>
            <a:r>
              <a:rPr lang="en-US" dirty="0"/>
              <a:t> = </a:t>
            </a:r>
            <a:r>
              <a:rPr lang="en-US" b="1" dirty="0"/>
              <a:t>30.2</a:t>
            </a:r>
            <a:r>
              <a:rPr lang="en-US" dirty="0"/>
              <a:t> kcal/mol</a:t>
            </a:r>
          </a:p>
        </p:txBody>
      </p:sp>
      <p:sp>
        <p:nvSpPr>
          <p:cNvPr id="46" name="TextBox 45">
            <a:extLst>
              <a:ext uri="{FF2B5EF4-FFF2-40B4-BE49-F238E27FC236}">
                <a16:creationId xmlns:a16="http://schemas.microsoft.com/office/drawing/2014/main" id="{4C432CA1-01E2-9FAC-08CC-18F4486235BD}"/>
              </a:ext>
            </a:extLst>
          </p:cNvPr>
          <p:cNvSpPr txBox="1"/>
          <p:nvPr/>
        </p:nvSpPr>
        <p:spPr>
          <a:xfrm>
            <a:off x="7288833" y="5405219"/>
            <a:ext cx="4339896" cy="646331"/>
          </a:xfrm>
          <a:prstGeom prst="rect">
            <a:avLst/>
          </a:prstGeom>
          <a:noFill/>
        </p:spPr>
        <p:txBody>
          <a:bodyPr wrap="square" rtlCol="0">
            <a:spAutoFit/>
          </a:bodyPr>
          <a:lstStyle/>
          <a:p>
            <a:r>
              <a:rPr lang="en-US" dirty="0"/>
              <a:t>*It was not possible to also obtain free barriers to interconversion from VT-NMR</a:t>
            </a:r>
          </a:p>
        </p:txBody>
      </p:sp>
      <p:graphicFrame>
        <p:nvGraphicFramePr>
          <p:cNvPr id="48" name="Object 47">
            <a:extLst>
              <a:ext uri="{FF2B5EF4-FFF2-40B4-BE49-F238E27FC236}">
                <a16:creationId xmlns:a16="http://schemas.microsoft.com/office/drawing/2014/main" id="{30B47F50-FD40-A97B-8B50-5E2052E9AA44}"/>
              </a:ext>
            </a:extLst>
          </p:cNvPr>
          <p:cNvGraphicFramePr>
            <a:graphicFrameLocks noChangeAspect="1"/>
          </p:cNvGraphicFramePr>
          <p:nvPr>
            <p:extLst>
              <p:ext uri="{D42A27DB-BD31-4B8C-83A1-F6EECF244321}">
                <p14:modId xmlns:p14="http://schemas.microsoft.com/office/powerpoint/2010/main" val="1334205125"/>
              </p:ext>
            </p:extLst>
          </p:nvPr>
        </p:nvGraphicFramePr>
        <p:xfrm>
          <a:off x="1837365" y="2368547"/>
          <a:ext cx="378969" cy="410904"/>
        </p:xfrm>
        <a:graphic>
          <a:graphicData uri="http://schemas.openxmlformats.org/presentationml/2006/ole">
            <mc:AlternateContent xmlns:mc="http://schemas.openxmlformats.org/markup-compatibility/2006">
              <mc:Choice xmlns:v="urn:schemas-microsoft-com:vml" Requires="v">
                <p:oleObj name="CS ChemDraw 64-bit Drawing" r:id="rId7" imgW="281789" imgH="306421" progId="ChemDraw_x64.Document.6.0">
                  <p:embed/>
                </p:oleObj>
              </mc:Choice>
              <mc:Fallback>
                <p:oleObj name="CS ChemDraw 64-bit Drawing" r:id="rId7" imgW="281789" imgH="306421" progId="ChemDraw_x64.Document.6.0">
                  <p:embed/>
                  <p:pic>
                    <p:nvPicPr>
                      <p:cNvPr id="48" name="Object 47">
                        <a:extLst>
                          <a:ext uri="{FF2B5EF4-FFF2-40B4-BE49-F238E27FC236}">
                            <a16:creationId xmlns:a16="http://schemas.microsoft.com/office/drawing/2014/main" id="{30B47F50-FD40-A97B-8B50-5E2052E9AA44}"/>
                          </a:ext>
                        </a:extLst>
                      </p:cNvPr>
                      <p:cNvPicPr/>
                      <p:nvPr/>
                    </p:nvPicPr>
                    <p:blipFill>
                      <a:blip r:embed="rId8"/>
                      <a:stretch>
                        <a:fillRect/>
                      </a:stretch>
                    </p:blipFill>
                    <p:spPr>
                      <a:xfrm>
                        <a:off x="1837365" y="2368547"/>
                        <a:ext cx="378969" cy="410904"/>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3E69FDDC-5C63-779B-A172-BBC5CBBC3F0A}"/>
              </a:ext>
            </a:extLst>
          </p:cNvPr>
          <p:cNvGraphicFramePr>
            <a:graphicFrameLocks noChangeAspect="1"/>
          </p:cNvGraphicFramePr>
          <p:nvPr>
            <p:extLst>
              <p:ext uri="{D42A27DB-BD31-4B8C-83A1-F6EECF244321}">
                <p14:modId xmlns:p14="http://schemas.microsoft.com/office/powerpoint/2010/main" val="1297606759"/>
              </p:ext>
            </p:extLst>
          </p:nvPr>
        </p:nvGraphicFramePr>
        <p:xfrm>
          <a:off x="1804741" y="3892357"/>
          <a:ext cx="444216" cy="377680"/>
        </p:xfrm>
        <a:graphic>
          <a:graphicData uri="http://schemas.openxmlformats.org/presentationml/2006/ole">
            <mc:AlternateContent xmlns:mc="http://schemas.openxmlformats.org/markup-compatibility/2006">
              <mc:Choice xmlns:v="urn:schemas-microsoft-com:vml" Requires="v">
                <p:oleObj name="CS ChemDraw 64-bit Drawing" r:id="rId9" imgW="360915" imgH="306016" progId="ChemDraw_x64.Document.6.0">
                  <p:embed/>
                </p:oleObj>
              </mc:Choice>
              <mc:Fallback>
                <p:oleObj name="CS ChemDraw 64-bit Drawing" r:id="rId9" imgW="360915" imgH="306016" progId="ChemDraw_x64.Document.6.0">
                  <p:embed/>
                  <p:pic>
                    <p:nvPicPr>
                      <p:cNvPr id="49" name="Object 48">
                        <a:extLst>
                          <a:ext uri="{FF2B5EF4-FFF2-40B4-BE49-F238E27FC236}">
                            <a16:creationId xmlns:a16="http://schemas.microsoft.com/office/drawing/2014/main" id="{3E69FDDC-5C63-779B-A172-BBC5CBBC3F0A}"/>
                          </a:ext>
                        </a:extLst>
                      </p:cNvPr>
                      <p:cNvPicPr/>
                      <p:nvPr/>
                    </p:nvPicPr>
                    <p:blipFill>
                      <a:blip r:embed="rId10"/>
                      <a:stretch>
                        <a:fillRect/>
                      </a:stretch>
                    </p:blipFill>
                    <p:spPr>
                      <a:xfrm>
                        <a:off x="1804741" y="3892357"/>
                        <a:ext cx="444216" cy="377680"/>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8D55581C-02AA-A84F-ABAD-DBEEAB5185A4}"/>
              </a:ext>
            </a:extLst>
          </p:cNvPr>
          <p:cNvGraphicFramePr>
            <a:graphicFrameLocks noChangeAspect="1"/>
          </p:cNvGraphicFramePr>
          <p:nvPr>
            <p:extLst>
              <p:ext uri="{D42A27DB-BD31-4B8C-83A1-F6EECF244321}">
                <p14:modId xmlns:p14="http://schemas.microsoft.com/office/powerpoint/2010/main" val="2015138999"/>
              </p:ext>
            </p:extLst>
          </p:nvPr>
        </p:nvGraphicFramePr>
        <p:xfrm>
          <a:off x="1868153" y="3063487"/>
          <a:ext cx="446968" cy="355879"/>
        </p:xfrm>
        <a:graphic>
          <a:graphicData uri="http://schemas.openxmlformats.org/presentationml/2006/ole">
            <mc:AlternateContent xmlns:mc="http://schemas.openxmlformats.org/markup-compatibility/2006">
              <mc:Choice xmlns:v="urn:schemas-microsoft-com:vml" Requires="v">
                <p:oleObj name="CS ChemDraw 64-bit Drawing" r:id="rId11" imgW="335078" imgH="266295" progId="ChemDraw_x64.Document.6.0">
                  <p:embed/>
                </p:oleObj>
              </mc:Choice>
              <mc:Fallback>
                <p:oleObj name="CS ChemDraw 64-bit Drawing" r:id="rId11" imgW="335078" imgH="266295" progId="ChemDraw_x64.Document.6.0">
                  <p:embed/>
                  <p:pic>
                    <p:nvPicPr>
                      <p:cNvPr id="50" name="Object 49">
                        <a:extLst>
                          <a:ext uri="{FF2B5EF4-FFF2-40B4-BE49-F238E27FC236}">
                            <a16:creationId xmlns:a16="http://schemas.microsoft.com/office/drawing/2014/main" id="{8D55581C-02AA-A84F-ABAD-DBEEAB5185A4}"/>
                          </a:ext>
                        </a:extLst>
                      </p:cNvPr>
                      <p:cNvPicPr/>
                      <p:nvPr/>
                    </p:nvPicPr>
                    <p:blipFill>
                      <a:blip r:embed="rId12"/>
                      <a:stretch>
                        <a:fillRect/>
                      </a:stretch>
                    </p:blipFill>
                    <p:spPr>
                      <a:xfrm>
                        <a:off x="1868153" y="3063487"/>
                        <a:ext cx="446968" cy="355879"/>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22914107-134C-17B4-FF9B-D3BAC3C3E304}"/>
              </a:ext>
            </a:extLst>
          </p:cNvPr>
          <p:cNvGraphicFramePr>
            <a:graphicFrameLocks noChangeAspect="1"/>
          </p:cNvGraphicFramePr>
          <p:nvPr>
            <p:extLst>
              <p:ext uri="{D42A27DB-BD31-4B8C-83A1-F6EECF244321}">
                <p14:modId xmlns:p14="http://schemas.microsoft.com/office/powerpoint/2010/main" val="791630797"/>
              </p:ext>
            </p:extLst>
          </p:nvPr>
        </p:nvGraphicFramePr>
        <p:xfrm>
          <a:off x="1871157" y="4658978"/>
          <a:ext cx="446968" cy="355879"/>
        </p:xfrm>
        <a:graphic>
          <a:graphicData uri="http://schemas.openxmlformats.org/presentationml/2006/ole">
            <mc:AlternateContent xmlns:mc="http://schemas.openxmlformats.org/markup-compatibility/2006">
              <mc:Choice xmlns:v="urn:schemas-microsoft-com:vml" Requires="v">
                <p:oleObj name="CS ChemDraw 64-bit Drawing" r:id="rId11" imgW="335078" imgH="266295" progId="ChemDraw_x64.Document.6.0">
                  <p:embed/>
                </p:oleObj>
              </mc:Choice>
              <mc:Fallback>
                <p:oleObj name="CS ChemDraw 64-bit Drawing" r:id="rId11" imgW="335078" imgH="266295" progId="ChemDraw_x64.Document.6.0">
                  <p:embed/>
                  <p:pic>
                    <p:nvPicPr>
                      <p:cNvPr id="51" name="Object 50">
                        <a:extLst>
                          <a:ext uri="{FF2B5EF4-FFF2-40B4-BE49-F238E27FC236}">
                            <a16:creationId xmlns:a16="http://schemas.microsoft.com/office/drawing/2014/main" id="{22914107-134C-17B4-FF9B-D3BAC3C3E304}"/>
                          </a:ext>
                        </a:extLst>
                      </p:cNvPr>
                      <p:cNvPicPr/>
                      <p:nvPr/>
                    </p:nvPicPr>
                    <p:blipFill>
                      <a:blip r:embed="rId12"/>
                      <a:stretch>
                        <a:fillRect/>
                      </a:stretch>
                    </p:blipFill>
                    <p:spPr>
                      <a:xfrm>
                        <a:off x="1871157" y="4658978"/>
                        <a:ext cx="446968" cy="355879"/>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AFD6FED5-0F59-2C92-331B-F7FC8A52B71E}"/>
              </a:ext>
            </a:extLst>
          </p:cNvPr>
          <p:cNvGraphicFramePr>
            <a:graphicFrameLocks noChangeAspect="1"/>
          </p:cNvGraphicFramePr>
          <p:nvPr>
            <p:extLst>
              <p:ext uri="{D42A27DB-BD31-4B8C-83A1-F6EECF244321}">
                <p14:modId xmlns:p14="http://schemas.microsoft.com/office/powerpoint/2010/main" val="1628343962"/>
              </p:ext>
            </p:extLst>
          </p:nvPr>
        </p:nvGraphicFramePr>
        <p:xfrm>
          <a:off x="1864085" y="4205439"/>
          <a:ext cx="471681" cy="279586"/>
        </p:xfrm>
        <a:graphic>
          <a:graphicData uri="http://schemas.openxmlformats.org/presentationml/2006/ole">
            <mc:AlternateContent xmlns:mc="http://schemas.openxmlformats.org/markup-compatibility/2006">
              <mc:Choice xmlns:v="urn:schemas-microsoft-com:vml" Requires="v">
                <p:oleObj name="CS ChemDraw 64-bit Drawing" r:id="rId13" imgW="393212" imgH="232653" progId="ChemDraw_x64.Document.6.0">
                  <p:embed/>
                </p:oleObj>
              </mc:Choice>
              <mc:Fallback>
                <p:oleObj name="CS ChemDraw 64-bit Drawing" r:id="rId13" imgW="393212" imgH="232653" progId="ChemDraw_x64.Document.6.0">
                  <p:embed/>
                  <p:pic>
                    <p:nvPicPr>
                      <p:cNvPr id="52" name="Object 51">
                        <a:extLst>
                          <a:ext uri="{FF2B5EF4-FFF2-40B4-BE49-F238E27FC236}">
                            <a16:creationId xmlns:a16="http://schemas.microsoft.com/office/drawing/2014/main" id="{AFD6FED5-0F59-2C92-331B-F7FC8A52B71E}"/>
                          </a:ext>
                        </a:extLst>
                      </p:cNvPr>
                      <p:cNvPicPr/>
                      <p:nvPr/>
                    </p:nvPicPr>
                    <p:blipFill>
                      <a:blip r:embed="rId14"/>
                      <a:stretch>
                        <a:fillRect/>
                      </a:stretch>
                    </p:blipFill>
                    <p:spPr>
                      <a:xfrm>
                        <a:off x="1864085" y="4205439"/>
                        <a:ext cx="471681" cy="279586"/>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E8736BCF-84A4-818A-2786-19B5ED6A704D}"/>
              </a:ext>
            </a:extLst>
          </p:cNvPr>
          <p:cNvGraphicFramePr>
            <a:graphicFrameLocks noChangeAspect="1"/>
          </p:cNvGraphicFramePr>
          <p:nvPr>
            <p:extLst>
              <p:ext uri="{D42A27DB-BD31-4B8C-83A1-F6EECF244321}">
                <p14:modId xmlns:p14="http://schemas.microsoft.com/office/powerpoint/2010/main" val="3165234967"/>
              </p:ext>
            </p:extLst>
          </p:nvPr>
        </p:nvGraphicFramePr>
        <p:xfrm>
          <a:off x="1866486" y="5807654"/>
          <a:ext cx="471681" cy="279586"/>
        </p:xfrm>
        <a:graphic>
          <a:graphicData uri="http://schemas.openxmlformats.org/presentationml/2006/ole">
            <mc:AlternateContent xmlns:mc="http://schemas.openxmlformats.org/markup-compatibility/2006">
              <mc:Choice xmlns:v="urn:schemas-microsoft-com:vml" Requires="v">
                <p:oleObj name="CS ChemDraw 64-bit Drawing" r:id="rId15" imgW="393212" imgH="232653" progId="ChemDraw_x64.Document.6.0">
                  <p:embed/>
                </p:oleObj>
              </mc:Choice>
              <mc:Fallback>
                <p:oleObj name="CS ChemDraw 64-bit Drawing" r:id="rId15" imgW="393212" imgH="232653" progId="ChemDraw_x64.Document.6.0">
                  <p:embed/>
                  <p:pic>
                    <p:nvPicPr>
                      <p:cNvPr id="53" name="Object 52">
                        <a:extLst>
                          <a:ext uri="{FF2B5EF4-FFF2-40B4-BE49-F238E27FC236}">
                            <a16:creationId xmlns:a16="http://schemas.microsoft.com/office/drawing/2014/main" id="{E8736BCF-84A4-818A-2786-19B5ED6A704D}"/>
                          </a:ext>
                        </a:extLst>
                      </p:cNvPr>
                      <p:cNvPicPr/>
                      <p:nvPr/>
                    </p:nvPicPr>
                    <p:blipFill>
                      <a:blip r:embed="rId14"/>
                      <a:stretch>
                        <a:fillRect/>
                      </a:stretch>
                    </p:blipFill>
                    <p:spPr>
                      <a:xfrm>
                        <a:off x="1866486" y="5807654"/>
                        <a:ext cx="471681" cy="279586"/>
                      </a:xfrm>
                      <a:prstGeom prst="rect">
                        <a:avLst/>
                      </a:prstGeom>
                    </p:spPr>
                  </p:pic>
                </p:oleObj>
              </mc:Fallback>
            </mc:AlternateContent>
          </a:graphicData>
        </a:graphic>
      </p:graphicFrame>
    </p:spTree>
    <p:extLst>
      <p:ext uri="{BB962C8B-B14F-4D97-AF65-F5344CB8AC3E}">
        <p14:creationId xmlns:p14="http://schemas.microsoft.com/office/powerpoint/2010/main" val="119978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BFC9189-D1E1-A6AC-50B3-AA2576043E4D}"/>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DEDEF8DA-84E3-610C-3849-2F4F04495E2F}"/>
              </a:ext>
            </a:extLst>
          </p:cNvPr>
          <p:cNvSpPr/>
          <p:nvPr/>
        </p:nvSpPr>
        <p:spPr>
          <a:xfrm>
            <a:off x="2601085" y="1051056"/>
            <a:ext cx="5454084" cy="1564973"/>
          </a:xfrm>
          <a:prstGeom prst="ellips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Going large: 15 K torsion scans enable chemical space view</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9</a:t>
            </a:fld>
            <a:endParaRPr lang="en-GB"/>
          </a:p>
        </p:txBody>
      </p:sp>
      <p:sp>
        <p:nvSpPr>
          <p:cNvPr id="8" name="Rectangle: Rounded Corners 7">
            <a:extLst>
              <a:ext uri="{FF2B5EF4-FFF2-40B4-BE49-F238E27FC236}">
                <a16:creationId xmlns:a16="http://schemas.microsoft.com/office/drawing/2014/main" id="{38D190BB-BB3C-33D7-3B52-23EEB651C2C3}"/>
              </a:ext>
            </a:extLst>
          </p:cNvPr>
          <p:cNvSpPr/>
          <p:nvPr/>
        </p:nvSpPr>
        <p:spPr>
          <a:xfrm>
            <a:off x="1366172" y="1464595"/>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a:extLst>
              <a:ext uri="{FF2B5EF4-FFF2-40B4-BE49-F238E27FC236}">
                <a16:creationId xmlns:a16="http://schemas.microsoft.com/office/drawing/2014/main" id="{84C08886-18FD-3C8D-F220-3F7E5438574C}"/>
              </a:ext>
            </a:extLst>
          </p:cNvPr>
          <p:cNvGraphicFramePr>
            <a:graphicFrameLocks noChangeAspect="1"/>
          </p:cNvGraphicFramePr>
          <p:nvPr>
            <p:extLst>
              <p:ext uri="{D42A27DB-BD31-4B8C-83A1-F6EECF244321}">
                <p14:modId xmlns:p14="http://schemas.microsoft.com/office/powerpoint/2010/main" val="561802660"/>
              </p:ext>
            </p:extLst>
          </p:nvPr>
        </p:nvGraphicFramePr>
        <p:xfrm>
          <a:off x="1165110" y="1109091"/>
          <a:ext cx="300813" cy="418632"/>
        </p:xfrm>
        <a:graphic>
          <a:graphicData uri="http://schemas.openxmlformats.org/presentationml/2006/ole">
            <mc:AlternateContent xmlns:mc="http://schemas.openxmlformats.org/markup-compatibility/2006">
              <mc:Choice xmlns:v="urn:schemas-microsoft-com:vml" Requires="v">
                <p:oleObj name="CS ChemDraw 64-bit Drawing" r:id="rId2" imgW="190147" imgH="264673" progId="ChemDraw_x64.Document.6.0">
                  <p:embed/>
                </p:oleObj>
              </mc:Choice>
              <mc:Fallback>
                <p:oleObj name="CS ChemDraw 64-bit Drawing" r:id="rId2" imgW="190147" imgH="264673" progId="ChemDraw_x64.Document.6.0">
                  <p:embed/>
                  <p:pic>
                    <p:nvPicPr>
                      <p:cNvPr id="14" name="Object 13">
                        <a:extLst>
                          <a:ext uri="{FF2B5EF4-FFF2-40B4-BE49-F238E27FC236}">
                            <a16:creationId xmlns:a16="http://schemas.microsoft.com/office/drawing/2014/main" id="{84C08886-18FD-3C8D-F220-3F7E5438574C}"/>
                          </a:ext>
                        </a:extLst>
                      </p:cNvPr>
                      <p:cNvPicPr/>
                      <p:nvPr/>
                    </p:nvPicPr>
                    <p:blipFill>
                      <a:blip r:embed="rId3"/>
                      <a:stretch>
                        <a:fillRect/>
                      </a:stretch>
                    </p:blipFill>
                    <p:spPr>
                      <a:xfrm>
                        <a:off x="1165110" y="1109091"/>
                        <a:ext cx="300813" cy="41863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34E42FC7-71D8-3485-5E35-2B30AC0B5D66}"/>
              </a:ext>
            </a:extLst>
          </p:cNvPr>
          <p:cNvGraphicFramePr>
            <a:graphicFrameLocks noChangeAspect="1"/>
          </p:cNvGraphicFramePr>
          <p:nvPr>
            <p:extLst>
              <p:ext uri="{D42A27DB-BD31-4B8C-83A1-F6EECF244321}">
                <p14:modId xmlns:p14="http://schemas.microsoft.com/office/powerpoint/2010/main" val="2804390864"/>
              </p:ext>
            </p:extLst>
          </p:nvPr>
        </p:nvGraphicFramePr>
        <p:xfrm>
          <a:off x="941811" y="2292111"/>
          <a:ext cx="490314" cy="365870"/>
        </p:xfrm>
        <a:graphic>
          <a:graphicData uri="http://schemas.openxmlformats.org/presentationml/2006/ole">
            <mc:AlternateContent xmlns:mc="http://schemas.openxmlformats.org/markup-compatibility/2006">
              <mc:Choice xmlns:v="urn:schemas-microsoft-com:vml" Requires="v">
                <p:oleObj name="CS ChemDraw 64-bit Drawing" r:id="rId4" imgW="312470" imgH="233059" progId="ChemDraw_x64.Document.6.0">
                  <p:embed/>
                </p:oleObj>
              </mc:Choice>
              <mc:Fallback>
                <p:oleObj name="CS ChemDraw 64-bit Drawing" r:id="rId4" imgW="312470" imgH="233059" progId="ChemDraw_x64.Document.6.0">
                  <p:embed/>
                  <p:pic>
                    <p:nvPicPr>
                      <p:cNvPr id="15" name="Object 14">
                        <a:extLst>
                          <a:ext uri="{FF2B5EF4-FFF2-40B4-BE49-F238E27FC236}">
                            <a16:creationId xmlns:a16="http://schemas.microsoft.com/office/drawing/2014/main" id="{34E42FC7-71D8-3485-5E35-2B30AC0B5D66}"/>
                          </a:ext>
                        </a:extLst>
                      </p:cNvPr>
                      <p:cNvPicPr/>
                      <p:nvPr/>
                    </p:nvPicPr>
                    <p:blipFill>
                      <a:blip r:embed="rId5"/>
                      <a:stretch>
                        <a:fillRect/>
                      </a:stretch>
                    </p:blipFill>
                    <p:spPr>
                      <a:xfrm>
                        <a:off x="941811" y="2292111"/>
                        <a:ext cx="490314" cy="36587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C61B7DF-8954-B52C-7659-FDDE58E46D86}"/>
              </a:ext>
            </a:extLst>
          </p:cNvPr>
          <p:cNvGraphicFramePr>
            <a:graphicFrameLocks noChangeAspect="1"/>
          </p:cNvGraphicFramePr>
          <p:nvPr>
            <p:extLst>
              <p:ext uri="{D42A27DB-BD31-4B8C-83A1-F6EECF244321}">
                <p14:modId xmlns:p14="http://schemas.microsoft.com/office/powerpoint/2010/main" val="2656471322"/>
              </p:ext>
            </p:extLst>
          </p:nvPr>
        </p:nvGraphicFramePr>
        <p:xfrm>
          <a:off x="963538" y="1926020"/>
          <a:ext cx="300812" cy="479808"/>
        </p:xfrm>
        <a:graphic>
          <a:graphicData uri="http://schemas.openxmlformats.org/presentationml/2006/ole">
            <mc:AlternateContent xmlns:mc="http://schemas.openxmlformats.org/markup-compatibility/2006">
              <mc:Choice xmlns:v="urn:schemas-microsoft-com:vml" Requires="v">
                <p:oleObj name="CS ChemDraw 64-bit Drawing" r:id="rId6" imgW="191762" imgH="306016" progId="ChemDraw_x64.Document.6.0">
                  <p:embed/>
                </p:oleObj>
              </mc:Choice>
              <mc:Fallback>
                <p:oleObj name="CS ChemDraw 64-bit Drawing" r:id="rId6" imgW="191762" imgH="306016" progId="ChemDraw_x64.Document.6.0">
                  <p:embed/>
                  <p:pic>
                    <p:nvPicPr>
                      <p:cNvPr id="16" name="Object 15">
                        <a:extLst>
                          <a:ext uri="{FF2B5EF4-FFF2-40B4-BE49-F238E27FC236}">
                            <a16:creationId xmlns:a16="http://schemas.microsoft.com/office/drawing/2014/main" id="{0C61B7DF-8954-B52C-7659-FDDE58E46D86}"/>
                          </a:ext>
                        </a:extLst>
                      </p:cNvPr>
                      <p:cNvPicPr/>
                      <p:nvPr/>
                    </p:nvPicPr>
                    <p:blipFill>
                      <a:blip r:embed="rId7"/>
                      <a:stretch>
                        <a:fillRect/>
                      </a:stretch>
                    </p:blipFill>
                    <p:spPr>
                      <a:xfrm>
                        <a:off x="963538" y="1926020"/>
                        <a:ext cx="300812" cy="479808"/>
                      </a:xfrm>
                      <a:prstGeom prst="rect">
                        <a:avLst/>
                      </a:prstGeom>
                    </p:spPr>
                  </p:pic>
                </p:oleObj>
              </mc:Fallback>
            </mc:AlternateContent>
          </a:graphicData>
        </a:graphic>
      </p:graphicFrame>
      <p:sp>
        <p:nvSpPr>
          <p:cNvPr id="9" name="Oval 8">
            <a:extLst>
              <a:ext uri="{FF2B5EF4-FFF2-40B4-BE49-F238E27FC236}">
                <a16:creationId xmlns:a16="http://schemas.microsoft.com/office/drawing/2014/main" id="{2E7F8A7E-9D29-44B7-7318-D4C855B52B88}"/>
              </a:ext>
            </a:extLst>
          </p:cNvPr>
          <p:cNvSpPr/>
          <p:nvPr/>
        </p:nvSpPr>
        <p:spPr>
          <a:xfrm>
            <a:off x="825202" y="1514371"/>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a:extLst>
              <a:ext uri="{FF2B5EF4-FFF2-40B4-BE49-F238E27FC236}">
                <a16:creationId xmlns:a16="http://schemas.microsoft.com/office/drawing/2014/main" id="{A1F0F2A9-2825-EC88-82A0-B46392BDF813}"/>
              </a:ext>
            </a:extLst>
          </p:cNvPr>
          <p:cNvSpPr txBox="1">
            <a:spLocks/>
          </p:cNvSpPr>
          <p:nvPr/>
        </p:nvSpPr>
        <p:spPr>
          <a:xfrm>
            <a:off x="3242253" y="1477429"/>
            <a:ext cx="4405668" cy="712226"/>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pPr>
            <a:r>
              <a:rPr lang="en-US" sz="2000" dirty="0"/>
              <a:t>What if R</a:t>
            </a:r>
            <a:r>
              <a:rPr lang="en-US" sz="2000" baseline="-25000" dirty="0"/>
              <a:t>1</a:t>
            </a:r>
            <a:r>
              <a:rPr lang="en-US" sz="2000" dirty="0"/>
              <a:t> is a CF3? With </a:t>
            </a:r>
            <a:r>
              <a:rPr lang="en-US" sz="2000" dirty="0" err="1"/>
              <a:t>cPro</a:t>
            </a:r>
            <a:r>
              <a:rPr lang="en-US" sz="2000" dirty="0"/>
              <a:t> at R</a:t>
            </a:r>
            <a:r>
              <a:rPr lang="en-US" sz="2000" baseline="-25000" dirty="0"/>
              <a:t>3</a:t>
            </a:r>
            <a:r>
              <a:rPr lang="en-US" sz="2000" dirty="0"/>
              <a:t>, what is the best R</a:t>
            </a:r>
            <a:r>
              <a:rPr lang="en-US" sz="2000" baseline="-25000" dirty="0"/>
              <a:t>2</a:t>
            </a:r>
            <a:r>
              <a:rPr lang="en-US" sz="2000" dirty="0"/>
              <a:t> group?</a:t>
            </a:r>
            <a:endParaRPr lang="en-US" dirty="0"/>
          </a:p>
        </p:txBody>
      </p:sp>
      <p:sp>
        <p:nvSpPr>
          <p:cNvPr id="18" name="TextBox 17">
            <a:extLst>
              <a:ext uri="{FF2B5EF4-FFF2-40B4-BE49-F238E27FC236}">
                <a16:creationId xmlns:a16="http://schemas.microsoft.com/office/drawing/2014/main" id="{1B59C395-B163-AF3D-7CFD-B4347843234A}"/>
              </a:ext>
            </a:extLst>
          </p:cNvPr>
          <p:cNvSpPr txBox="1"/>
          <p:nvPr/>
        </p:nvSpPr>
        <p:spPr>
          <a:xfrm>
            <a:off x="816941" y="3170216"/>
            <a:ext cx="2286551" cy="1200329"/>
          </a:xfrm>
          <a:prstGeom prst="rect">
            <a:avLst/>
          </a:prstGeom>
          <a:solidFill>
            <a:schemeClr val="accent6">
              <a:lumMod val="20000"/>
              <a:lumOff val="80000"/>
            </a:schemeClr>
          </a:solidFill>
        </p:spPr>
        <p:txBody>
          <a:bodyPr wrap="square" rtlCol="0">
            <a:spAutoFit/>
          </a:bodyPr>
          <a:lstStyle/>
          <a:p>
            <a:pPr algn="ctr"/>
            <a:r>
              <a:rPr lang="en-US" dirty="0"/>
              <a:t>Enumerate all substituents at R</a:t>
            </a:r>
            <a:r>
              <a:rPr lang="en-US" baseline="-25000" dirty="0"/>
              <a:t>1</a:t>
            </a:r>
            <a:r>
              <a:rPr lang="en-US" dirty="0"/>
              <a:t>, R</a:t>
            </a:r>
            <a:r>
              <a:rPr lang="en-US" baseline="-25000" dirty="0"/>
              <a:t>2</a:t>
            </a:r>
            <a:r>
              <a:rPr lang="en-US" dirty="0"/>
              <a:t>, R</a:t>
            </a:r>
            <a:r>
              <a:rPr lang="en-US" baseline="-25000" dirty="0"/>
              <a:t>3</a:t>
            </a:r>
            <a:r>
              <a:rPr lang="en-US" dirty="0"/>
              <a:t> on multiple cores of interest</a:t>
            </a:r>
          </a:p>
        </p:txBody>
      </p:sp>
      <p:sp>
        <p:nvSpPr>
          <p:cNvPr id="19" name="TextBox 18">
            <a:extLst>
              <a:ext uri="{FF2B5EF4-FFF2-40B4-BE49-F238E27FC236}">
                <a16:creationId xmlns:a16="http://schemas.microsoft.com/office/drawing/2014/main" id="{8913B6F3-2F28-8E08-DB08-B90F9B11C9C3}"/>
              </a:ext>
            </a:extLst>
          </p:cNvPr>
          <p:cNvSpPr txBox="1"/>
          <p:nvPr/>
        </p:nvSpPr>
        <p:spPr>
          <a:xfrm>
            <a:off x="3587994" y="3308715"/>
            <a:ext cx="1793950" cy="923330"/>
          </a:xfrm>
          <a:prstGeom prst="rect">
            <a:avLst/>
          </a:prstGeom>
          <a:solidFill>
            <a:schemeClr val="accent6">
              <a:lumMod val="20000"/>
              <a:lumOff val="80000"/>
            </a:schemeClr>
          </a:solidFill>
        </p:spPr>
        <p:txBody>
          <a:bodyPr wrap="square" rtlCol="0">
            <a:spAutoFit/>
          </a:bodyPr>
          <a:lstStyle/>
          <a:p>
            <a:pPr algn="ctr"/>
            <a:r>
              <a:rPr lang="en-US" dirty="0"/>
              <a:t>Torsion scanning with G09</a:t>
            </a:r>
          </a:p>
        </p:txBody>
      </p:sp>
      <p:pic>
        <p:nvPicPr>
          <p:cNvPr id="1026" name="Picture 2" descr="@rdkit">
            <a:extLst>
              <a:ext uri="{FF2B5EF4-FFF2-40B4-BE49-F238E27FC236}">
                <a16:creationId xmlns:a16="http://schemas.microsoft.com/office/drawing/2014/main" id="{1F20EBEB-B96B-A0FD-9F7B-00FDB2D438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22" y="3343749"/>
            <a:ext cx="853263" cy="8532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1" name="Table 20">
            <a:extLst>
              <a:ext uri="{FF2B5EF4-FFF2-40B4-BE49-F238E27FC236}">
                <a16:creationId xmlns:a16="http://schemas.microsoft.com/office/drawing/2014/main" id="{FFA0F316-379F-4BAD-93EC-7046793B8B6C}"/>
              </a:ext>
            </a:extLst>
          </p:cNvPr>
          <p:cNvGraphicFramePr>
            <a:graphicFrameLocks noGrp="1"/>
          </p:cNvGraphicFramePr>
          <p:nvPr>
            <p:extLst>
              <p:ext uri="{D42A27DB-BD31-4B8C-83A1-F6EECF244321}">
                <p14:modId xmlns:p14="http://schemas.microsoft.com/office/powerpoint/2010/main" val="3728391974"/>
              </p:ext>
            </p:extLst>
          </p:nvPr>
        </p:nvGraphicFramePr>
        <p:xfrm>
          <a:off x="5781937" y="3062305"/>
          <a:ext cx="6219345" cy="2616480"/>
        </p:xfrm>
        <a:graphic>
          <a:graphicData uri="http://schemas.openxmlformats.org/drawingml/2006/table">
            <a:tbl>
              <a:tblPr firstRow="1" bandRow="1">
                <a:tableStyleId>{7DF18680-E054-41AD-8BC1-D1AEF772440D}</a:tableStyleId>
              </a:tblPr>
              <a:tblGrid>
                <a:gridCol w="1243869">
                  <a:extLst>
                    <a:ext uri="{9D8B030D-6E8A-4147-A177-3AD203B41FA5}">
                      <a16:colId xmlns:a16="http://schemas.microsoft.com/office/drawing/2014/main" val="544900936"/>
                    </a:ext>
                  </a:extLst>
                </a:gridCol>
                <a:gridCol w="1243869">
                  <a:extLst>
                    <a:ext uri="{9D8B030D-6E8A-4147-A177-3AD203B41FA5}">
                      <a16:colId xmlns:a16="http://schemas.microsoft.com/office/drawing/2014/main" val="3406281243"/>
                    </a:ext>
                  </a:extLst>
                </a:gridCol>
                <a:gridCol w="1243869">
                  <a:extLst>
                    <a:ext uri="{9D8B030D-6E8A-4147-A177-3AD203B41FA5}">
                      <a16:colId xmlns:a16="http://schemas.microsoft.com/office/drawing/2014/main" val="1517525245"/>
                    </a:ext>
                  </a:extLst>
                </a:gridCol>
                <a:gridCol w="1243869">
                  <a:extLst>
                    <a:ext uri="{9D8B030D-6E8A-4147-A177-3AD203B41FA5}">
                      <a16:colId xmlns:a16="http://schemas.microsoft.com/office/drawing/2014/main" val="255983357"/>
                    </a:ext>
                  </a:extLst>
                </a:gridCol>
                <a:gridCol w="1243869">
                  <a:extLst>
                    <a:ext uri="{9D8B030D-6E8A-4147-A177-3AD203B41FA5}">
                      <a16:colId xmlns:a16="http://schemas.microsoft.com/office/drawing/2014/main" val="640666598"/>
                    </a:ext>
                  </a:extLst>
                </a:gridCol>
              </a:tblGrid>
              <a:tr h="436080">
                <a:tc>
                  <a:txBody>
                    <a:bodyPr/>
                    <a:lstStyle/>
                    <a:p>
                      <a:r>
                        <a:rPr lang="en-US" dirty="0"/>
                        <a:t>R1</a:t>
                      </a:r>
                    </a:p>
                  </a:txBody>
                  <a:tcPr/>
                </a:tc>
                <a:tc>
                  <a:txBody>
                    <a:bodyPr/>
                    <a:lstStyle/>
                    <a:p>
                      <a:r>
                        <a:rPr lang="en-US" dirty="0"/>
                        <a:t>R2</a:t>
                      </a:r>
                    </a:p>
                  </a:txBody>
                  <a:tcPr/>
                </a:tc>
                <a:tc>
                  <a:txBody>
                    <a:bodyPr/>
                    <a:lstStyle/>
                    <a:p>
                      <a:r>
                        <a:rPr lang="en-US" dirty="0"/>
                        <a:t>R3</a:t>
                      </a:r>
                    </a:p>
                  </a:txBody>
                  <a:tcPr/>
                </a:tc>
                <a:tc>
                  <a:txBody>
                    <a:bodyPr/>
                    <a:lstStyle/>
                    <a:p>
                      <a:r>
                        <a:rPr lang="en-US" dirty="0" err="1"/>
                        <a:t>Erot</a:t>
                      </a:r>
                      <a:endParaRPr lang="en-US" dirty="0"/>
                    </a:p>
                  </a:txBody>
                  <a:tcPr/>
                </a:tc>
                <a:tc>
                  <a:txBody>
                    <a:bodyPr/>
                    <a:lstStyle/>
                    <a:p>
                      <a:r>
                        <a:rPr lang="en-US" dirty="0"/>
                        <a:t>Class</a:t>
                      </a:r>
                    </a:p>
                  </a:txBody>
                  <a:tcPr/>
                </a:tc>
                <a:extLst>
                  <a:ext uri="{0D108BD9-81ED-4DB2-BD59-A6C34878D82A}">
                    <a16:rowId xmlns:a16="http://schemas.microsoft.com/office/drawing/2014/main" val="1819955290"/>
                  </a:ext>
                </a:extLst>
              </a:tr>
              <a:tr h="436080">
                <a:tc>
                  <a:txBody>
                    <a:bodyPr/>
                    <a:lstStyle/>
                    <a:p>
                      <a:r>
                        <a:rPr lang="en-US" dirty="0"/>
                        <a:t>Me</a:t>
                      </a:r>
                    </a:p>
                  </a:txBody>
                  <a:tcPr/>
                </a:tc>
                <a:tc>
                  <a:txBody>
                    <a:bodyPr/>
                    <a:lstStyle/>
                    <a:p>
                      <a:r>
                        <a:rPr lang="en-US" dirty="0"/>
                        <a:t>NH2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cPro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30.2</a:t>
                      </a:r>
                    </a:p>
                  </a:txBody>
                  <a:tcPr/>
                </a:tc>
                <a:tc>
                  <a:txBody>
                    <a:bodyPr/>
                    <a:lstStyle/>
                    <a:p>
                      <a:r>
                        <a:rPr lang="en-US" dirty="0"/>
                        <a:t>3</a:t>
                      </a:r>
                    </a:p>
                  </a:txBody>
                  <a:tcPr>
                    <a:solidFill>
                      <a:srgbClr val="00B050"/>
                    </a:solidFill>
                  </a:tcPr>
                </a:tc>
                <a:extLst>
                  <a:ext uri="{0D108BD9-81ED-4DB2-BD59-A6C34878D82A}">
                    <a16:rowId xmlns:a16="http://schemas.microsoft.com/office/drawing/2014/main" val="2453529076"/>
                  </a:ext>
                </a:extLst>
              </a:tr>
              <a:tr h="436080">
                <a:tc>
                  <a:txBody>
                    <a:bodyPr/>
                    <a:lstStyle/>
                    <a:p>
                      <a:r>
                        <a:rPr lang="en-US" dirty="0" err="1"/>
                        <a:t>cPro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NH2</a:t>
                      </a:r>
                    </a:p>
                  </a:txBody>
                  <a:tcPr/>
                </a:tc>
                <a:tc>
                  <a:txBody>
                    <a:bodyPr/>
                    <a:lstStyle/>
                    <a:p>
                      <a:r>
                        <a:rPr lang="en-US" dirty="0" err="1"/>
                        <a:t>cPro</a:t>
                      </a:r>
                      <a:endParaRPr lang="en-US" dirty="0"/>
                    </a:p>
                  </a:txBody>
                  <a:tcPr/>
                </a:tc>
                <a:tc>
                  <a:txBody>
                    <a:bodyPr/>
                    <a:lstStyle/>
                    <a:p>
                      <a:r>
                        <a:rPr lang="en-US" dirty="0"/>
                        <a:t>27.45</a:t>
                      </a:r>
                    </a:p>
                  </a:txBody>
                  <a:tcPr/>
                </a:tc>
                <a:tc>
                  <a:txBody>
                    <a:bodyPr/>
                    <a:lstStyle/>
                    <a:p>
                      <a:r>
                        <a:rPr lang="en-US" dirty="0"/>
                        <a:t>2</a:t>
                      </a:r>
                    </a:p>
                  </a:txBody>
                  <a:tcPr>
                    <a:solidFill>
                      <a:srgbClr val="FFFF00"/>
                    </a:solidFill>
                  </a:tcPr>
                </a:tc>
                <a:extLst>
                  <a:ext uri="{0D108BD9-81ED-4DB2-BD59-A6C34878D82A}">
                    <a16:rowId xmlns:a16="http://schemas.microsoft.com/office/drawing/2014/main" val="1058113017"/>
                  </a:ext>
                </a:extLst>
              </a:tr>
              <a:tr h="436080">
                <a:tc>
                  <a:txBody>
                    <a:bodyPr/>
                    <a:lstStyle/>
                    <a:p>
                      <a:r>
                        <a:rPr lang="en-US" dirty="0"/>
                        <a:t>Me</a:t>
                      </a:r>
                    </a:p>
                  </a:txBody>
                  <a:tcPr/>
                </a:tc>
                <a:tc>
                  <a:txBody>
                    <a:bodyPr/>
                    <a:lstStyle/>
                    <a:p>
                      <a:r>
                        <a:rPr lang="en-US" dirty="0"/>
                        <a:t>F</a:t>
                      </a:r>
                    </a:p>
                  </a:txBody>
                  <a:tcPr/>
                </a:tc>
                <a:tc>
                  <a:txBody>
                    <a:bodyPr/>
                    <a:lstStyle/>
                    <a:p>
                      <a:r>
                        <a:rPr lang="en-US" dirty="0" err="1"/>
                        <a:t>cPro</a:t>
                      </a:r>
                      <a:endParaRPr lang="en-US" dirty="0"/>
                    </a:p>
                  </a:txBody>
                  <a:tcPr/>
                </a:tc>
                <a:tc>
                  <a:txBody>
                    <a:bodyPr/>
                    <a:lstStyle/>
                    <a:p>
                      <a:r>
                        <a:rPr lang="en-US" dirty="0"/>
                        <a:t>20.1</a:t>
                      </a:r>
                    </a:p>
                  </a:txBody>
                  <a:tcPr/>
                </a:tc>
                <a:tc>
                  <a:txBody>
                    <a:bodyPr/>
                    <a:lstStyle/>
                    <a:p>
                      <a:r>
                        <a:rPr lang="en-US" dirty="0"/>
                        <a:t>2</a:t>
                      </a:r>
                    </a:p>
                  </a:txBody>
                  <a:tcPr>
                    <a:solidFill>
                      <a:srgbClr val="FFFF00"/>
                    </a:solidFill>
                  </a:tcPr>
                </a:tc>
                <a:extLst>
                  <a:ext uri="{0D108BD9-81ED-4DB2-BD59-A6C34878D82A}">
                    <a16:rowId xmlns:a16="http://schemas.microsoft.com/office/drawing/2014/main" val="1310608830"/>
                  </a:ext>
                </a:extLst>
              </a:tr>
              <a:tr h="436080">
                <a:tc>
                  <a:txBody>
                    <a:bodyPr/>
                    <a:lstStyle/>
                    <a:p>
                      <a:r>
                        <a:rPr lang="en-US" dirty="0"/>
                        <a:t>F</a:t>
                      </a:r>
                    </a:p>
                  </a:txBody>
                  <a:tcPr/>
                </a:tc>
                <a:tc>
                  <a:txBody>
                    <a:bodyPr/>
                    <a:lstStyle/>
                    <a:p>
                      <a:r>
                        <a:rPr lang="en-US" dirty="0"/>
                        <a:t>F</a:t>
                      </a:r>
                    </a:p>
                  </a:txBody>
                  <a:tcPr/>
                </a:tc>
                <a:tc>
                  <a:txBody>
                    <a:bodyPr/>
                    <a:lstStyle/>
                    <a:p>
                      <a:r>
                        <a:rPr lang="en-US" dirty="0" err="1"/>
                        <a:t>cPro</a:t>
                      </a:r>
                      <a:endParaRPr lang="en-US" dirty="0"/>
                    </a:p>
                  </a:txBody>
                  <a:tcPr/>
                </a:tc>
                <a:tc>
                  <a:txBody>
                    <a:bodyPr/>
                    <a:lstStyle/>
                    <a:p>
                      <a:r>
                        <a:rPr lang="en-US" dirty="0"/>
                        <a:t>16.4</a:t>
                      </a:r>
                    </a:p>
                  </a:txBody>
                  <a:tcPr/>
                </a:tc>
                <a:tc>
                  <a:txBody>
                    <a:bodyPr/>
                    <a:lstStyle/>
                    <a:p>
                      <a:r>
                        <a:rPr lang="en-US" dirty="0"/>
                        <a:t>1</a:t>
                      </a:r>
                    </a:p>
                  </a:txBody>
                  <a:tcPr>
                    <a:solidFill>
                      <a:srgbClr val="FF0000"/>
                    </a:solidFill>
                  </a:tcPr>
                </a:tc>
                <a:extLst>
                  <a:ext uri="{0D108BD9-81ED-4DB2-BD59-A6C34878D82A}">
                    <a16:rowId xmlns:a16="http://schemas.microsoft.com/office/drawing/2014/main" val="388552635"/>
                  </a:ext>
                </a:extLst>
              </a:tr>
              <a:tr h="436080">
                <a:tc>
                  <a:txBody>
                    <a:bodyPr/>
                    <a:lstStyle/>
                    <a:p>
                      <a:r>
                        <a:rPr lang="en-US" dirty="0"/>
                        <a:t>H</a:t>
                      </a:r>
                    </a:p>
                  </a:txBody>
                  <a:tcPr/>
                </a:tc>
                <a:tc>
                  <a:txBody>
                    <a:bodyPr/>
                    <a:lstStyle/>
                    <a:p>
                      <a:r>
                        <a:rPr lang="en-US" dirty="0"/>
                        <a:t>H</a:t>
                      </a:r>
                    </a:p>
                  </a:txBody>
                  <a:tcPr/>
                </a:tc>
                <a:tc>
                  <a:txBody>
                    <a:bodyPr/>
                    <a:lstStyle/>
                    <a:p>
                      <a:r>
                        <a:rPr lang="en-US" dirty="0" err="1"/>
                        <a:t>cPro</a:t>
                      </a:r>
                      <a:endParaRPr lang="en-US" dirty="0"/>
                    </a:p>
                  </a:txBody>
                  <a:tcPr/>
                </a:tc>
                <a:tc>
                  <a:txBody>
                    <a:bodyPr/>
                    <a:lstStyle/>
                    <a:p>
                      <a:r>
                        <a:rPr lang="en-US" dirty="0"/>
                        <a:t>14.5</a:t>
                      </a:r>
                    </a:p>
                  </a:txBody>
                  <a:tcPr/>
                </a:tc>
                <a:tc>
                  <a:txBody>
                    <a:bodyPr/>
                    <a:lstStyle/>
                    <a:p>
                      <a:r>
                        <a:rPr lang="en-US" dirty="0"/>
                        <a:t>1</a:t>
                      </a:r>
                    </a:p>
                  </a:txBody>
                  <a:tcPr>
                    <a:solidFill>
                      <a:srgbClr val="FF0000"/>
                    </a:solidFill>
                  </a:tcPr>
                </a:tc>
                <a:extLst>
                  <a:ext uri="{0D108BD9-81ED-4DB2-BD59-A6C34878D82A}">
                    <a16:rowId xmlns:a16="http://schemas.microsoft.com/office/drawing/2014/main" val="2775413671"/>
                  </a:ext>
                </a:extLst>
              </a:tr>
            </a:tbl>
          </a:graphicData>
        </a:graphic>
      </p:graphicFrame>
      <p:sp>
        <p:nvSpPr>
          <p:cNvPr id="22" name="Content Placeholder 2">
            <a:extLst>
              <a:ext uri="{FF2B5EF4-FFF2-40B4-BE49-F238E27FC236}">
                <a16:creationId xmlns:a16="http://schemas.microsoft.com/office/drawing/2014/main" id="{33D5E2A0-F156-9804-6CE1-70D2C121ECE4}"/>
              </a:ext>
            </a:extLst>
          </p:cNvPr>
          <p:cNvSpPr txBox="1">
            <a:spLocks/>
          </p:cNvSpPr>
          <p:nvPr/>
        </p:nvSpPr>
        <p:spPr>
          <a:xfrm>
            <a:off x="370373" y="4882780"/>
            <a:ext cx="4786418" cy="923330"/>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pPr>
            <a:r>
              <a:rPr lang="en-US" sz="2000" dirty="0"/>
              <a:t>Potential next steps:</a:t>
            </a:r>
          </a:p>
          <a:p>
            <a:pPr lvl="2"/>
            <a:r>
              <a:rPr lang="en-US" sz="2000" dirty="0"/>
              <a:t>Fill in missing substituents with Free-Wilson or machine learning model</a:t>
            </a:r>
            <a:endParaRPr lang="en-US" dirty="0"/>
          </a:p>
        </p:txBody>
      </p:sp>
      <p:sp>
        <p:nvSpPr>
          <p:cNvPr id="23" name="Arrow: Right 22">
            <a:extLst>
              <a:ext uri="{FF2B5EF4-FFF2-40B4-BE49-F238E27FC236}">
                <a16:creationId xmlns:a16="http://schemas.microsoft.com/office/drawing/2014/main" id="{5F14CCD8-3F0B-B308-679D-0C04EB5509DD}"/>
              </a:ext>
            </a:extLst>
          </p:cNvPr>
          <p:cNvSpPr/>
          <p:nvPr/>
        </p:nvSpPr>
        <p:spPr>
          <a:xfrm>
            <a:off x="3223193" y="342279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6A0769E3-B427-4EBF-CA9A-EA410514213A}"/>
              </a:ext>
            </a:extLst>
          </p:cNvPr>
          <p:cNvSpPr/>
          <p:nvPr/>
        </p:nvSpPr>
        <p:spPr>
          <a:xfrm>
            <a:off x="5433371" y="342279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00E1480-3919-39F8-1A28-4DEEE594656A}"/>
              </a:ext>
            </a:extLst>
          </p:cNvPr>
          <p:cNvSpPr txBox="1"/>
          <p:nvPr/>
        </p:nvSpPr>
        <p:spPr>
          <a:xfrm>
            <a:off x="3060752" y="3616492"/>
            <a:ext cx="562975" cy="307777"/>
          </a:xfrm>
          <a:prstGeom prst="rect">
            <a:avLst/>
          </a:prstGeom>
          <a:solidFill>
            <a:schemeClr val="bg1"/>
          </a:solidFill>
        </p:spPr>
        <p:txBody>
          <a:bodyPr wrap="none" rtlCol="0">
            <a:spAutoFit/>
          </a:bodyPr>
          <a:lstStyle/>
          <a:p>
            <a:r>
              <a:rPr lang="en-US" sz="1400" b="1" dirty="0"/>
              <a:t>15 K</a:t>
            </a:r>
          </a:p>
        </p:txBody>
      </p:sp>
      <p:sp>
        <p:nvSpPr>
          <p:cNvPr id="4" name="Content Placeholder 2">
            <a:extLst>
              <a:ext uri="{FF2B5EF4-FFF2-40B4-BE49-F238E27FC236}">
                <a16:creationId xmlns:a16="http://schemas.microsoft.com/office/drawing/2014/main" id="{F6510DC1-700F-5EF3-688D-EEB371E30094}"/>
              </a:ext>
            </a:extLst>
          </p:cNvPr>
          <p:cNvSpPr txBox="1">
            <a:spLocks/>
          </p:cNvSpPr>
          <p:nvPr/>
        </p:nvSpPr>
        <p:spPr>
          <a:xfrm>
            <a:off x="2714694" y="1575860"/>
            <a:ext cx="296991" cy="293694"/>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pPr>
            <a:r>
              <a:rPr lang="en-US" sz="2800" b="1" dirty="0"/>
              <a:t>?</a:t>
            </a:r>
          </a:p>
        </p:txBody>
      </p:sp>
    </p:spTree>
    <p:extLst>
      <p:ext uri="{BB962C8B-B14F-4D97-AF65-F5344CB8AC3E}">
        <p14:creationId xmlns:p14="http://schemas.microsoft.com/office/powerpoint/2010/main" val="112819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additive="base">
                                        <p:cTn id="15" dur="500" fill="hold"/>
                                        <p:tgtEl>
                                          <p:spTgt spid="1026"/>
                                        </p:tgtEl>
                                        <p:attrNameLst>
                                          <p:attrName>ppt_x</p:attrName>
                                        </p:attrNameLst>
                                      </p:cBhvr>
                                      <p:tavLst>
                                        <p:tav tm="0">
                                          <p:val>
                                            <p:strVal val="#ppt_x"/>
                                          </p:val>
                                        </p:tav>
                                        <p:tav tm="100000">
                                          <p:val>
                                            <p:strVal val="#ppt_x"/>
                                          </p:val>
                                        </p:tav>
                                      </p:tavLst>
                                    </p:anim>
                                    <p:anim calcmode="lin" valueType="num">
                                      <p:cBhvr additive="base">
                                        <p:cTn id="16" dur="500" fill="hold"/>
                                        <p:tgtEl>
                                          <p:spTgt spid="10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07C96ED-A58C-FAB0-8AA7-7F29CFB15FE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Going large: 15 K torsion scans enable chemical space view</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10</a:t>
            </a:fld>
            <a:endParaRPr lang="en-GB"/>
          </a:p>
        </p:txBody>
      </p:sp>
      <p:sp>
        <p:nvSpPr>
          <p:cNvPr id="8" name="Rectangle: Rounded Corners 7">
            <a:extLst>
              <a:ext uri="{FF2B5EF4-FFF2-40B4-BE49-F238E27FC236}">
                <a16:creationId xmlns:a16="http://schemas.microsoft.com/office/drawing/2014/main" id="{38D190BB-BB3C-33D7-3B52-23EEB651C2C3}"/>
              </a:ext>
            </a:extLst>
          </p:cNvPr>
          <p:cNvSpPr/>
          <p:nvPr/>
        </p:nvSpPr>
        <p:spPr>
          <a:xfrm>
            <a:off x="1366172" y="1464595"/>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a:extLst>
              <a:ext uri="{FF2B5EF4-FFF2-40B4-BE49-F238E27FC236}">
                <a16:creationId xmlns:a16="http://schemas.microsoft.com/office/drawing/2014/main" id="{84C08886-18FD-3C8D-F220-3F7E5438574C}"/>
              </a:ext>
            </a:extLst>
          </p:cNvPr>
          <p:cNvGraphicFramePr>
            <a:graphicFrameLocks noChangeAspect="1"/>
          </p:cNvGraphicFramePr>
          <p:nvPr/>
        </p:nvGraphicFramePr>
        <p:xfrm>
          <a:off x="1165110" y="1109091"/>
          <a:ext cx="300813" cy="418632"/>
        </p:xfrm>
        <a:graphic>
          <a:graphicData uri="http://schemas.openxmlformats.org/presentationml/2006/ole">
            <mc:AlternateContent xmlns:mc="http://schemas.openxmlformats.org/markup-compatibility/2006">
              <mc:Choice xmlns:v="urn:schemas-microsoft-com:vml" Requires="v">
                <p:oleObj name="CS ChemDraw 64-bit Drawing" r:id="rId2" imgW="190147" imgH="264673" progId="ChemDraw_x64.Document.6.0">
                  <p:embed/>
                </p:oleObj>
              </mc:Choice>
              <mc:Fallback>
                <p:oleObj name="CS ChemDraw 64-bit Drawing" r:id="rId2" imgW="190147" imgH="264673" progId="ChemDraw_x64.Document.6.0">
                  <p:embed/>
                  <p:pic>
                    <p:nvPicPr>
                      <p:cNvPr id="14" name="Object 13">
                        <a:extLst>
                          <a:ext uri="{FF2B5EF4-FFF2-40B4-BE49-F238E27FC236}">
                            <a16:creationId xmlns:a16="http://schemas.microsoft.com/office/drawing/2014/main" id="{84C08886-18FD-3C8D-F220-3F7E5438574C}"/>
                          </a:ext>
                        </a:extLst>
                      </p:cNvPr>
                      <p:cNvPicPr/>
                      <p:nvPr/>
                    </p:nvPicPr>
                    <p:blipFill>
                      <a:blip r:embed="rId3"/>
                      <a:stretch>
                        <a:fillRect/>
                      </a:stretch>
                    </p:blipFill>
                    <p:spPr>
                      <a:xfrm>
                        <a:off x="1165110" y="1109091"/>
                        <a:ext cx="300813" cy="41863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34E42FC7-71D8-3485-5E35-2B30AC0B5D66}"/>
              </a:ext>
            </a:extLst>
          </p:cNvPr>
          <p:cNvGraphicFramePr>
            <a:graphicFrameLocks noChangeAspect="1"/>
          </p:cNvGraphicFramePr>
          <p:nvPr/>
        </p:nvGraphicFramePr>
        <p:xfrm>
          <a:off x="941811" y="2292111"/>
          <a:ext cx="490314" cy="365870"/>
        </p:xfrm>
        <a:graphic>
          <a:graphicData uri="http://schemas.openxmlformats.org/presentationml/2006/ole">
            <mc:AlternateContent xmlns:mc="http://schemas.openxmlformats.org/markup-compatibility/2006">
              <mc:Choice xmlns:v="urn:schemas-microsoft-com:vml" Requires="v">
                <p:oleObj name="CS ChemDraw 64-bit Drawing" r:id="rId4" imgW="312470" imgH="233059" progId="ChemDraw_x64.Document.6.0">
                  <p:embed/>
                </p:oleObj>
              </mc:Choice>
              <mc:Fallback>
                <p:oleObj name="CS ChemDraw 64-bit Drawing" r:id="rId4" imgW="312470" imgH="233059" progId="ChemDraw_x64.Document.6.0">
                  <p:embed/>
                  <p:pic>
                    <p:nvPicPr>
                      <p:cNvPr id="15" name="Object 14">
                        <a:extLst>
                          <a:ext uri="{FF2B5EF4-FFF2-40B4-BE49-F238E27FC236}">
                            <a16:creationId xmlns:a16="http://schemas.microsoft.com/office/drawing/2014/main" id="{34E42FC7-71D8-3485-5E35-2B30AC0B5D66}"/>
                          </a:ext>
                        </a:extLst>
                      </p:cNvPr>
                      <p:cNvPicPr/>
                      <p:nvPr/>
                    </p:nvPicPr>
                    <p:blipFill>
                      <a:blip r:embed="rId5"/>
                      <a:stretch>
                        <a:fillRect/>
                      </a:stretch>
                    </p:blipFill>
                    <p:spPr>
                      <a:xfrm>
                        <a:off x="941811" y="2292111"/>
                        <a:ext cx="490314" cy="36587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C61B7DF-8954-B52C-7659-FDDE58E46D86}"/>
              </a:ext>
            </a:extLst>
          </p:cNvPr>
          <p:cNvGraphicFramePr>
            <a:graphicFrameLocks noChangeAspect="1"/>
          </p:cNvGraphicFramePr>
          <p:nvPr/>
        </p:nvGraphicFramePr>
        <p:xfrm>
          <a:off x="963538" y="1926020"/>
          <a:ext cx="300812" cy="479808"/>
        </p:xfrm>
        <a:graphic>
          <a:graphicData uri="http://schemas.openxmlformats.org/presentationml/2006/ole">
            <mc:AlternateContent xmlns:mc="http://schemas.openxmlformats.org/markup-compatibility/2006">
              <mc:Choice xmlns:v="urn:schemas-microsoft-com:vml" Requires="v">
                <p:oleObj name="CS ChemDraw 64-bit Drawing" r:id="rId6" imgW="191762" imgH="306016" progId="ChemDraw_x64.Document.6.0">
                  <p:embed/>
                </p:oleObj>
              </mc:Choice>
              <mc:Fallback>
                <p:oleObj name="CS ChemDraw 64-bit Drawing" r:id="rId6" imgW="191762" imgH="306016" progId="ChemDraw_x64.Document.6.0">
                  <p:embed/>
                  <p:pic>
                    <p:nvPicPr>
                      <p:cNvPr id="16" name="Object 15">
                        <a:extLst>
                          <a:ext uri="{FF2B5EF4-FFF2-40B4-BE49-F238E27FC236}">
                            <a16:creationId xmlns:a16="http://schemas.microsoft.com/office/drawing/2014/main" id="{0C61B7DF-8954-B52C-7659-FDDE58E46D86}"/>
                          </a:ext>
                        </a:extLst>
                      </p:cNvPr>
                      <p:cNvPicPr/>
                      <p:nvPr/>
                    </p:nvPicPr>
                    <p:blipFill>
                      <a:blip r:embed="rId7"/>
                      <a:stretch>
                        <a:fillRect/>
                      </a:stretch>
                    </p:blipFill>
                    <p:spPr>
                      <a:xfrm>
                        <a:off x="963538" y="1926020"/>
                        <a:ext cx="300812" cy="479808"/>
                      </a:xfrm>
                      <a:prstGeom prst="rect">
                        <a:avLst/>
                      </a:prstGeom>
                    </p:spPr>
                  </p:pic>
                </p:oleObj>
              </mc:Fallback>
            </mc:AlternateContent>
          </a:graphicData>
        </a:graphic>
      </p:graphicFrame>
      <p:sp>
        <p:nvSpPr>
          <p:cNvPr id="9" name="Oval 8">
            <a:extLst>
              <a:ext uri="{FF2B5EF4-FFF2-40B4-BE49-F238E27FC236}">
                <a16:creationId xmlns:a16="http://schemas.microsoft.com/office/drawing/2014/main" id="{2E7F8A7E-9D29-44B7-7318-D4C855B52B88}"/>
              </a:ext>
            </a:extLst>
          </p:cNvPr>
          <p:cNvSpPr/>
          <p:nvPr/>
        </p:nvSpPr>
        <p:spPr>
          <a:xfrm>
            <a:off x="825202" y="1514371"/>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a:extLst>
              <a:ext uri="{FF2B5EF4-FFF2-40B4-BE49-F238E27FC236}">
                <a16:creationId xmlns:a16="http://schemas.microsoft.com/office/drawing/2014/main" id="{FFA0F316-379F-4BAD-93EC-7046793B8B6C}"/>
              </a:ext>
            </a:extLst>
          </p:cNvPr>
          <p:cNvGraphicFramePr>
            <a:graphicFrameLocks noGrp="1"/>
          </p:cNvGraphicFramePr>
          <p:nvPr/>
        </p:nvGraphicFramePr>
        <p:xfrm>
          <a:off x="5781937" y="3062305"/>
          <a:ext cx="6219345" cy="2616480"/>
        </p:xfrm>
        <a:graphic>
          <a:graphicData uri="http://schemas.openxmlformats.org/drawingml/2006/table">
            <a:tbl>
              <a:tblPr firstRow="1" bandRow="1">
                <a:tableStyleId>{7DF18680-E054-41AD-8BC1-D1AEF772440D}</a:tableStyleId>
              </a:tblPr>
              <a:tblGrid>
                <a:gridCol w="1243869">
                  <a:extLst>
                    <a:ext uri="{9D8B030D-6E8A-4147-A177-3AD203B41FA5}">
                      <a16:colId xmlns:a16="http://schemas.microsoft.com/office/drawing/2014/main" val="544900936"/>
                    </a:ext>
                  </a:extLst>
                </a:gridCol>
                <a:gridCol w="1243869">
                  <a:extLst>
                    <a:ext uri="{9D8B030D-6E8A-4147-A177-3AD203B41FA5}">
                      <a16:colId xmlns:a16="http://schemas.microsoft.com/office/drawing/2014/main" val="3406281243"/>
                    </a:ext>
                  </a:extLst>
                </a:gridCol>
                <a:gridCol w="1243869">
                  <a:extLst>
                    <a:ext uri="{9D8B030D-6E8A-4147-A177-3AD203B41FA5}">
                      <a16:colId xmlns:a16="http://schemas.microsoft.com/office/drawing/2014/main" val="1517525245"/>
                    </a:ext>
                  </a:extLst>
                </a:gridCol>
                <a:gridCol w="1243869">
                  <a:extLst>
                    <a:ext uri="{9D8B030D-6E8A-4147-A177-3AD203B41FA5}">
                      <a16:colId xmlns:a16="http://schemas.microsoft.com/office/drawing/2014/main" val="255983357"/>
                    </a:ext>
                  </a:extLst>
                </a:gridCol>
                <a:gridCol w="1243869">
                  <a:extLst>
                    <a:ext uri="{9D8B030D-6E8A-4147-A177-3AD203B41FA5}">
                      <a16:colId xmlns:a16="http://schemas.microsoft.com/office/drawing/2014/main" val="640666598"/>
                    </a:ext>
                  </a:extLst>
                </a:gridCol>
              </a:tblGrid>
              <a:tr h="436080">
                <a:tc>
                  <a:txBody>
                    <a:bodyPr/>
                    <a:lstStyle/>
                    <a:p>
                      <a:r>
                        <a:rPr lang="en-US" dirty="0"/>
                        <a:t>R1</a:t>
                      </a:r>
                    </a:p>
                  </a:txBody>
                  <a:tcPr/>
                </a:tc>
                <a:tc>
                  <a:txBody>
                    <a:bodyPr/>
                    <a:lstStyle/>
                    <a:p>
                      <a:r>
                        <a:rPr lang="en-US" dirty="0"/>
                        <a:t>R2</a:t>
                      </a:r>
                    </a:p>
                  </a:txBody>
                  <a:tcPr/>
                </a:tc>
                <a:tc>
                  <a:txBody>
                    <a:bodyPr/>
                    <a:lstStyle/>
                    <a:p>
                      <a:r>
                        <a:rPr lang="en-US" dirty="0"/>
                        <a:t>R3</a:t>
                      </a:r>
                    </a:p>
                  </a:txBody>
                  <a:tcPr/>
                </a:tc>
                <a:tc>
                  <a:txBody>
                    <a:bodyPr/>
                    <a:lstStyle/>
                    <a:p>
                      <a:r>
                        <a:rPr lang="en-US" dirty="0" err="1"/>
                        <a:t>Erot</a:t>
                      </a:r>
                      <a:endParaRPr lang="en-US" dirty="0"/>
                    </a:p>
                  </a:txBody>
                  <a:tcPr/>
                </a:tc>
                <a:tc>
                  <a:txBody>
                    <a:bodyPr/>
                    <a:lstStyle/>
                    <a:p>
                      <a:r>
                        <a:rPr lang="en-US" dirty="0"/>
                        <a:t>Class</a:t>
                      </a:r>
                    </a:p>
                  </a:txBody>
                  <a:tcPr/>
                </a:tc>
                <a:extLst>
                  <a:ext uri="{0D108BD9-81ED-4DB2-BD59-A6C34878D82A}">
                    <a16:rowId xmlns:a16="http://schemas.microsoft.com/office/drawing/2014/main" val="1819955290"/>
                  </a:ext>
                </a:extLst>
              </a:tr>
              <a:tr h="436080">
                <a:tc>
                  <a:txBody>
                    <a:bodyPr/>
                    <a:lstStyle/>
                    <a:p>
                      <a:r>
                        <a:rPr lang="en-US" dirty="0"/>
                        <a:t>Me</a:t>
                      </a:r>
                    </a:p>
                  </a:txBody>
                  <a:tcPr/>
                </a:tc>
                <a:tc>
                  <a:txBody>
                    <a:bodyPr/>
                    <a:lstStyle/>
                    <a:p>
                      <a:r>
                        <a:rPr lang="en-US" dirty="0"/>
                        <a:t>NH2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cPro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30.2</a:t>
                      </a:r>
                    </a:p>
                  </a:txBody>
                  <a:tcPr/>
                </a:tc>
                <a:tc>
                  <a:txBody>
                    <a:bodyPr/>
                    <a:lstStyle/>
                    <a:p>
                      <a:r>
                        <a:rPr lang="en-US" dirty="0"/>
                        <a:t>3</a:t>
                      </a:r>
                    </a:p>
                  </a:txBody>
                  <a:tcPr>
                    <a:solidFill>
                      <a:srgbClr val="00B050"/>
                    </a:solidFill>
                  </a:tcPr>
                </a:tc>
                <a:extLst>
                  <a:ext uri="{0D108BD9-81ED-4DB2-BD59-A6C34878D82A}">
                    <a16:rowId xmlns:a16="http://schemas.microsoft.com/office/drawing/2014/main" val="2453529076"/>
                  </a:ext>
                </a:extLst>
              </a:tr>
              <a:tr h="436080">
                <a:tc>
                  <a:txBody>
                    <a:bodyPr/>
                    <a:lstStyle/>
                    <a:p>
                      <a:r>
                        <a:rPr lang="en-US" dirty="0" err="1"/>
                        <a:t>cPro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NH2</a:t>
                      </a:r>
                    </a:p>
                  </a:txBody>
                  <a:tcPr/>
                </a:tc>
                <a:tc>
                  <a:txBody>
                    <a:bodyPr/>
                    <a:lstStyle/>
                    <a:p>
                      <a:r>
                        <a:rPr lang="en-US" dirty="0" err="1"/>
                        <a:t>cPro</a:t>
                      </a:r>
                      <a:endParaRPr lang="en-US" dirty="0"/>
                    </a:p>
                  </a:txBody>
                  <a:tcPr/>
                </a:tc>
                <a:tc>
                  <a:txBody>
                    <a:bodyPr/>
                    <a:lstStyle/>
                    <a:p>
                      <a:r>
                        <a:rPr lang="en-US" dirty="0"/>
                        <a:t>27.45</a:t>
                      </a:r>
                    </a:p>
                  </a:txBody>
                  <a:tcPr/>
                </a:tc>
                <a:tc>
                  <a:txBody>
                    <a:bodyPr/>
                    <a:lstStyle/>
                    <a:p>
                      <a:r>
                        <a:rPr lang="en-US" dirty="0"/>
                        <a:t>2</a:t>
                      </a:r>
                    </a:p>
                  </a:txBody>
                  <a:tcPr>
                    <a:solidFill>
                      <a:srgbClr val="FFFF00"/>
                    </a:solidFill>
                  </a:tcPr>
                </a:tc>
                <a:extLst>
                  <a:ext uri="{0D108BD9-81ED-4DB2-BD59-A6C34878D82A}">
                    <a16:rowId xmlns:a16="http://schemas.microsoft.com/office/drawing/2014/main" val="1058113017"/>
                  </a:ext>
                </a:extLst>
              </a:tr>
              <a:tr h="436080">
                <a:tc>
                  <a:txBody>
                    <a:bodyPr/>
                    <a:lstStyle/>
                    <a:p>
                      <a:r>
                        <a:rPr lang="en-US" dirty="0"/>
                        <a:t>Me</a:t>
                      </a:r>
                    </a:p>
                  </a:txBody>
                  <a:tcPr/>
                </a:tc>
                <a:tc>
                  <a:txBody>
                    <a:bodyPr/>
                    <a:lstStyle/>
                    <a:p>
                      <a:r>
                        <a:rPr lang="en-US" dirty="0"/>
                        <a:t>F</a:t>
                      </a:r>
                    </a:p>
                  </a:txBody>
                  <a:tcPr/>
                </a:tc>
                <a:tc>
                  <a:txBody>
                    <a:bodyPr/>
                    <a:lstStyle/>
                    <a:p>
                      <a:r>
                        <a:rPr lang="en-US" dirty="0" err="1"/>
                        <a:t>cPro</a:t>
                      </a:r>
                      <a:endParaRPr lang="en-US" dirty="0"/>
                    </a:p>
                  </a:txBody>
                  <a:tcPr/>
                </a:tc>
                <a:tc>
                  <a:txBody>
                    <a:bodyPr/>
                    <a:lstStyle/>
                    <a:p>
                      <a:r>
                        <a:rPr lang="en-US" dirty="0"/>
                        <a:t>20.1</a:t>
                      </a:r>
                    </a:p>
                  </a:txBody>
                  <a:tcPr/>
                </a:tc>
                <a:tc>
                  <a:txBody>
                    <a:bodyPr/>
                    <a:lstStyle/>
                    <a:p>
                      <a:r>
                        <a:rPr lang="en-US" dirty="0"/>
                        <a:t>2</a:t>
                      </a:r>
                    </a:p>
                  </a:txBody>
                  <a:tcPr>
                    <a:solidFill>
                      <a:srgbClr val="FFFF00"/>
                    </a:solidFill>
                  </a:tcPr>
                </a:tc>
                <a:extLst>
                  <a:ext uri="{0D108BD9-81ED-4DB2-BD59-A6C34878D82A}">
                    <a16:rowId xmlns:a16="http://schemas.microsoft.com/office/drawing/2014/main" val="1310608830"/>
                  </a:ext>
                </a:extLst>
              </a:tr>
              <a:tr h="436080">
                <a:tc>
                  <a:txBody>
                    <a:bodyPr/>
                    <a:lstStyle/>
                    <a:p>
                      <a:r>
                        <a:rPr lang="en-US" dirty="0"/>
                        <a:t>F</a:t>
                      </a:r>
                    </a:p>
                  </a:txBody>
                  <a:tcPr/>
                </a:tc>
                <a:tc>
                  <a:txBody>
                    <a:bodyPr/>
                    <a:lstStyle/>
                    <a:p>
                      <a:r>
                        <a:rPr lang="en-US" dirty="0"/>
                        <a:t>F</a:t>
                      </a:r>
                    </a:p>
                  </a:txBody>
                  <a:tcPr/>
                </a:tc>
                <a:tc>
                  <a:txBody>
                    <a:bodyPr/>
                    <a:lstStyle/>
                    <a:p>
                      <a:r>
                        <a:rPr lang="en-US" dirty="0" err="1"/>
                        <a:t>cPro</a:t>
                      </a:r>
                      <a:endParaRPr lang="en-US" dirty="0"/>
                    </a:p>
                  </a:txBody>
                  <a:tcPr/>
                </a:tc>
                <a:tc>
                  <a:txBody>
                    <a:bodyPr/>
                    <a:lstStyle/>
                    <a:p>
                      <a:r>
                        <a:rPr lang="en-US" dirty="0"/>
                        <a:t>16.4</a:t>
                      </a:r>
                    </a:p>
                  </a:txBody>
                  <a:tcPr/>
                </a:tc>
                <a:tc>
                  <a:txBody>
                    <a:bodyPr/>
                    <a:lstStyle/>
                    <a:p>
                      <a:r>
                        <a:rPr lang="en-US" dirty="0"/>
                        <a:t>1</a:t>
                      </a:r>
                    </a:p>
                  </a:txBody>
                  <a:tcPr>
                    <a:solidFill>
                      <a:srgbClr val="FF0000"/>
                    </a:solidFill>
                  </a:tcPr>
                </a:tc>
                <a:extLst>
                  <a:ext uri="{0D108BD9-81ED-4DB2-BD59-A6C34878D82A}">
                    <a16:rowId xmlns:a16="http://schemas.microsoft.com/office/drawing/2014/main" val="388552635"/>
                  </a:ext>
                </a:extLst>
              </a:tr>
              <a:tr h="436080">
                <a:tc>
                  <a:txBody>
                    <a:bodyPr/>
                    <a:lstStyle/>
                    <a:p>
                      <a:r>
                        <a:rPr lang="en-US" dirty="0"/>
                        <a:t>H</a:t>
                      </a:r>
                    </a:p>
                  </a:txBody>
                  <a:tcPr/>
                </a:tc>
                <a:tc>
                  <a:txBody>
                    <a:bodyPr/>
                    <a:lstStyle/>
                    <a:p>
                      <a:r>
                        <a:rPr lang="en-US" dirty="0"/>
                        <a:t>H</a:t>
                      </a:r>
                    </a:p>
                  </a:txBody>
                  <a:tcPr/>
                </a:tc>
                <a:tc>
                  <a:txBody>
                    <a:bodyPr/>
                    <a:lstStyle/>
                    <a:p>
                      <a:r>
                        <a:rPr lang="en-US" dirty="0" err="1"/>
                        <a:t>cPro</a:t>
                      </a:r>
                      <a:endParaRPr lang="en-US" dirty="0"/>
                    </a:p>
                  </a:txBody>
                  <a:tcPr/>
                </a:tc>
                <a:tc>
                  <a:txBody>
                    <a:bodyPr/>
                    <a:lstStyle/>
                    <a:p>
                      <a:r>
                        <a:rPr lang="en-US" dirty="0"/>
                        <a:t>14.5</a:t>
                      </a:r>
                    </a:p>
                  </a:txBody>
                  <a:tcPr/>
                </a:tc>
                <a:tc>
                  <a:txBody>
                    <a:bodyPr/>
                    <a:lstStyle/>
                    <a:p>
                      <a:r>
                        <a:rPr lang="en-US" dirty="0"/>
                        <a:t>1</a:t>
                      </a:r>
                    </a:p>
                  </a:txBody>
                  <a:tcPr>
                    <a:solidFill>
                      <a:srgbClr val="FF0000"/>
                    </a:solidFill>
                  </a:tcPr>
                </a:tc>
                <a:extLst>
                  <a:ext uri="{0D108BD9-81ED-4DB2-BD59-A6C34878D82A}">
                    <a16:rowId xmlns:a16="http://schemas.microsoft.com/office/drawing/2014/main" val="2775413671"/>
                  </a:ext>
                </a:extLst>
              </a:tr>
            </a:tbl>
          </a:graphicData>
        </a:graphic>
      </p:graphicFrame>
      <p:graphicFrame>
        <p:nvGraphicFramePr>
          <p:cNvPr id="3" name="Object 2">
            <a:extLst>
              <a:ext uri="{FF2B5EF4-FFF2-40B4-BE49-F238E27FC236}">
                <a16:creationId xmlns:a16="http://schemas.microsoft.com/office/drawing/2014/main" id="{863134B8-8341-57BD-F0F0-7DCB208A38A3}"/>
              </a:ext>
            </a:extLst>
          </p:cNvPr>
          <p:cNvGraphicFramePr>
            <a:graphicFrameLocks noChangeAspect="1"/>
          </p:cNvGraphicFramePr>
          <p:nvPr>
            <p:extLst>
              <p:ext uri="{D42A27DB-BD31-4B8C-83A1-F6EECF244321}">
                <p14:modId xmlns:p14="http://schemas.microsoft.com/office/powerpoint/2010/main" val="2423950227"/>
              </p:ext>
            </p:extLst>
          </p:nvPr>
        </p:nvGraphicFramePr>
        <p:xfrm>
          <a:off x="4183030" y="3719412"/>
          <a:ext cx="305973" cy="495755"/>
        </p:xfrm>
        <a:graphic>
          <a:graphicData uri="http://schemas.openxmlformats.org/presentationml/2006/ole">
            <mc:AlternateContent xmlns:mc="http://schemas.openxmlformats.org/markup-compatibility/2006">
              <mc:Choice xmlns:v="urn:schemas-microsoft-com:vml" Requires="v">
                <p:oleObj name="CS ChemDraw 64-bit Drawing" r:id="rId8" imgW="251107" imgH="406535" progId="ChemDraw_x64.Document.6.0">
                  <p:embed/>
                </p:oleObj>
              </mc:Choice>
              <mc:Fallback>
                <p:oleObj name="CS ChemDraw 64-bit Drawing" r:id="rId8" imgW="251107" imgH="406535" progId="ChemDraw_x64.Document.6.0">
                  <p:embed/>
                  <p:pic>
                    <p:nvPicPr>
                      <p:cNvPr id="3" name="Object 2">
                        <a:extLst>
                          <a:ext uri="{FF2B5EF4-FFF2-40B4-BE49-F238E27FC236}">
                            <a16:creationId xmlns:a16="http://schemas.microsoft.com/office/drawing/2014/main" id="{863134B8-8341-57BD-F0F0-7DCB208A38A3}"/>
                          </a:ext>
                        </a:extLst>
                      </p:cNvPr>
                      <p:cNvPicPr/>
                      <p:nvPr/>
                    </p:nvPicPr>
                    <p:blipFill>
                      <a:blip r:embed="rId9"/>
                      <a:stretch>
                        <a:fillRect/>
                      </a:stretch>
                    </p:blipFill>
                    <p:spPr>
                      <a:xfrm>
                        <a:off x="4183030" y="3719412"/>
                        <a:ext cx="305973" cy="495755"/>
                      </a:xfrm>
                      <a:prstGeom prst="rect">
                        <a:avLst/>
                      </a:prstGeom>
                    </p:spPr>
                  </p:pic>
                </p:oleObj>
              </mc:Fallback>
            </mc:AlternateContent>
          </a:graphicData>
        </a:graphic>
      </p:graphicFrame>
      <p:sp>
        <p:nvSpPr>
          <p:cNvPr id="4" name="Rectangle: Rounded Corners 3">
            <a:extLst>
              <a:ext uri="{FF2B5EF4-FFF2-40B4-BE49-F238E27FC236}">
                <a16:creationId xmlns:a16="http://schemas.microsoft.com/office/drawing/2014/main" id="{7D6D0920-FD33-D0D2-CD76-FCD4C1A69F35}"/>
              </a:ext>
            </a:extLst>
          </p:cNvPr>
          <p:cNvSpPr/>
          <p:nvPr/>
        </p:nvSpPr>
        <p:spPr>
          <a:xfrm>
            <a:off x="4736693" y="3222711"/>
            <a:ext cx="559632" cy="872444"/>
          </a:xfrm>
          <a:prstGeom prst="roundRect">
            <a:avLst/>
          </a:prstGeom>
          <a:solidFill>
            <a:srgbClr val="92D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32E8B91-373F-99A2-55F2-829FA28971C3}"/>
              </a:ext>
            </a:extLst>
          </p:cNvPr>
          <p:cNvSpPr/>
          <p:nvPr/>
        </p:nvSpPr>
        <p:spPr>
          <a:xfrm>
            <a:off x="4195723" y="3272487"/>
            <a:ext cx="490315" cy="495755"/>
          </a:xfrm>
          <a:prstGeom prst="ellipse">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a:extLst>
              <a:ext uri="{FF2B5EF4-FFF2-40B4-BE49-F238E27FC236}">
                <a16:creationId xmlns:a16="http://schemas.microsoft.com/office/drawing/2014/main" id="{7DC529B4-8144-6FFF-6B12-257441095423}"/>
              </a:ext>
            </a:extLst>
          </p:cNvPr>
          <p:cNvGraphicFramePr>
            <a:graphicFrameLocks noChangeAspect="1"/>
          </p:cNvGraphicFramePr>
          <p:nvPr>
            <p:extLst>
              <p:ext uri="{D42A27DB-BD31-4B8C-83A1-F6EECF244321}">
                <p14:modId xmlns:p14="http://schemas.microsoft.com/office/powerpoint/2010/main" val="435830998"/>
              </p:ext>
            </p:extLst>
          </p:nvPr>
        </p:nvGraphicFramePr>
        <p:xfrm>
          <a:off x="4369808" y="2925871"/>
          <a:ext cx="446968" cy="355879"/>
        </p:xfrm>
        <a:graphic>
          <a:graphicData uri="http://schemas.openxmlformats.org/presentationml/2006/ole">
            <mc:AlternateContent xmlns:mc="http://schemas.openxmlformats.org/markup-compatibility/2006">
              <mc:Choice xmlns:v="urn:schemas-microsoft-com:vml" Requires="v">
                <p:oleObj name="CS ChemDraw 64-bit Drawing" r:id="rId10" imgW="335078" imgH="266295" progId="ChemDraw_x64.Document.6.0">
                  <p:embed/>
                </p:oleObj>
              </mc:Choice>
              <mc:Fallback>
                <p:oleObj name="CS ChemDraw 64-bit Drawing" r:id="rId10" imgW="335078" imgH="266295" progId="ChemDraw_x64.Document.6.0">
                  <p:embed/>
                  <p:pic>
                    <p:nvPicPr>
                      <p:cNvPr id="7" name="Object 6">
                        <a:extLst>
                          <a:ext uri="{FF2B5EF4-FFF2-40B4-BE49-F238E27FC236}">
                            <a16:creationId xmlns:a16="http://schemas.microsoft.com/office/drawing/2014/main" id="{7DC529B4-8144-6FFF-6B12-257441095423}"/>
                          </a:ext>
                        </a:extLst>
                      </p:cNvPr>
                      <p:cNvPicPr/>
                      <p:nvPr/>
                    </p:nvPicPr>
                    <p:blipFill>
                      <a:blip r:embed="rId11"/>
                      <a:stretch>
                        <a:fillRect/>
                      </a:stretch>
                    </p:blipFill>
                    <p:spPr>
                      <a:xfrm>
                        <a:off x="4369808" y="2925871"/>
                        <a:ext cx="446968" cy="355879"/>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B69EC814-EDE5-7187-C988-506A2760DEC6}"/>
              </a:ext>
            </a:extLst>
          </p:cNvPr>
          <p:cNvGraphicFramePr>
            <a:graphicFrameLocks noChangeAspect="1"/>
          </p:cNvGraphicFramePr>
          <p:nvPr>
            <p:extLst>
              <p:ext uri="{D42A27DB-BD31-4B8C-83A1-F6EECF244321}">
                <p14:modId xmlns:p14="http://schemas.microsoft.com/office/powerpoint/2010/main" val="315194612"/>
              </p:ext>
            </p:extLst>
          </p:nvPr>
        </p:nvGraphicFramePr>
        <p:xfrm>
          <a:off x="4365137" y="4074547"/>
          <a:ext cx="471681" cy="279586"/>
        </p:xfrm>
        <a:graphic>
          <a:graphicData uri="http://schemas.openxmlformats.org/presentationml/2006/ole">
            <mc:AlternateContent xmlns:mc="http://schemas.openxmlformats.org/markup-compatibility/2006">
              <mc:Choice xmlns:v="urn:schemas-microsoft-com:vml" Requires="v">
                <p:oleObj name="CS ChemDraw 64-bit Drawing" r:id="rId12" imgW="393212" imgH="232653" progId="ChemDraw_x64.Document.6.0">
                  <p:embed/>
                </p:oleObj>
              </mc:Choice>
              <mc:Fallback>
                <p:oleObj name="CS ChemDraw 64-bit Drawing" r:id="rId12" imgW="393212" imgH="232653" progId="ChemDraw_x64.Document.6.0">
                  <p:embed/>
                  <p:pic>
                    <p:nvPicPr>
                      <p:cNvPr id="10" name="Object 9">
                        <a:extLst>
                          <a:ext uri="{FF2B5EF4-FFF2-40B4-BE49-F238E27FC236}">
                            <a16:creationId xmlns:a16="http://schemas.microsoft.com/office/drawing/2014/main" id="{B69EC814-EDE5-7187-C988-506A2760DEC6}"/>
                          </a:ext>
                        </a:extLst>
                      </p:cNvPr>
                      <p:cNvPicPr/>
                      <p:nvPr/>
                    </p:nvPicPr>
                    <p:blipFill>
                      <a:blip r:embed="rId13"/>
                      <a:stretch>
                        <a:fillRect/>
                      </a:stretch>
                    </p:blipFill>
                    <p:spPr>
                      <a:xfrm>
                        <a:off x="4365137" y="4074547"/>
                        <a:ext cx="471681" cy="279586"/>
                      </a:xfrm>
                      <a:prstGeom prst="rect">
                        <a:avLst/>
                      </a:prstGeom>
                    </p:spPr>
                  </p:pic>
                </p:oleObj>
              </mc:Fallback>
            </mc:AlternateContent>
          </a:graphicData>
        </a:graphic>
      </p:graphicFrame>
      <p:sp>
        <p:nvSpPr>
          <p:cNvPr id="11" name="Content Placeholder 2">
            <a:extLst>
              <a:ext uri="{FF2B5EF4-FFF2-40B4-BE49-F238E27FC236}">
                <a16:creationId xmlns:a16="http://schemas.microsoft.com/office/drawing/2014/main" id="{9910EE4F-C828-0B1D-FC1B-719BE548AF49}"/>
              </a:ext>
            </a:extLst>
          </p:cNvPr>
          <p:cNvSpPr txBox="1">
            <a:spLocks/>
          </p:cNvSpPr>
          <p:nvPr/>
        </p:nvSpPr>
        <p:spPr>
          <a:xfrm>
            <a:off x="230439" y="3062306"/>
            <a:ext cx="3733031" cy="1291828"/>
          </a:xfrm>
          <a:prstGeom prst="rect">
            <a:avLst/>
          </a:prstGeom>
          <a:solidFill>
            <a:schemeClr val="accent6">
              <a:lumMod val="20000"/>
              <a:lumOff val="80000"/>
            </a:schemeClr>
          </a:solidFill>
          <a:ln>
            <a:noFill/>
          </a:ln>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2000" dirty="0"/>
              <a:t>This combination both fixed the </a:t>
            </a:r>
            <a:r>
              <a:rPr lang="en-US" sz="2000" dirty="0" err="1"/>
              <a:t>atropisomer</a:t>
            </a:r>
            <a:r>
              <a:rPr lang="en-US" sz="2000" dirty="0"/>
              <a:t> and improved potency due to a novel interaction from the amino group</a:t>
            </a:r>
            <a:endParaRPr lang="en-US" dirty="0"/>
          </a:p>
        </p:txBody>
      </p:sp>
      <p:sp>
        <p:nvSpPr>
          <p:cNvPr id="12" name="Arrow: Right 11">
            <a:extLst>
              <a:ext uri="{FF2B5EF4-FFF2-40B4-BE49-F238E27FC236}">
                <a16:creationId xmlns:a16="http://schemas.microsoft.com/office/drawing/2014/main" id="{5D112C5B-612A-50D1-D415-274E254F3BB7}"/>
              </a:ext>
            </a:extLst>
          </p:cNvPr>
          <p:cNvSpPr/>
          <p:nvPr/>
        </p:nvSpPr>
        <p:spPr>
          <a:xfrm>
            <a:off x="5434116" y="3501444"/>
            <a:ext cx="318977" cy="435935"/>
          </a:xfrm>
          <a:prstGeom prst="rightArrow">
            <a:avLst/>
          </a:prstGeom>
          <a:solidFill>
            <a:schemeClr val="bg1"/>
          </a:solidFill>
          <a:ln w="19050">
            <a:solidFill>
              <a:srgbClr val="0020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67083951-CDFB-C22C-F4B6-62E8E906F04D}"/>
              </a:ext>
            </a:extLst>
          </p:cNvPr>
          <p:cNvSpPr/>
          <p:nvPr/>
        </p:nvSpPr>
        <p:spPr>
          <a:xfrm>
            <a:off x="592988" y="4571112"/>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57FF2A90-471F-A0BB-F808-A10A43ECB7FE}"/>
              </a:ext>
            </a:extLst>
          </p:cNvPr>
          <p:cNvSpPr txBox="1">
            <a:spLocks/>
          </p:cNvSpPr>
          <p:nvPr/>
        </p:nvSpPr>
        <p:spPr>
          <a:xfrm>
            <a:off x="941811" y="4594118"/>
            <a:ext cx="3021659" cy="649158"/>
          </a:xfrm>
          <a:prstGeom prst="rect">
            <a:avLst/>
          </a:prstGeom>
          <a:noFill/>
          <a:ln w="19050">
            <a:noFill/>
          </a:ln>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buNone/>
            </a:pPr>
            <a:r>
              <a:rPr lang="en-US" sz="2000" dirty="0"/>
              <a:t>How can we also score protein-ligand binding?</a:t>
            </a:r>
            <a:endParaRPr lang="en-US" dirty="0"/>
          </a:p>
        </p:txBody>
      </p:sp>
      <p:sp>
        <p:nvSpPr>
          <p:cNvPr id="18" name="Oval 17">
            <a:extLst>
              <a:ext uri="{FF2B5EF4-FFF2-40B4-BE49-F238E27FC236}">
                <a16:creationId xmlns:a16="http://schemas.microsoft.com/office/drawing/2014/main" id="{208763D3-5002-C33B-20E4-52471BFBC406}"/>
              </a:ext>
            </a:extLst>
          </p:cNvPr>
          <p:cNvSpPr/>
          <p:nvPr/>
        </p:nvSpPr>
        <p:spPr>
          <a:xfrm>
            <a:off x="2601085" y="1051056"/>
            <a:ext cx="5454084" cy="1564973"/>
          </a:xfrm>
          <a:prstGeom prst="ellips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222DC425-2858-A646-B0D8-D9A8A7E30364}"/>
              </a:ext>
            </a:extLst>
          </p:cNvPr>
          <p:cNvSpPr txBox="1">
            <a:spLocks/>
          </p:cNvSpPr>
          <p:nvPr/>
        </p:nvSpPr>
        <p:spPr>
          <a:xfrm>
            <a:off x="3242253" y="1477429"/>
            <a:ext cx="4405668" cy="712226"/>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pPr>
            <a:r>
              <a:rPr lang="en-US" sz="2000" dirty="0"/>
              <a:t>What if R</a:t>
            </a:r>
            <a:r>
              <a:rPr lang="en-US" sz="2000" baseline="-25000" dirty="0"/>
              <a:t>1</a:t>
            </a:r>
            <a:r>
              <a:rPr lang="en-US" sz="2000" dirty="0"/>
              <a:t> is a CF3? With </a:t>
            </a:r>
            <a:r>
              <a:rPr lang="en-US" sz="2000" dirty="0" err="1"/>
              <a:t>cPro</a:t>
            </a:r>
            <a:r>
              <a:rPr lang="en-US" sz="2000" dirty="0"/>
              <a:t> at R</a:t>
            </a:r>
            <a:r>
              <a:rPr lang="en-US" sz="2000" baseline="-25000" dirty="0"/>
              <a:t>3</a:t>
            </a:r>
            <a:r>
              <a:rPr lang="en-US" sz="2000" dirty="0"/>
              <a:t>, what is the best R</a:t>
            </a:r>
            <a:r>
              <a:rPr lang="en-US" sz="2000" baseline="-25000" dirty="0"/>
              <a:t>2</a:t>
            </a:r>
            <a:r>
              <a:rPr lang="en-US" sz="2000" dirty="0"/>
              <a:t> group?</a:t>
            </a:r>
            <a:endParaRPr lang="en-US" dirty="0"/>
          </a:p>
        </p:txBody>
      </p:sp>
      <p:sp>
        <p:nvSpPr>
          <p:cNvPr id="22" name="Content Placeholder 2">
            <a:extLst>
              <a:ext uri="{FF2B5EF4-FFF2-40B4-BE49-F238E27FC236}">
                <a16:creationId xmlns:a16="http://schemas.microsoft.com/office/drawing/2014/main" id="{FA68A174-E7E5-96D8-4FC9-CF34C4F609B3}"/>
              </a:ext>
            </a:extLst>
          </p:cNvPr>
          <p:cNvSpPr txBox="1">
            <a:spLocks/>
          </p:cNvSpPr>
          <p:nvPr/>
        </p:nvSpPr>
        <p:spPr>
          <a:xfrm>
            <a:off x="2714694" y="1575860"/>
            <a:ext cx="296991" cy="293694"/>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None/>
            </a:pPr>
            <a:r>
              <a:rPr lang="en-US" sz="2800" b="1" dirty="0"/>
              <a:t>?</a:t>
            </a:r>
          </a:p>
        </p:txBody>
      </p:sp>
    </p:spTree>
    <p:extLst>
      <p:ext uri="{BB962C8B-B14F-4D97-AF65-F5344CB8AC3E}">
        <p14:creationId xmlns:p14="http://schemas.microsoft.com/office/powerpoint/2010/main" val="66975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0-#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7BA7BC-4AB7-4BD6-4D17-66F3D788E831}"/>
              </a:ext>
            </a:extLst>
          </p:cNvPr>
          <p:cNvSpPr>
            <a:spLocks noGrp="1"/>
          </p:cNvSpPr>
          <p:nvPr>
            <p:ph type="sldNum" sz="quarter" idx="12"/>
          </p:nvPr>
        </p:nvSpPr>
        <p:spPr/>
        <p:txBody>
          <a:bodyPr/>
          <a:lstStyle/>
          <a:p>
            <a:fld id="{03CB0E19-F4C8-4F98-96D2-CE1ECDE59975}" type="slidenum">
              <a:rPr lang="en-GB" smtClean="0"/>
              <a:t>11</a:t>
            </a:fld>
            <a:endParaRPr lang="en-GB"/>
          </a:p>
        </p:txBody>
      </p:sp>
      <p:sp>
        <p:nvSpPr>
          <p:cNvPr id="4" name="Text Placeholder 3">
            <a:extLst>
              <a:ext uri="{FF2B5EF4-FFF2-40B4-BE49-F238E27FC236}">
                <a16:creationId xmlns:a16="http://schemas.microsoft.com/office/drawing/2014/main" id="{C06DAE4C-9E48-9FB5-4309-0A47D754C419}"/>
              </a:ext>
            </a:extLst>
          </p:cNvPr>
          <p:cNvSpPr>
            <a:spLocks noGrp="1"/>
          </p:cNvSpPr>
          <p:nvPr>
            <p:ph type="body" sz="quarter" idx="13"/>
          </p:nvPr>
        </p:nvSpPr>
        <p:spPr>
          <a:xfrm>
            <a:off x="6143625" y="2882587"/>
            <a:ext cx="5614985" cy="1092827"/>
          </a:xfrm>
        </p:spPr>
        <p:txBody>
          <a:bodyPr/>
          <a:lstStyle/>
          <a:p>
            <a:r>
              <a:rPr lang="en-GB" dirty="0"/>
              <a:t>Molecular dynamics and free energy platform</a:t>
            </a:r>
          </a:p>
        </p:txBody>
      </p:sp>
      <p:pic>
        <p:nvPicPr>
          <p:cNvPr id="8" name="Picture 7" descr="A diagram of a number of dots&#10;&#10;Description automatically generated with medium confidence">
            <a:extLst>
              <a:ext uri="{FF2B5EF4-FFF2-40B4-BE49-F238E27FC236}">
                <a16:creationId xmlns:a16="http://schemas.microsoft.com/office/drawing/2014/main" id="{55049D60-F9C0-7973-22E8-B82D55AF8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21178"/>
            <a:ext cx="6096000" cy="4599141"/>
          </a:xfrm>
          <a:prstGeom prst="rect">
            <a:avLst/>
          </a:prstGeom>
        </p:spPr>
      </p:pic>
      <p:grpSp>
        <p:nvGrpSpPr>
          <p:cNvPr id="2" name="Group 1">
            <a:extLst>
              <a:ext uri="{FF2B5EF4-FFF2-40B4-BE49-F238E27FC236}">
                <a16:creationId xmlns:a16="http://schemas.microsoft.com/office/drawing/2014/main" id="{49EF7E96-A578-0BDC-B5D6-707DDD6D4843}"/>
              </a:ext>
            </a:extLst>
          </p:cNvPr>
          <p:cNvGrpSpPr/>
          <p:nvPr/>
        </p:nvGrpSpPr>
        <p:grpSpPr>
          <a:xfrm>
            <a:off x="8320984" y="4999407"/>
            <a:ext cx="791883" cy="647595"/>
            <a:chOff x="6838950" y="5443611"/>
            <a:chExt cx="791883" cy="647595"/>
          </a:xfrm>
        </p:grpSpPr>
        <p:sp>
          <p:nvSpPr>
            <p:cNvPr id="3" name="Rectangle 2">
              <a:extLst>
                <a:ext uri="{FF2B5EF4-FFF2-40B4-BE49-F238E27FC236}">
                  <a16:creationId xmlns:a16="http://schemas.microsoft.com/office/drawing/2014/main" id="{878B942E-AC26-EEBD-C02A-F61FE9455112}"/>
                </a:ext>
              </a:extLst>
            </p:cNvPr>
            <p:cNvSpPr/>
            <p:nvPr/>
          </p:nvSpPr>
          <p:spPr>
            <a:xfrm rot="2613975">
              <a:off x="6878985" y="5788720"/>
              <a:ext cx="457200" cy="45719"/>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6A94740-739B-DF6A-6669-88644A1FECF7}"/>
                </a:ext>
              </a:extLst>
            </p:cNvPr>
            <p:cNvSpPr/>
            <p:nvPr/>
          </p:nvSpPr>
          <p:spPr>
            <a:xfrm>
              <a:off x="6838950" y="5562452"/>
              <a:ext cx="211027" cy="211027"/>
            </a:xfrm>
            <a:prstGeom prst="ellipse">
              <a:avLst/>
            </a:prstGeom>
            <a:solidFill>
              <a:srgbClr val="FF0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6D57B86-E55C-9E29-0F8F-7B3C9D7237CD}"/>
                </a:ext>
              </a:extLst>
            </p:cNvPr>
            <p:cNvSpPr/>
            <p:nvPr/>
          </p:nvSpPr>
          <p:spPr>
            <a:xfrm rot="6972583">
              <a:off x="7168635" y="5750621"/>
              <a:ext cx="457200" cy="45719"/>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AB79704-229B-C68D-202E-3901229DCDEE}"/>
                </a:ext>
              </a:extLst>
            </p:cNvPr>
            <p:cNvSpPr/>
            <p:nvPr/>
          </p:nvSpPr>
          <p:spPr>
            <a:xfrm>
              <a:off x="7419806" y="5443611"/>
              <a:ext cx="211027" cy="211027"/>
            </a:xfrm>
            <a:prstGeom prst="ellipse">
              <a:avLst/>
            </a:prstGeom>
            <a:solidFill>
              <a:schemeClr val="tx2">
                <a:lumMod val="40000"/>
                <a:lumOff val="6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253DF6D-6EBF-FA2B-A321-CC89D7688236}"/>
                </a:ext>
              </a:extLst>
            </p:cNvPr>
            <p:cNvSpPr/>
            <p:nvPr/>
          </p:nvSpPr>
          <p:spPr>
            <a:xfrm>
              <a:off x="7186208" y="5880179"/>
              <a:ext cx="211027" cy="211027"/>
            </a:xfrm>
            <a:prstGeom prst="ellipse">
              <a:avLst/>
            </a:prstGeom>
            <a:solidFill>
              <a:srgbClr val="92D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7C3B5B81-F7B4-5B2E-ED67-7BA57A48EC91}"/>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032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E99520-4386-6D62-F39B-7073CFA3C9CC}"/>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Automating molecular dynamics and free energy with Amber</a:t>
            </a:r>
          </a:p>
        </p:txBody>
      </p:sp>
      <p:sp>
        <p:nvSpPr>
          <p:cNvPr id="3" name="Content Placeholder 2">
            <a:extLst>
              <a:ext uri="{FF2B5EF4-FFF2-40B4-BE49-F238E27FC236}">
                <a16:creationId xmlns:a16="http://schemas.microsoft.com/office/drawing/2014/main" id="{8E438F57-CF1C-C4D9-3B4A-3105EAC53DA6}"/>
              </a:ext>
            </a:extLst>
          </p:cNvPr>
          <p:cNvSpPr>
            <a:spLocks noGrp="1"/>
          </p:cNvSpPr>
          <p:nvPr>
            <p:ph idx="1"/>
          </p:nvPr>
        </p:nvSpPr>
        <p:spPr>
          <a:xfrm>
            <a:off x="604837" y="908273"/>
            <a:ext cx="11261097" cy="5169049"/>
          </a:xfrm>
        </p:spPr>
        <p:txBody>
          <a:bodyPr/>
          <a:lstStyle/>
          <a:p>
            <a:r>
              <a:rPr lang="en-US" dirty="0"/>
              <a:t>Vision</a:t>
            </a:r>
          </a:p>
          <a:p>
            <a:pPr marL="457200" lvl="2" indent="-457200">
              <a:buFont typeface="+mj-lt"/>
              <a:buAutoNum type="arabicPeriod"/>
            </a:pPr>
            <a:r>
              <a:rPr lang="en-US" dirty="0"/>
              <a:t>Launch </a:t>
            </a:r>
            <a:r>
              <a:rPr lang="en-US" b="1" dirty="0"/>
              <a:t>molecular dynamics (MD) jobs</a:t>
            </a:r>
            <a:r>
              <a:rPr lang="en-US" dirty="0"/>
              <a:t> from the command line given suitably prepared PDB system files and single or multi-ligand SDF file (docking poses, output from Spark, </a:t>
            </a:r>
            <a:r>
              <a:rPr lang="en-US" dirty="0" err="1"/>
              <a:t>etc</a:t>
            </a:r>
            <a:r>
              <a:rPr lang="en-US" dirty="0"/>
              <a:t>)</a:t>
            </a:r>
          </a:p>
          <a:p>
            <a:pPr lvl="3"/>
            <a:r>
              <a:rPr lang="en-US" dirty="0"/>
              <a:t>Generate report with ligand RMSD, hydrogen bond counts, MM-GBSA/MM-PBSA score</a:t>
            </a:r>
          </a:p>
          <a:p>
            <a:pPr marL="457200" lvl="2" indent="-457200">
              <a:buFont typeface="+mj-lt"/>
              <a:buAutoNum type="arabicPeriod"/>
            </a:pPr>
            <a:r>
              <a:rPr lang="en-US" dirty="0"/>
              <a:t>Launch </a:t>
            </a:r>
            <a:r>
              <a:rPr lang="en-US" b="1" dirty="0"/>
              <a:t>relative binding free energy (RBFE) jobs </a:t>
            </a:r>
            <a:r>
              <a:rPr lang="en-US" dirty="0"/>
              <a:t>with </a:t>
            </a:r>
            <a:r>
              <a:rPr lang="en-US" dirty="0" err="1"/>
              <a:t>AmberTI</a:t>
            </a:r>
            <a:r>
              <a:rPr lang="en-US" dirty="0"/>
              <a:t> from the command line</a:t>
            </a:r>
          </a:p>
          <a:p>
            <a:pPr marL="731738" lvl="3" indent="-457200"/>
            <a:r>
              <a:rPr lang="en-US" dirty="0"/>
              <a:t>Generate report of calculated </a:t>
            </a:r>
            <a:r>
              <a:rPr lang="el-GR" dirty="0"/>
              <a:t>ΔΔ</a:t>
            </a:r>
            <a:r>
              <a:rPr lang="en-US" dirty="0"/>
              <a:t>G and </a:t>
            </a:r>
            <a:r>
              <a:rPr lang="el-GR" dirty="0"/>
              <a:t>Δ</a:t>
            </a:r>
            <a:r>
              <a:rPr lang="en-US" dirty="0"/>
              <a:t>G values, cycle closure errors, convergence</a:t>
            </a:r>
          </a:p>
          <a:p>
            <a:endParaRPr lang="en-US" dirty="0"/>
          </a:p>
          <a:p>
            <a:r>
              <a:rPr lang="en-US" dirty="0"/>
              <a:t>Pros</a:t>
            </a:r>
          </a:p>
          <a:p>
            <a:pPr lvl="2"/>
            <a:r>
              <a:rPr lang="en-US" dirty="0"/>
              <a:t>Given suitable GPU resource, screen thousands of docking poses with 2 ns MD</a:t>
            </a:r>
          </a:p>
          <a:p>
            <a:pPr lvl="2"/>
            <a:r>
              <a:rPr lang="en-US" dirty="0"/>
              <a:t>Run large “R-group” scanning RBFE jobs, with no license restriction</a:t>
            </a:r>
          </a:p>
          <a:p>
            <a:endParaRPr lang="en-US" dirty="0"/>
          </a:p>
          <a:p>
            <a:r>
              <a:rPr lang="en-US" dirty="0"/>
              <a:t>Cons</a:t>
            </a:r>
          </a:p>
          <a:p>
            <a:pPr lvl="2"/>
            <a:r>
              <a:rPr lang="en-US" dirty="0"/>
              <a:t>Must be “Amber savvy” to suitably prepare system for MD</a:t>
            </a:r>
          </a:p>
          <a:p>
            <a:pPr lvl="2"/>
            <a:r>
              <a:rPr lang="en-US" dirty="0"/>
              <a:t>When running RBFE, ligands must have atom matching alignment; restricted to amber force fields</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12</a:t>
            </a:fld>
            <a:endParaRPr lang="en-GB"/>
          </a:p>
        </p:txBody>
      </p:sp>
    </p:spTree>
    <p:extLst>
      <p:ext uri="{BB962C8B-B14F-4D97-AF65-F5344CB8AC3E}">
        <p14:creationId xmlns:p14="http://schemas.microsoft.com/office/powerpoint/2010/main" val="1409895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AAB3D-56A9-4C30-D4C1-89B497D020DF}"/>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711FE1-E84C-28AE-40F4-FB17A7929175}"/>
              </a:ext>
            </a:extLst>
          </p:cNvPr>
          <p:cNvSpPr/>
          <p:nvPr/>
        </p:nvSpPr>
        <p:spPr>
          <a:xfrm>
            <a:off x="287079" y="3296087"/>
            <a:ext cx="11653284" cy="28495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F671D06-593F-6412-9FB5-3DAE76AC4E45}"/>
              </a:ext>
            </a:extLst>
          </p:cNvPr>
          <p:cNvSpPr/>
          <p:nvPr/>
        </p:nvSpPr>
        <p:spPr>
          <a:xfrm>
            <a:off x="287079" y="318971"/>
            <a:ext cx="11653284" cy="28495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438F57-CF1C-C4D9-3B4A-3105EAC53DA6}"/>
              </a:ext>
            </a:extLst>
          </p:cNvPr>
          <p:cNvSpPr>
            <a:spLocks noGrp="1"/>
          </p:cNvSpPr>
          <p:nvPr>
            <p:ph idx="1"/>
          </p:nvPr>
        </p:nvSpPr>
        <p:spPr>
          <a:xfrm>
            <a:off x="529690" y="457190"/>
            <a:ext cx="11168062" cy="2183993"/>
          </a:xfrm>
        </p:spPr>
        <p:txBody>
          <a:bodyPr/>
          <a:lstStyle/>
          <a:p>
            <a:pPr marL="0" lvl="2" indent="0">
              <a:buNone/>
            </a:pPr>
            <a:r>
              <a:rPr lang="en-US" sz="1800" b="1" dirty="0" err="1">
                <a:latin typeface="Courier New" panose="02070309020205020404" pitchFamily="49" charset="0"/>
                <a:cs typeface="Courier New" panose="02070309020205020404" pitchFamily="49" charset="0"/>
              </a:rPr>
              <a:t>md_vanilla</a:t>
            </a:r>
            <a:r>
              <a:rPr lang="en-US" sz="1800" b="1" dirty="0">
                <a:latin typeface="Courier New" panose="02070309020205020404" pitchFamily="49" charset="0"/>
                <a:cs typeface="Courier New" panose="02070309020205020404" pitchFamily="49" charset="0"/>
              </a:rPr>
              <a:t> –p protein_prepared.pdb –l </a:t>
            </a:r>
            <a:r>
              <a:rPr lang="en-US" sz="1800" b="1" dirty="0" err="1">
                <a:latin typeface="Courier New" panose="02070309020205020404" pitchFamily="49" charset="0"/>
                <a:cs typeface="Courier New" panose="02070309020205020404" pitchFamily="49" charset="0"/>
              </a:rPr>
              <a:t>ligand_file.sdf</a:t>
            </a:r>
            <a:r>
              <a:rPr lang="en-US" sz="1800" b="1" dirty="0">
                <a:latin typeface="Courier New" panose="02070309020205020404" pitchFamily="49" charset="0"/>
                <a:cs typeface="Courier New" panose="02070309020205020404" pitchFamily="49" charset="0"/>
              </a:rPr>
              <a:t> –r 2 –t 5 –ff gaff2 -</a:t>
            </a:r>
            <a:r>
              <a:rPr lang="en-US" sz="1800" b="1" dirty="0" err="1">
                <a:latin typeface="Courier New" panose="02070309020205020404" pitchFamily="49" charset="0"/>
                <a:cs typeface="Courier New" panose="02070309020205020404" pitchFamily="49" charset="0"/>
              </a:rPr>
              <a:t>pbsa</a:t>
            </a:r>
            <a:endParaRPr lang="en-US" sz="1800" b="1" dirty="0">
              <a:latin typeface="Courier New" panose="02070309020205020404" pitchFamily="49" charset="0"/>
              <a:cs typeface="Courier New" panose="02070309020205020404" pitchFamily="49" charset="0"/>
            </a:endParaRPr>
          </a:p>
          <a:p>
            <a:pPr lvl="2"/>
            <a:endParaRPr lang="en-US" dirty="0"/>
          </a:p>
          <a:p>
            <a:pPr lvl="2"/>
            <a:endParaRPr lang="en-US" dirty="0"/>
          </a:p>
          <a:p>
            <a:pPr lvl="2"/>
            <a:endParaRPr lang="en-US" dirty="0"/>
          </a:p>
          <a:p>
            <a:pPr lvl="2"/>
            <a:endParaRPr lang="en-US" dirty="0"/>
          </a:p>
          <a:p>
            <a:endParaRPr lang="en-US" dirty="0"/>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13</a:t>
            </a:fld>
            <a:endParaRPr lang="en-GB"/>
          </a:p>
        </p:txBody>
      </p:sp>
      <p:sp>
        <p:nvSpPr>
          <p:cNvPr id="10" name="Content Placeholder 2">
            <a:extLst>
              <a:ext uri="{FF2B5EF4-FFF2-40B4-BE49-F238E27FC236}">
                <a16:creationId xmlns:a16="http://schemas.microsoft.com/office/drawing/2014/main" id="{3B3DE1C4-A177-1726-DCAE-C33163A7E5E7}"/>
              </a:ext>
            </a:extLst>
          </p:cNvPr>
          <p:cNvSpPr txBox="1">
            <a:spLocks/>
          </p:cNvSpPr>
          <p:nvPr/>
        </p:nvSpPr>
        <p:spPr>
          <a:xfrm>
            <a:off x="529690" y="3431545"/>
            <a:ext cx="11168062" cy="2246239"/>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buFont typeface="Ping LCG Medium" pitchFamily="50" charset="0"/>
              <a:buNone/>
            </a:pPr>
            <a:r>
              <a:rPr lang="en-US" b="1" dirty="0" err="1">
                <a:latin typeface="Courier New" panose="02070309020205020404" pitchFamily="49" charset="0"/>
                <a:cs typeface="Courier New" panose="02070309020205020404" pitchFamily="49" charset="0"/>
              </a:rPr>
              <a:t>rbfe_amberTI</a:t>
            </a:r>
            <a:r>
              <a:rPr lang="en-US" b="1" dirty="0">
                <a:latin typeface="Courier New" panose="02070309020205020404" pitchFamily="49" charset="0"/>
                <a:cs typeface="Courier New" panose="02070309020205020404" pitchFamily="49" charset="0"/>
              </a:rPr>
              <a:t> –p protein_prepared.pdb –</a:t>
            </a:r>
            <a:r>
              <a:rPr lang="en-US" b="1" dirty="0" err="1">
                <a:latin typeface="Courier New" panose="02070309020205020404" pitchFamily="49" charset="0"/>
                <a:cs typeface="Courier New" panose="02070309020205020404" pitchFamily="49" charset="0"/>
              </a:rPr>
              <a:t>sdf</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ligand_series.sdf</a:t>
            </a:r>
            <a:r>
              <a:rPr lang="en-US" b="1" dirty="0">
                <a:latin typeface="Courier New" panose="02070309020205020404" pitchFamily="49" charset="0"/>
                <a:cs typeface="Courier New" panose="02070309020205020404" pitchFamily="49" charset="0"/>
              </a:rPr>
              <a:t> –r 2 –w 12</a:t>
            </a:r>
          </a:p>
          <a:p>
            <a:endParaRPr lang="en-US" dirty="0"/>
          </a:p>
        </p:txBody>
      </p:sp>
      <p:pic>
        <p:nvPicPr>
          <p:cNvPr id="6" name="Picture 5" descr="A graph of a number of blue rectangular bars&#10;&#10;Description automatically generated">
            <a:extLst>
              <a:ext uri="{FF2B5EF4-FFF2-40B4-BE49-F238E27FC236}">
                <a16:creationId xmlns:a16="http://schemas.microsoft.com/office/drawing/2014/main" id="{F95B81DB-0092-D066-F427-3B1148ECA072}"/>
              </a:ext>
            </a:extLst>
          </p:cNvPr>
          <p:cNvPicPr>
            <a:picLocks noChangeAspect="1"/>
          </p:cNvPicPr>
          <p:nvPr/>
        </p:nvPicPr>
        <p:blipFill>
          <a:blip r:embed="rId2">
            <a:extLst>
              <a:ext uri="{28A0092B-C50C-407E-A947-70E740481C1C}">
                <a14:useLocalDpi xmlns:a14="http://schemas.microsoft.com/office/drawing/2010/main" val="0"/>
              </a:ext>
            </a:extLst>
          </a:blip>
          <a:srcRect t="7970" r="7183"/>
          <a:stretch/>
        </p:blipFill>
        <p:spPr>
          <a:xfrm>
            <a:off x="4467087" y="809574"/>
            <a:ext cx="3114035" cy="2315715"/>
          </a:xfrm>
          <a:prstGeom prst="rect">
            <a:avLst/>
          </a:prstGeom>
        </p:spPr>
      </p:pic>
      <p:pic>
        <p:nvPicPr>
          <p:cNvPr id="13" name="Picture 12" descr="A graph of blue and orange lines&#10;&#10;Description automatically generated">
            <a:extLst>
              <a:ext uri="{FF2B5EF4-FFF2-40B4-BE49-F238E27FC236}">
                <a16:creationId xmlns:a16="http://schemas.microsoft.com/office/drawing/2014/main" id="{CF27AE2E-443B-97AE-CA84-D6BBED92F05B}"/>
              </a:ext>
            </a:extLst>
          </p:cNvPr>
          <p:cNvPicPr>
            <a:picLocks noChangeAspect="1"/>
          </p:cNvPicPr>
          <p:nvPr/>
        </p:nvPicPr>
        <p:blipFill>
          <a:blip r:embed="rId3">
            <a:extLst>
              <a:ext uri="{28A0092B-C50C-407E-A947-70E740481C1C}">
                <a14:useLocalDpi xmlns:a14="http://schemas.microsoft.com/office/drawing/2010/main" val="0"/>
              </a:ext>
            </a:extLst>
          </a:blip>
          <a:srcRect l="2519" t="7970" r="5366"/>
          <a:stretch/>
        </p:blipFill>
        <p:spPr>
          <a:xfrm>
            <a:off x="7877043" y="809573"/>
            <a:ext cx="3090462" cy="2315715"/>
          </a:xfrm>
          <a:prstGeom prst="rect">
            <a:avLst/>
          </a:prstGeom>
        </p:spPr>
      </p:pic>
      <p:sp>
        <p:nvSpPr>
          <p:cNvPr id="14" name="TextBox 13">
            <a:extLst>
              <a:ext uri="{FF2B5EF4-FFF2-40B4-BE49-F238E27FC236}">
                <a16:creationId xmlns:a16="http://schemas.microsoft.com/office/drawing/2014/main" id="{2C766DD8-3261-A2F0-6D87-652F521F1906}"/>
              </a:ext>
            </a:extLst>
          </p:cNvPr>
          <p:cNvSpPr txBox="1"/>
          <p:nvPr/>
        </p:nvSpPr>
        <p:spPr>
          <a:xfrm>
            <a:off x="888021" y="1090267"/>
            <a:ext cx="2987748" cy="1754326"/>
          </a:xfrm>
          <a:prstGeom prst="rect">
            <a:avLst/>
          </a:prstGeom>
          <a:solidFill>
            <a:schemeClr val="accent3">
              <a:lumMod val="20000"/>
              <a:lumOff val="80000"/>
            </a:schemeClr>
          </a:solidFill>
        </p:spPr>
        <p:txBody>
          <a:bodyPr wrap="square" rtlCol="0">
            <a:spAutoFit/>
          </a:bodyPr>
          <a:lstStyle/>
          <a:p>
            <a:pPr marL="285750" indent="-285750">
              <a:buFont typeface="Arial" panose="020B0604020202020204" pitchFamily="34" charset="0"/>
              <a:buChar char="•"/>
            </a:pPr>
            <a:r>
              <a:rPr lang="en-US" dirty="0"/>
              <a:t>Average and representative PDBs</a:t>
            </a:r>
          </a:p>
          <a:p>
            <a:pPr marL="285750" indent="-285750">
              <a:buFont typeface="Arial" panose="020B0604020202020204" pitchFamily="34" charset="0"/>
              <a:buChar char="•"/>
            </a:pPr>
            <a:r>
              <a:rPr lang="en-US" dirty="0"/>
              <a:t>Hydrogen bond counting</a:t>
            </a:r>
          </a:p>
          <a:p>
            <a:pPr marL="285750" indent="-285750">
              <a:buFont typeface="Arial" panose="020B0604020202020204" pitchFamily="34" charset="0"/>
              <a:buChar char="•"/>
            </a:pPr>
            <a:r>
              <a:rPr lang="en-US" dirty="0"/>
              <a:t>Ligand, protein RMSD</a:t>
            </a:r>
          </a:p>
          <a:p>
            <a:pPr marL="285750" indent="-285750">
              <a:buFont typeface="Arial" panose="020B0604020202020204" pitchFamily="34" charset="0"/>
              <a:buChar char="•"/>
            </a:pPr>
            <a:r>
              <a:rPr lang="en-US" dirty="0"/>
              <a:t>MM-GBSA, MM-PBSA score</a:t>
            </a:r>
          </a:p>
        </p:txBody>
      </p:sp>
      <p:sp>
        <p:nvSpPr>
          <p:cNvPr id="15" name="TextBox 14">
            <a:extLst>
              <a:ext uri="{FF2B5EF4-FFF2-40B4-BE49-F238E27FC236}">
                <a16:creationId xmlns:a16="http://schemas.microsoft.com/office/drawing/2014/main" id="{1663D0B4-3EA9-612C-90E0-F8310658FC2C}"/>
              </a:ext>
            </a:extLst>
          </p:cNvPr>
          <p:cNvSpPr txBox="1"/>
          <p:nvPr/>
        </p:nvSpPr>
        <p:spPr>
          <a:xfrm>
            <a:off x="888021" y="4010640"/>
            <a:ext cx="2987748" cy="1754326"/>
          </a:xfrm>
          <a:prstGeom prst="rect">
            <a:avLst/>
          </a:prstGeom>
          <a:solidFill>
            <a:schemeClr val="accent3">
              <a:lumMod val="20000"/>
              <a:lumOff val="80000"/>
            </a:schemeClr>
          </a:solidFill>
        </p:spPr>
        <p:txBody>
          <a:bodyPr wrap="square" rtlCol="0">
            <a:spAutoFit/>
          </a:bodyPr>
          <a:lstStyle/>
          <a:p>
            <a:pPr marL="285750" indent="-285750">
              <a:buFont typeface="Arial" panose="020B0604020202020204" pitchFamily="34" charset="0"/>
              <a:buChar char="•"/>
            </a:pPr>
            <a:r>
              <a:rPr lang="en-US" dirty="0"/>
              <a:t>Automated cycle mapping, or star mode</a:t>
            </a:r>
          </a:p>
          <a:p>
            <a:pPr marL="285750" indent="-285750">
              <a:buFont typeface="Arial" panose="020B0604020202020204" pitchFamily="34" charset="0"/>
              <a:buChar char="•"/>
            </a:pPr>
            <a:r>
              <a:rPr lang="el-GR" dirty="0"/>
              <a:t>Δ</a:t>
            </a:r>
            <a:r>
              <a:rPr lang="en-US" dirty="0"/>
              <a:t>G and </a:t>
            </a:r>
            <a:r>
              <a:rPr lang="el-GR" dirty="0"/>
              <a:t>ΔΔ</a:t>
            </a:r>
            <a:r>
              <a:rPr lang="en-US" dirty="0"/>
              <a:t>G report</a:t>
            </a:r>
          </a:p>
          <a:p>
            <a:pPr marL="285750" indent="-285750">
              <a:buFont typeface="Arial" panose="020B0604020202020204" pitchFamily="34" charset="0"/>
              <a:buChar char="•"/>
            </a:pPr>
            <a:r>
              <a:rPr lang="en-US" dirty="0"/>
              <a:t>Cycle closure</a:t>
            </a:r>
          </a:p>
          <a:p>
            <a:pPr marL="285750" indent="-285750">
              <a:buFont typeface="Arial" panose="020B0604020202020204" pitchFamily="34" charset="0"/>
              <a:buChar char="•"/>
            </a:pPr>
            <a:r>
              <a:rPr lang="el-GR" dirty="0"/>
              <a:t>Δ</a:t>
            </a:r>
            <a:r>
              <a:rPr lang="en-US" dirty="0"/>
              <a:t>G convergence and breakdown</a:t>
            </a:r>
          </a:p>
        </p:txBody>
      </p:sp>
      <p:pic>
        <p:nvPicPr>
          <p:cNvPr id="17" name="Picture 16" descr="A network diagram with blue dots and black lines&#10;&#10;Description automatically generated">
            <a:extLst>
              <a:ext uri="{FF2B5EF4-FFF2-40B4-BE49-F238E27FC236}">
                <a16:creationId xmlns:a16="http://schemas.microsoft.com/office/drawing/2014/main" id="{D38072E5-BC97-F357-AEED-CAF67549E6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0103" y="3819900"/>
            <a:ext cx="3048001" cy="2286000"/>
          </a:xfrm>
          <a:prstGeom prst="rect">
            <a:avLst/>
          </a:prstGeom>
        </p:spPr>
      </p:pic>
      <p:grpSp>
        <p:nvGrpSpPr>
          <p:cNvPr id="21" name="Group 20">
            <a:extLst>
              <a:ext uri="{FF2B5EF4-FFF2-40B4-BE49-F238E27FC236}">
                <a16:creationId xmlns:a16="http://schemas.microsoft.com/office/drawing/2014/main" id="{A6E2A5A9-904E-1C32-E909-60249DEF4809}"/>
              </a:ext>
            </a:extLst>
          </p:cNvPr>
          <p:cNvGrpSpPr/>
          <p:nvPr/>
        </p:nvGrpSpPr>
        <p:grpSpPr>
          <a:xfrm>
            <a:off x="8465555" y="3819900"/>
            <a:ext cx="2103120" cy="2286000"/>
            <a:chOff x="4488978" y="-683298"/>
            <a:chExt cx="2103120" cy="2286000"/>
          </a:xfrm>
        </p:grpSpPr>
        <p:sp>
          <p:nvSpPr>
            <p:cNvPr id="20" name="Rectangle 19">
              <a:extLst>
                <a:ext uri="{FF2B5EF4-FFF2-40B4-BE49-F238E27FC236}">
                  <a16:creationId xmlns:a16="http://schemas.microsoft.com/office/drawing/2014/main" id="{C43710E8-606B-4206-15C1-9BCB4AFE494F}"/>
                </a:ext>
              </a:extLst>
            </p:cNvPr>
            <p:cNvSpPr/>
            <p:nvPr/>
          </p:nvSpPr>
          <p:spPr>
            <a:xfrm>
              <a:off x="4488978" y="-683298"/>
              <a:ext cx="2103120" cy="228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screenshot of a video game&#10;&#10;Description automatically generated">
              <a:extLst>
                <a:ext uri="{FF2B5EF4-FFF2-40B4-BE49-F238E27FC236}">
                  <a16:creationId xmlns:a16="http://schemas.microsoft.com/office/drawing/2014/main" id="{2B5E0961-4501-1588-90A9-C1130C9A7B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2194" y="-683298"/>
              <a:ext cx="2096688" cy="2286000"/>
            </a:xfrm>
            <a:prstGeom prst="rect">
              <a:avLst/>
            </a:prstGeom>
          </p:spPr>
        </p:pic>
      </p:grpSp>
    </p:spTree>
    <p:extLst>
      <p:ext uri="{BB962C8B-B14F-4D97-AF65-F5344CB8AC3E}">
        <p14:creationId xmlns:p14="http://schemas.microsoft.com/office/powerpoint/2010/main" val="1585662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11374A-94F9-66C4-0C73-A8A31A55E739}"/>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aph of different colored lines&#10;&#10;Description automatically generated">
            <a:extLst>
              <a:ext uri="{FF2B5EF4-FFF2-40B4-BE49-F238E27FC236}">
                <a16:creationId xmlns:a16="http://schemas.microsoft.com/office/drawing/2014/main" id="{54AEC738-7A30-EF32-D80D-01525B74F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472" y="843725"/>
            <a:ext cx="6147435" cy="5394960"/>
          </a:xfrm>
          <a:prstGeom prst="rect">
            <a:avLst/>
          </a:prstGeom>
        </p:spPr>
      </p:pic>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err="1"/>
              <a:t>AmberTI</a:t>
            </a:r>
            <a:r>
              <a:rPr lang="en-US" dirty="0"/>
              <a:t> on sixteen benchmark systems</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14</a:t>
            </a:fld>
            <a:endParaRPr lang="en-GB"/>
          </a:p>
        </p:txBody>
      </p:sp>
      <p:sp>
        <p:nvSpPr>
          <p:cNvPr id="10" name="Arrow: Right 9">
            <a:extLst>
              <a:ext uri="{FF2B5EF4-FFF2-40B4-BE49-F238E27FC236}">
                <a16:creationId xmlns:a16="http://schemas.microsoft.com/office/drawing/2014/main" id="{2B5F7D60-2471-35EB-315E-677DF2243E42}"/>
              </a:ext>
            </a:extLst>
          </p:cNvPr>
          <p:cNvSpPr/>
          <p:nvPr/>
        </p:nvSpPr>
        <p:spPr>
          <a:xfrm rot="16200000">
            <a:off x="-1191253" y="2741178"/>
            <a:ext cx="4132314" cy="741449"/>
          </a:xfrm>
          <a:prstGeom prst="rightArrow">
            <a:avLst/>
          </a:prstGeom>
          <a:noFill/>
          <a:ln w="28575">
            <a:solidFill>
              <a:srgbClr val="0020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1861825-1F9E-206F-752F-E1D86C6820A1}"/>
              </a:ext>
            </a:extLst>
          </p:cNvPr>
          <p:cNvSpPr txBox="1"/>
          <p:nvPr/>
        </p:nvSpPr>
        <p:spPr>
          <a:xfrm rot="16200000">
            <a:off x="-236138" y="2991232"/>
            <a:ext cx="2222083" cy="461665"/>
          </a:xfrm>
          <a:prstGeom prst="rect">
            <a:avLst/>
          </a:prstGeom>
          <a:noFill/>
        </p:spPr>
        <p:txBody>
          <a:bodyPr wrap="none" rtlCol="0">
            <a:spAutoFit/>
          </a:bodyPr>
          <a:lstStyle/>
          <a:p>
            <a:r>
              <a:rPr lang="en-US" sz="2400" i="1" dirty="0"/>
              <a:t>higher is better</a:t>
            </a:r>
          </a:p>
        </p:txBody>
      </p:sp>
      <p:sp>
        <p:nvSpPr>
          <p:cNvPr id="12" name="TextBox 11">
            <a:extLst>
              <a:ext uri="{FF2B5EF4-FFF2-40B4-BE49-F238E27FC236}">
                <a16:creationId xmlns:a16="http://schemas.microsoft.com/office/drawing/2014/main" id="{D41FE20F-1D9D-24C3-4507-762D87994ACB}"/>
              </a:ext>
            </a:extLst>
          </p:cNvPr>
          <p:cNvSpPr txBox="1"/>
          <p:nvPr/>
        </p:nvSpPr>
        <p:spPr>
          <a:xfrm>
            <a:off x="4620309" y="6324200"/>
            <a:ext cx="2420856" cy="430887"/>
          </a:xfrm>
          <a:prstGeom prst="rect">
            <a:avLst/>
          </a:prstGeom>
          <a:noFill/>
        </p:spPr>
        <p:txBody>
          <a:bodyPr wrap="none" rtlCol="0">
            <a:spAutoFit/>
          </a:bodyPr>
          <a:lstStyle/>
          <a:p>
            <a:r>
              <a:rPr lang="en-US" sz="1100" baseline="30000" dirty="0">
                <a:hlinkClick r:id="rId3"/>
              </a:rPr>
              <a:t>1</a:t>
            </a:r>
            <a:r>
              <a:rPr lang="en-US" sz="1100" dirty="0">
                <a:hlinkClick r:id="rId3"/>
              </a:rPr>
              <a:t>Wang et al, </a:t>
            </a:r>
            <a:r>
              <a:rPr lang="en-US" sz="1100" i="1" dirty="0">
                <a:hlinkClick r:id="rId3"/>
              </a:rPr>
              <a:t>JACS</a:t>
            </a:r>
            <a:r>
              <a:rPr lang="en-US" sz="1100" dirty="0">
                <a:hlinkClick r:id="rId3"/>
              </a:rPr>
              <a:t>, 2015</a:t>
            </a:r>
            <a:endParaRPr lang="en-US" sz="1100" dirty="0"/>
          </a:p>
          <a:p>
            <a:r>
              <a:rPr lang="en-US" sz="1100" baseline="30000" dirty="0">
                <a:hlinkClick r:id="rId4"/>
              </a:rPr>
              <a:t>2</a:t>
            </a:r>
            <a:r>
              <a:rPr lang="en-US" sz="1100" dirty="0">
                <a:hlinkClick r:id="rId4"/>
              </a:rPr>
              <a:t>Ross et al, </a:t>
            </a:r>
            <a:r>
              <a:rPr lang="en-US" sz="1100" i="1" dirty="0">
                <a:hlinkClick r:id="rId4"/>
              </a:rPr>
              <a:t>Nat Comm Chem</a:t>
            </a:r>
            <a:r>
              <a:rPr lang="en-US" sz="1100" dirty="0">
                <a:hlinkClick r:id="rId4"/>
              </a:rPr>
              <a:t>, 2023</a:t>
            </a:r>
            <a:endParaRPr lang="en-US" sz="1100" dirty="0"/>
          </a:p>
        </p:txBody>
      </p:sp>
      <p:sp>
        <p:nvSpPr>
          <p:cNvPr id="3" name="TextBox 2">
            <a:extLst>
              <a:ext uri="{FF2B5EF4-FFF2-40B4-BE49-F238E27FC236}">
                <a16:creationId xmlns:a16="http://schemas.microsoft.com/office/drawing/2014/main" id="{AE1DB129-8AF1-7478-0765-FF75CD1D17E4}"/>
              </a:ext>
            </a:extLst>
          </p:cNvPr>
          <p:cNvSpPr txBox="1"/>
          <p:nvPr/>
        </p:nvSpPr>
        <p:spPr>
          <a:xfrm>
            <a:off x="8197850" y="894277"/>
            <a:ext cx="3482043" cy="5262979"/>
          </a:xfrm>
          <a:prstGeom prst="rect">
            <a:avLst/>
          </a:prstGeom>
          <a:noFill/>
        </p:spPr>
        <p:txBody>
          <a:bodyPr wrap="square" rtlCol="0">
            <a:spAutoFit/>
          </a:bodyPr>
          <a:lstStyle/>
          <a:p>
            <a:r>
              <a:rPr lang="en-US" sz="1600" b="1" baseline="30000" dirty="0"/>
              <a:t>1</a:t>
            </a:r>
            <a:r>
              <a:rPr lang="en-US" sz="1600" b="1" dirty="0"/>
              <a:t>Benchmarks 2015</a:t>
            </a:r>
          </a:p>
          <a:p>
            <a:endParaRPr lang="en-US" sz="1600" dirty="0"/>
          </a:p>
          <a:p>
            <a:r>
              <a:rPr lang="en-US" sz="1600" dirty="0"/>
              <a:t>FEP+</a:t>
            </a:r>
          </a:p>
          <a:p>
            <a:pPr marL="285750" indent="-285750">
              <a:buFont typeface="Arial" panose="020B0604020202020204" pitchFamily="34" charset="0"/>
              <a:buChar char="•"/>
            </a:pPr>
            <a:r>
              <a:rPr lang="en-US" sz="1600" dirty="0"/>
              <a:t>OPLS2.1, 12 </a:t>
            </a:r>
            <a:r>
              <a:rPr lang="el-GR" sz="1600" dirty="0"/>
              <a:t>λ</a:t>
            </a:r>
            <a:r>
              <a:rPr lang="en-US" sz="1600" dirty="0"/>
              <a:t> windows, 5 ns production</a:t>
            </a:r>
          </a:p>
          <a:p>
            <a:r>
              <a:rPr lang="en-US" sz="1600" dirty="0" err="1"/>
              <a:t>AmberTI</a:t>
            </a:r>
            <a:endParaRPr lang="en-US" sz="1600" dirty="0"/>
          </a:p>
          <a:p>
            <a:pPr marL="285750" indent="-285750">
              <a:buFont typeface="Arial" panose="020B0604020202020204" pitchFamily="34" charset="0"/>
              <a:buChar char="•"/>
            </a:pPr>
            <a:r>
              <a:rPr lang="en-US" sz="1600" dirty="0"/>
              <a:t>ff19SB, </a:t>
            </a:r>
            <a:r>
              <a:rPr lang="en-US" sz="1600" dirty="0" err="1"/>
              <a:t>parm@frosst</a:t>
            </a:r>
            <a:r>
              <a:rPr lang="en-US" sz="1600" dirty="0"/>
              <a:t>, 12 </a:t>
            </a:r>
            <a:r>
              <a:rPr lang="el-GR" sz="1600" dirty="0"/>
              <a:t>λ</a:t>
            </a:r>
            <a:r>
              <a:rPr lang="en-US" sz="1600" dirty="0"/>
              <a:t> windows, 5 ns production, 2x repeats</a:t>
            </a:r>
          </a:p>
          <a:p>
            <a:pPr marL="285750" indent="-285750">
              <a:buFont typeface="Arial" panose="020B0604020202020204" pitchFamily="34" charset="0"/>
              <a:buChar char="•"/>
            </a:pPr>
            <a:endParaRPr lang="en-US" sz="1600" dirty="0"/>
          </a:p>
          <a:p>
            <a:r>
              <a:rPr lang="en-US" sz="1600" b="1" baseline="30000" dirty="0"/>
              <a:t>2</a:t>
            </a:r>
            <a:r>
              <a:rPr lang="en-US" sz="1600" b="1" dirty="0"/>
              <a:t>Benchmarks 2023</a:t>
            </a:r>
          </a:p>
          <a:p>
            <a:endParaRPr lang="en-US" sz="1600" dirty="0"/>
          </a:p>
          <a:p>
            <a:r>
              <a:rPr lang="en-US" sz="1600" dirty="0"/>
              <a:t>FEP+</a:t>
            </a:r>
          </a:p>
          <a:p>
            <a:pPr marL="285750" indent="-285750">
              <a:buFont typeface="Arial" panose="020B0604020202020204" pitchFamily="34" charset="0"/>
              <a:buChar char="•"/>
            </a:pPr>
            <a:r>
              <a:rPr lang="en-US" sz="1600" dirty="0"/>
              <a:t>OPLS4, 12 </a:t>
            </a:r>
            <a:r>
              <a:rPr lang="el-GR" sz="1600" dirty="0"/>
              <a:t>λ</a:t>
            </a:r>
            <a:r>
              <a:rPr lang="en-US" sz="1600" dirty="0"/>
              <a:t> windows, 20 ns production</a:t>
            </a:r>
          </a:p>
          <a:p>
            <a:r>
              <a:rPr lang="en-US" sz="1600" dirty="0" err="1"/>
              <a:t>AmberTI</a:t>
            </a:r>
            <a:endParaRPr lang="en-US" sz="1600" dirty="0"/>
          </a:p>
          <a:p>
            <a:pPr marL="285750" indent="-285750">
              <a:buFont typeface="Arial" panose="020B0604020202020204" pitchFamily="34" charset="0"/>
              <a:buChar char="•"/>
            </a:pPr>
            <a:r>
              <a:rPr lang="en-US" sz="1600" dirty="0"/>
              <a:t>ff19SB, gaff2, 12 </a:t>
            </a:r>
            <a:r>
              <a:rPr lang="el-GR" sz="1600" dirty="0"/>
              <a:t>λ</a:t>
            </a:r>
            <a:r>
              <a:rPr lang="en-US" sz="1600" dirty="0"/>
              <a:t> windows, 5 ns production, 2x repeats</a:t>
            </a:r>
          </a:p>
          <a:p>
            <a:pPr marL="285750" indent="-285750">
              <a:buFont typeface="Arial" panose="020B0604020202020204" pitchFamily="34" charset="0"/>
              <a:buChar char="•"/>
            </a:pPr>
            <a:r>
              <a:rPr lang="en-US" sz="1600" dirty="0"/>
              <a:t>Charge moving/changing used three-step protocol</a:t>
            </a:r>
          </a:p>
          <a:p>
            <a:endParaRPr lang="en-US" sz="1600" dirty="0"/>
          </a:p>
        </p:txBody>
      </p:sp>
    </p:spTree>
    <p:extLst>
      <p:ext uri="{BB962C8B-B14F-4D97-AF65-F5344CB8AC3E}">
        <p14:creationId xmlns:p14="http://schemas.microsoft.com/office/powerpoint/2010/main" val="1962662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30FDE-73FA-D81A-7D7F-C88989B3E41D}"/>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aph with orange and purple lines&#10;&#10;Description automatically generated">
            <a:extLst>
              <a:ext uri="{FF2B5EF4-FFF2-40B4-BE49-F238E27FC236}">
                <a16:creationId xmlns:a16="http://schemas.microsoft.com/office/drawing/2014/main" id="{F85C5EAC-83D6-63CF-3F2A-FD90DF34A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8125" y="843725"/>
            <a:ext cx="6241491" cy="5394960"/>
          </a:xfrm>
          <a:prstGeom prst="rect">
            <a:avLst/>
          </a:prstGeom>
        </p:spPr>
      </p:pic>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err="1"/>
              <a:t>AmberTI</a:t>
            </a:r>
            <a:r>
              <a:rPr lang="en-US" dirty="0"/>
              <a:t> on sixteen benchmark systems</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15</a:t>
            </a:fld>
            <a:endParaRPr lang="en-GB"/>
          </a:p>
        </p:txBody>
      </p:sp>
      <p:sp>
        <p:nvSpPr>
          <p:cNvPr id="7" name="Arrow: Right 6">
            <a:extLst>
              <a:ext uri="{FF2B5EF4-FFF2-40B4-BE49-F238E27FC236}">
                <a16:creationId xmlns:a16="http://schemas.microsoft.com/office/drawing/2014/main" id="{AF209944-83E5-F3A6-AC55-9EA80B172F0D}"/>
              </a:ext>
            </a:extLst>
          </p:cNvPr>
          <p:cNvSpPr/>
          <p:nvPr/>
        </p:nvSpPr>
        <p:spPr>
          <a:xfrm rot="5400000" flipV="1">
            <a:off x="-1191253" y="2741178"/>
            <a:ext cx="4132314" cy="741449"/>
          </a:xfrm>
          <a:prstGeom prst="rightArrow">
            <a:avLst/>
          </a:prstGeom>
          <a:noFill/>
          <a:ln w="28575">
            <a:solidFill>
              <a:srgbClr val="0020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6DA713-5FE3-80DE-E596-D1B508839187}"/>
              </a:ext>
            </a:extLst>
          </p:cNvPr>
          <p:cNvSpPr txBox="1"/>
          <p:nvPr/>
        </p:nvSpPr>
        <p:spPr>
          <a:xfrm rot="16200000">
            <a:off x="-176024" y="2991232"/>
            <a:ext cx="2101857" cy="461665"/>
          </a:xfrm>
          <a:prstGeom prst="rect">
            <a:avLst/>
          </a:prstGeom>
          <a:noFill/>
        </p:spPr>
        <p:txBody>
          <a:bodyPr wrap="none" rtlCol="0">
            <a:spAutoFit/>
          </a:bodyPr>
          <a:lstStyle/>
          <a:p>
            <a:r>
              <a:rPr lang="en-US" sz="2400" i="1" dirty="0"/>
              <a:t>lower is better</a:t>
            </a:r>
          </a:p>
        </p:txBody>
      </p:sp>
      <p:sp>
        <p:nvSpPr>
          <p:cNvPr id="6" name="TextBox 5">
            <a:extLst>
              <a:ext uri="{FF2B5EF4-FFF2-40B4-BE49-F238E27FC236}">
                <a16:creationId xmlns:a16="http://schemas.microsoft.com/office/drawing/2014/main" id="{017F3FEF-331B-DFF3-9995-CCBB2BAE3C6F}"/>
              </a:ext>
            </a:extLst>
          </p:cNvPr>
          <p:cNvSpPr txBox="1"/>
          <p:nvPr/>
        </p:nvSpPr>
        <p:spPr>
          <a:xfrm>
            <a:off x="8197850" y="894277"/>
            <a:ext cx="3482043" cy="5262979"/>
          </a:xfrm>
          <a:prstGeom prst="rect">
            <a:avLst/>
          </a:prstGeom>
          <a:noFill/>
        </p:spPr>
        <p:txBody>
          <a:bodyPr wrap="square" rtlCol="0">
            <a:spAutoFit/>
          </a:bodyPr>
          <a:lstStyle/>
          <a:p>
            <a:r>
              <a:rPr lang="en-US" sz="1600" b="1" baseline="30000" dirty="0"/>
              <a:t>1</a:t>
            </a:r>
            <a:r>
              <a:rPr lang="en-US" sz="1600" b="1" dirty="0"/>
              <a:t>Benchmarks 2015</a:t>
            </a:r>
          </a:p>
          <a:p>
            <a:endParaRPr lang="en-US" sz="1600" dirty="0"/>
          </a:p>
          <a:p>
            <a:r>
              <a:rPr lang="en-US" sz="1600" dirty="0"/>
              <a:t>FEP+</a:t>
            </a:r>
          </a:p>
          <a:p>
            <a:pPr marL="285750" indent="-285750">
              <a:buFont typeface="Arial" panose="020B0604020202020204" pitchFamily="34" charset="0"/>
              <a:buChar char="•"/>
            </a:pPr>
            <a:r>
              <a:rPr lang="en-US" sz="1600" dirty="0"/>
              <a:t>OPLS2.1, 12 </a:t>
            </a:r>
            <a:r>
              <a:rPr lang="el-GR" sz="1600" dirty="0"/>
              <a:t>λ</a:t>
            </a:r>
            <a:r>
              <a:rPr lang="en-US" sz="1600" dirty="0"/>
              <a:t> windows, 5 ns production</a:t>
            </a:r>
          </a:p>
          <a:p>
            <a:r>
              <a:rPr lang="en-US" sz="1600" dirty="0" err="1"/>
              <a:t>AmberTI</a:t>
            </a:r>
            <a:endParaRPr lang="en-US" sz="1600" dirty="0"/>
          </a:p>
          <a:p>
            <a:pPr marL="285750" indent="-285750">
              <a:buFont typeface="Arial" panose="020B0604020202020204" pitchFamily="34" charset="0"/>
              <a:buChar char="•"/>
            </a:pPr>
            <a:r>
              <a:rPr lang="en-US" sz="1600" dirty="0"/>
              <a:t>ff19SB, </a:t>
            </a:r>
            <a:r>
              <a:rPr lang="en-US" sz="1600" dirty="0" err="1"/>
              <a:t>parm@frosst</a:t>
            </a:r>
            <a:r>
              <a:rPr lang="en-US" sz="1600" dirty="0"/>
              <a:t>, 12 </a:t>
            </a:r>
            <a:r>
              <a:rPr lang="el-GR" sz="1600" dirty="0"/>
              <a:t>λ</a:t>
            </a:r>
            <a:r>
              <a:rPr lang="en-US" sz="1600" dirty="0"/>
              <a:t> windows, 5 ns production, 2x repeats</a:t>
            </a:r>
          </a:p>
          <a:p>
            <a:pPr marL="285750" indent="-285750">
              <a:buFont typeface="Arial" panose="020B0604020202020204" pitchFamily="34" charset="0"/>
              <a:buChar char="•"/>
            </a:pPr>
            <a:endParaRPr lang="en-US" sz="1600" dirty="0"/>
          </a:p>
          <a:p>
            <a:r>
              <a:rPr lang="en-US" sz="1600" b="1" baseline="30000" dirty="0"/>
              <a:t>2</a:t>
            </a:r>
            <a:r>
              <a:rPr lang="en-US" sz="1600" b="1" dirty="0"/>
              <a:t>Benchmarks 2023</a:t>
            </a:r>
          </a:p>
          <a:p>
            <a:endParaRPr lang="en-US" sz="1600" dirty="0"/>
          </a:p>
          <a:p>
            <a:r>
              <a:rPr lang="en-US" sz="1600" dirty="0"/>
              <a:t>FEP+</a:t>
            </a:r>
          </a:p>
          <a:p>
            <a:pPr marL="285750" indent="-285750">
              <a:buFont typeface="Arial" panose="020B0604020202020204" pitchFamily="34" charset="0"/>
              <a:buChar char="•"/>
            </a:pPr>
            <a:r>
              <a:rPr lang="en-US" sz="1600" dirty="0"/>
              <a:t>OPLS4, 12 </a:t>
            </a:r>
            <a:r>
              <a:rPr lang="el-GR" sz="1600" dirty="0"/>
              <a:t>λ</a:t>
            </a:r>
            <a:r>
              <a:rPr lang="en-US" sz="1600" dirty="0"/>
              <a:t> windows, 20 ns production</a:t>
            </a:r>
          </a:p>
          <a:p>
            <a:r>
              <a:rPr lang="en-US" sz="1600" dirty="0" err="1"/>
              <a:t>AmberTI</a:t>
            </a:r>
            <a:endParaRPr lang="en-US" sz="1600" dirty="0"/>
          </a:p>
          <a:p>
            <a:pPr marL="285750" indent="-285750">
              <a:buFont typeface="Arial" panose="020B0604020202020204" pitchFamily="34" charset="0"/>
              <a:buChar char="•"/>
            </a:pPr>
            <a:r>
              <a:rPr lang="en-US" sz="1600" dirty="0"/>
              <a:t>ff19SB, gaff2, 12 </a:t>
            </a:r>
            <a:r>
              <a:rPr lang="el-GR" sz="1600" dirty="0"/>
              <a:t>λ</a:t>
            </a:r>
            <a:r>
              <a:rPr lang="en-US" sz="1600" dirty="0"/>
              <a:t> windows, 5 ns production, 2x repeats</a:t>
            </a:r>
          </a:p>
          <a:p>
            <a:pPr marL="285750" indent="-285750">
              <a:buFont typeface="Arial" panose="020B0604020202020204" pitchFamily="34" charset="0"/>
              <a:buChar char="•"/>
            </a:pPr>
            <a:r>
              <a:rPr lang="en-US" sz="1600" dirty="0"/>
              <a:t>Charge moving/changing used three-step protocol</a:t>
            </a:r>
          </a:p>
          <a:p>
            <a:endParaRPr lang="en-US" sz="1600" dirty="0"/>
          </a:p>
        </p:txBody>
      </p:sp>
      <p:sp>
        <p:nvSpPr>
          <p:cNvPr id="11" name="TextBox 10">
            <a:extLst>
              <a:ext uri="{FF2B5EF4-FFF2-40B4-BE49-F238E27FC236}">
                <a16:creationId xmlns:a16="http://schemas.microsoft.com/office/drawing/2014/main" id="{AADC5AA1-352B-4C18-E52B-9F3D32DFC561}"/>
              </a:ext>
            </a:extLst>
          </p:cNvPr>
          <p:cNvSpPr txBox="1"/>
          <p:nvPr/>
        </p:nvSpPr>
        <p:spPr>
          <a:xfrm>
            <a:off x="4620309" y="6324200"/>
            <a:ext cx="2420856" cy="430887"/>
          </a:xfrm>
          <a:prstGeom prst="rect">
            <a:avLst/>
          </a:prstGeom>
          <a:noFill/>
        </p:spPr>
        <p:txBody>
          <a:bodyPr wrap="none" rtlCol="0">
            <a:spAutoFit/>
          </a:bodyPr>
          <a:lstStyle/>
          <a:p>
            <a:r>
              <a:rPr lang="en-US" sz="1100" baseline="30000" dirty="0">
                <a:hlinkClick r:id="rId3"/>
              </a:rPr>
              <a:t>1</a:t>
            </a:r>
            <a:r>
              <a:rPr lang="en-US" sz="1100" dirty="0">
                <a:hlinkClick r:id="rId3"/>
              </a:rPr>
              <a:t>Wang et al, </a:t>
            </a:r>
            <a:r>
              <a:rPr lang="en-US" sz="1100" i="1" dirty="0">
                <a:hlinkClick r:id="rId3"/>
              </a:rPr>
              <a:t>JACS</a:t>
            </a:r>
            <a:r>
              <a:rPr lang="en-US" sz="1100" dirty="0">
                <a:hlinkClick r:id="rId3"/>
              </a:rPr>
              <a:t>, 2015</a:t>
            </a:r>
            <a:endParaRPr lang="en-US" sz="1100" dirty="0"/>
          </a:p>
          <a:p>
            <a:r>
              <a:rPr lang="en-US" sz="1100" baseline="30000" dirty="0">
                <a:hlinkClick r:id="rId4"/>
              </a:rPr>
              <a:t>2</a:t>
            </a:r>
            <a:r>
              <a:rPr lang="en-US" sz="1100" dirty="0">
                <a:hlinkClick r:id="rId4"/>
              </a:rPr>
              <a:t>Ross et al, </a:t>
            </a:r>
            <a:r>
              <a:rPr lang="en-US" sz="1100" i="1" dirty="0">
                <a:hlinkClick r:id="rId4"/>
              </a:rPr>
              <a:t>Nat Comm Chem</a:t>
            </a:r>
            <a:r>
              <a:rPr lang="en-US" sz="1100" dirty="0">
                <a:hlinkClick r:id="rId4"/>
              </a:rPr>
              <a:t>, 2023</a:t>
            </a:r>
            <a:endParaRPr lang="en-US" sz="1100" dirty="0"/>
          </a:p>
        </p:txBody>
      </p:sp>
    </p:spTree>
    <p:extLst>
      <p:ext uri="{BB962C8B-B14F-4D97-AF65-F5344CB8AC3E}">
        <p14:creationId xmlns:p14="http://schemas.microsoft.com/office/powerpoint/2010/main" val="362643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07B6C-D728-BB11-A7DF-EE9727804552}"/>
              </a:ext>
            </a:extLst>
          </p:cNvPr>
          <p:cNvSpPr>
            <a:spLocks noGrp="1"/>
          </p:cNvSpPr>
          <p:nvPr>
            <p:ph type="title"/>
          </p:nvPr>
        </p:nvSpPr>
        <p:spPr>
          <a:xfrm>
            <a:off x="604838" y="311086"/>
            <a:ext cx="11168062" cy="1065278"/>
          </a:xfrm>
        </p:spPr>
        <p:txBody>
          <a:bodyPr/>
          <a:lstStyle/>
          <a:p>
            <a:r>
              <a:rPr lang="en-US" dirty="0"/>
              <a:t>Application to a membrane exposed GPCR allosteric site</a:t>
            </a:r>
          </a:p>
        </p:txBody>
      </p:sp>
      <p:sp>
        <p:nvSpPr>
          <p:cNvPr id="5" name="Slide Number Placeholder 4">
            <a:extLst>
              <a:ext uri="{FF2B5EF4-FFF2-40B4-BE49-F238E27FC236}">
                <a16:creationId xmlns:a16="http://schemas.microsoft.com/office/drawing/2014/main" id="{B2D07517-F7FB-D987-30F4-977B0BD4E5A4}"/>
              </a:ext>
            </a:extLst>
          </p:cNvPr>
          <p:cNvSpPr>
            <a:spLocks noGrp="1"/>
          </p:cNvSpPr>
          <p:nvPr>
            <p:ph type="sldNum" sz="quarter" idx="12"/>
          </p:nvPr>
        </p:nvSpPr>
        <p:spPr/>
        <p:txBody>
          <a:bodyPr/>
          <a:lstStyle/>
          <a:p>
            <a:fld id="{03CB0E19-F4C8-4F98-96D2-CE1ECDE59975}" type="slidenum">
              <a:rPr lang="en-GB" smtClean="0"/>
              <a:t>16</a:t>
            </a:fld>
            <a:endParaRPr lang="en-GB"/>
          </a:p>
        </p:txBody>
      </p:sp>
      <p:pic>
        <p:nvPicPr>
          <p:cNvPr id="8" name="Picture 7">
            <a:extLst>
              <a:ext uri="{FF2B5EF4-FFF2-40B4-BE49-F238E27FC236}">
                <a16:creationId xmlns:a16="http://schemas.microsoft.com/office/drawing/2014/main" id="{BF7B9304-61BA-1A89-4C3C-2F1E554F2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1341" y="2404110"/>
            <a:ext cx="3291528" cy="3200400"/>
          </a:xfrm>
          <a:prstGeom prst="rect">
            <a:avLst/>
          </a:prstGeom>
        </p:spPr>
      </p:pic>
      <p:pic>
        <p:nvPicPr>
          <p:cNvPr id="9" name="Picture 8">
            <a:extLst>
              <a:ext uri="{FF2B5EF4-FFF2-40B4-BE49-F238E27FC236}">
                <a16:creationId xmlns:a16="http://schemas.microsoft.com/office/drawing/2014/main" id="{B1618C41-A26F-9541-7243-90EBA16AF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4877" y="2113512"/>
            <a:ext cx="3186966" cy="3474720"/>
          </a:xfrm>
          <a:prstGeom prst="rect">
            <a:avLst/>
          </a:prstGeom>
        </p:spPr>
      </p:pic>
      <p:pic>
        <p:nvPicPr>
          <p:cNvPr id="10" name="Picture 9">
            <a:extLst>
              <a:ext uri="{FF2B5EF4-FFF2-40B4-BE49-F238E27FC236}">
                <a16:creationId xmlns:a16="http://schemas.microsoft.com/office/drawing/2014/main" id="{AFAA5E6D-B162-C25F-40E0-8DF2B754408A}"/>
              </a:ext>
            </a:extLst>
          </p:cNvPr>
          <p:cNvPicPr>
            <a:picLocks noChangeAspect="1"/>
          </p:cNvPicPr>
          <p:nvPr/>
        </p:nvPicPr>
        <p:blipFill>
          <a:blip r:embed="rId4"/>
          <a:stretch>
            <a:fillRect/>
          </a:stretch>
        </p:blipFill>
        <p:spPr>
          <a:xfrm>
            <a:off x="2090044" y="1376364"/>
            <a:ext cx="3094159" cy="4480560"/>
          </a:xfrm>
          <a:prstGeom prst="rect">
            <a:avLst/>
          </a:prstGeom>
        </p:spPr>
      </p:pic>
      <p:pic>
        <p:nvPicPr>
          <p:cNvPr id="11" name="Picture 10">
            <a:extLst>
              <a:ext uri="{FF2B5EF4-FFF2-40B4-BE49-F238E27FC236}">
                <a16:creationId xmlns:a16="http://schemas.microsoft.com/office/drawing/2014/main" id="{93A0E4E1-538B-9B53-6F06-32996310E443}"/>
              </a:ext>
            </a:extLst>
          </p:cNvPr>
          <p:cNvPicPr>
            <a:picLocks noChangeAspect="1"/>
          </p:cNvPicPr>
          <p:nvPr/>
        </p:nvPicPr>
        <p:blipFill>
          <a:blip r:embed="rId5"/>
          <a:stretch>
            <a:fillRect/>
          </a:stretch>
        </p:blipFill>
        <p:spPr>
          <a:xfrm>
            <a:off x="351417" y="2091606"/>
            <a:ext cx="1570538" cy="1371600"/>
          </a:xfrm>
          <a:prstGeom prst="rect">
            <a:avLst/>
          </a:prstGeom>
        </p:spPr>
      </p:pic>
      <p:pic>
        <p:nvPicPr>
          <p:cNvPr id="12" name="Picture 11">
            <a:extLst>
              <a:ext uri="{FF2B5EF4-FFF2-40B4-BE49-F238E27FC236}">
                <a16:creationId xmlns:a16="http://schemas.microsoft.com/office/drawing/2014/main" id="{3F6A6BF4-28A2-C2CD-365B-A0267CF53666}"/>
              </a:ext>
            </a:extLst>
          </p:cNvPr>
          <p:cNvPicPr>
            <a:picLocks noChangeAspect="1"/>
          </p:cNvPicPr>
          <p:nvPr/>
        </p:nvPicPr>
        <p:blipFill>
          <a:blip r:embed="rId6"/>
          <a:stretch>
            <a:fillRect/>
          </a:stretch>
        </p:blipFill>
        <p:spPr>
          <a:xfrm>
            <a:off x="419945" y="3874686"/>
            <a:ext cx="1433482" cy="1463040"/>
          </a:xfrm>
          <a:prstGeom prst="rect">
            <a:avLst/>
          </a:prstGeom>
        </p:spPr>
      </p:pic>
      <p:pic>
        <p:nvPicPr>
          <p:cNvPr id="4" name="Picture 3">
            <a:extLst>
              <a:ext uri="{FF2B5EF4-FFF2-40B4-BE49-F238E27FC236}">
                <a16:creationId xmlns:a16="http://schemas.microsoft.com/office/drawing/2014/main" id="{CA4D62F2-0F4C-DAA3-63BA-2346E10FD82F}"/>
              </a:ext>
            </a:extLst>
          </p:cNvPr>
          <p:cNvPicPr>
            <a:picLocks noChangeAspect="1"/>
          </p:cNvPicPr>
          <p:nvPr/>
        </p:nvPicPr>
        <p:blipFill>
          <a:blip r:embed="rId7"/>
          <a:stretch>
            <a:fillRect/>
          </a:stretch>
        </p:blipFill>
        <p:spPr>
          <a:xfrm>
            <a:off x="5558088" y="981463"/>
            <a:ext cx="6096000" cy="1074899"/>
          </a:xfrm>
          <a:prstGeom prst="rect">
            <a:avLst/>
          </a:prstGeom>
        </p:spPr>
      </p:pic>
      <p:sp>
        <p:nvSpPr>
          <p:cNvPr id="3" name="Rectangle 2">
            <a:extLst>
              <a:ext uri="{FF2B5EF4-FFF2-40B4-BE49-F238E27FC236}">
                <a16:creationId xmlns:a16="http://schemas.microsoft.com/office/drawing/2014/main" id="{4DA3042C-5DB1-0875-AAFD-C75B0EFA4E7F}"/>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1460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7BA7BC-4AB7-4BD6-4D17-66F3D788E831}"/>
              </a:ext>
            </a:extLst>
          </p:cNvPr>
          <p:cNvSpPr>
            <a:spLocks noGrp="1"/>
          </p:cNvSpPr>
          <p:nvPr>
            <p:ph type="sldNum" sz="quarter" idx="12"/>
          </p:nvPr>
        </p:nvSpPr>
        <p:spPr/>
        <p:txBody>
          <a:bodyPr/>
          <a:lstStyle/>
          <a:p>
            <a:fld id="{03CB0E19-F4C8-4F98-96D2-CE1ECDE59975}" type="slidenum">
              <a:rPr lang="en-GB" smtClean="0"/>
              <a:t>17</a:t>
            </a:fld>
            <a:endParaRPr lang="en-GB"/>
          </a:p>
        </p:txBody>
      </p:sp>
      <p:sp>
        <p:nvSpPr>
          <p:cNvPr id="4" name="Text Placeholder 3">
            <a:extLst>
              <a:ext uri="{FF2B5EF4-FFF2-40B4-BE49-F238E27FC236}">
                <a16:creationId xmlns:a16="http://schemas.microsoft.com/office/drawing/2014/main" id="{C06DAE4C-9E48-9FB5-4309-0A47D754C419}"/>
              </a:ext>
            </a:extLst>
          </p:cNvPr>
          <p:cNvSpPr>
            <a:spLocks noGrp="1"/>
          </p:cNvSpPr>
          <p:nvPr>
            <p:ph type="body" sz="quarter" idx="13"/>
          </p:nvPr>
        </p:nvSpPr>
        <p:spPr>
          <a:xfrm>
            <a:off x="6143625" y="2882587"/>
            <a:ext cx="5614985" cy="1092827"/>
          </a:xfrm>
        </p:spPr>
        <p:txBody>
          <a:bodyPr/>
          <a:lstStyle/>
          <a:p>
            <a:r>
              <a:rPr lang="en-GB" dirty="0"/>
              <a:t>Identifying a selectivity handle</a:t>
            </a:r>
          </a:p>
        </p:txBody>
      </p:sp>
      <p:sp>
        <p:nvSpPr>
          <p:cNvPr id="3" name="TextBox 2">
            <a:extLst>
              <a:ext uri="{FF2B5EF4-FFF2-40B4-BE49-F238E27FC236}">
                <a16:creationId xmlns:a16="http://schemas.microsoft.com/office/drawing/2014/main" id="{A943A854-23AA-42F6-A0DF-0C02D8C30A53}"/>
              </a:ext>
            </a:extLst>
          </p:cNvPr>
          <p:cNvSpPr txBox="1"/>
          <p:nvPr/>
        </p:nvSpPr>
        <p:spPr>
          <a:xfrm>
            <a:off x="9514602" y="4284921"/>
            <a:ext cx="1609223" cy="523220"/>
          </a:xfrm>
          <a:prstGeom prst="rect">
            <a:avLst/>
          </a:prstGeom>
          <a:noFill/>
        </p:spPr>
        <p:txBody>
          <a:bodyPr wrap="none" rtlCol="0">
            <a:spAutoFit/>
          </a:bodyPr>
          <a:lstStyle/>
          <a:p>
            <a:r>
              <a:rPr lang="en-US" sz="2800" b="1" dirty="0"/>
              <a:t>Series A</a:t>
            </a:r>
          </a:p>
        </p:txBody>
      </p:sp>
      <p:sp>
        <p:nvSpPr>
          <p:cNvPr id="2" name="Oval 1">
            <a:extLst>
              <a:ext uri="{FF2B5EF4-FFF2-40B4-BE49-F238E27FC236}">
                <a16:creationId xmlns:a16="http://schemas.microsoft.com/office/drawing/2014/main" id="{5F7BC61B-96B0-777E-B5B7-C46A18BA98E6}"/>
              </a:ext>
            </a:extLst>
          </p:cNvPr>
          <p:cNvSpPr/>
          <p:nvPr/>
        </p:nvSpPr>
        <p:spPr>
          <a:xfrm>
            <a:off x="8291186" y="5256762"/>
            <a:ext cx="352425" cy="514350"/>
          </a:xfrm>
          <a:prstGeom prst="ellipse">
            <a:avLst/>
          </a:prstGeom>
          <a:solidFill>
            <a:srgbClr val="FFC0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010720C-E10C-3597-90D2-3BE36C9F6EDC}"/>
              </a:ext>
            </a:extLst>
          </p:cNvPr>
          <p:cNvSpPr/>
          <p:nvPr/>
        </p:nvSpPr>
        <p:spPr>
          <a:xfrm>
            <a:off x="8903373" y="5256762"/>
            <a:ext cx="352425" cy="514350"/>
          </a:xfrm>
          <a:prstGeom prst="ellipse">
            <a:avLst/>
          </a:prstGeom>
          <a:solidFill>
            <a:srgbClr val="D0D0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2BD3A6CD-D885-58E3-39B6-96FDB956810F}"/>
              </a:ext>
            </a:extLst>
          </p:cNvPr>
          <p:cNvSpPr/>
          <p:nvPr/>
        </p:nvSpPr>
        <p:spPr>
          <a:xfrm rot="1009112">
            <a:off x="8272944" y="5034200"/>
            <a:ext cx="274320" cy="274320"/>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83792DB0-2E28-482D-ABD4-E188250AE198}"/>
              </a:ext>
            </a:extLst>
          </p:cNvPr>
          <p:cNvSpPr/>
          <p:nvPr/>
        </p:nvSpPr>
        <p:spPr>
          <a:xfrm rot="1009112">
            <a:off x="8874665" y="5034200"/>
            <a:ext cx="274320" cy="274320"/>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8057FB5-3AD9-2EA8-B94D-993FD5FEF3D3}"/>
              </a:ext>
            </a:extLst>
          </p:cNvPr>
          <p:cNvSpPr txBox="1"/>
          <p:nvPr/>
        </p:nvSpPr>
        <p:spPr>
          <a:xfrm>
            <a:off x="8581142" y="5361390"/>
            <a:ext cx="389850" cy="307777"/>
          </a:xfrm>
          <a:prstGeom prst="rect">
            <a:avLst/>
          </a:prstGeom>
          <a:noFill/>
        </p:spPr>
        <p:txBody>
          <a:bodyPr wrap="square" rtlCol="0">
            <a:spAutoFit/>
          </a:bodyPr>
          <a:lstStyle/>
          <a:p>
            <a:r>
              <a:rPr lang="en-US" sz="1400" dirty="0"/>
              <a:t>vs</a:t>
            </a:r>
          </a:p>
        </p:txBody>
      </p:sp>
      <p:sp>
        <p:nvSpPr>
          <p:cNvPr id="10" name="Rectangle 9">
            <a:extLst>
              <a:ext uri="{FF2B5EF4-FFF2-40B4-BE49-F238E27FC236}">
                <a16:creationId xmlns:a16="http://schemas.microsoft.com/office/drawing/2014/main" id="{1BE5AE96-1DDC-F70A-AF56-FEA39CB814DE}"/>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3454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6E4DD6-8BD2-1B1D-142F-FB4E7B4A0E67}"/>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Benchmarking Amber MM-PBSA for affinity scoring</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18</a:t>
            </a:fld>
            <a:endParaRPr lang="en-GB"/>
          </a:p>
        </p:txBody>
      </p:sp>
      <p:sp>
        <p:nvSpPr>
          <p:cNvPr id="13" name="TextBox 12">
            <a:extLst>
              <a:ext uri="{FF2B5EF4-FFF2-40B4-BE49-F238E27FC236}">
                <a16:creationId xmlns:a16="http://schemas.microsoft.com/office/drawing/2014/main" id="{C313E16D-ABD4-4506-B998-6A888E9B6F68}"/>
              </a:ext>
            </a:extLst>
          </p:cNvPr>
          <p:cNvSpPr txBox="1"/>
          <p:nvPr/>
        </p:nvSpPr>
        <p:spPr>
          <a:xfrm>
            <a:off x="604838" y="5028939"/>
            <a:ext cx="3019647" cy="1077218"/>
          </a:xfrm>
          <a:prstGeom prst="rect">
            <a:avLst/>
          </a:prstGeom>
          <a:solidFill>
            <a:schemeClr val="accent4">
              <a:lumMod val="20000"/>
              <a:lumOff val="80000"/>
            </a:schemeClr>
          </a:solidFill>
        </p:spPr>
        <p:txBody>
          <a:bodyPr wrap="square" rtlCol="0">
            <a:spAutoFit/>
          </a:bodyPr>
          <a:lstStyle/>
          <a:p>
            <a:r>
              <a:rPr lang="en-US" sz="1600" dirty="0"/>
              <a:t>Protocol:</a:t>
            </a:r>
          </a:p>
          <a:p>
            <a:pPr marL="285750" indent="-285750">
              <a:buFont typeface="Arial" panose="020B0604020202020204" pitchFamily="34" charset="0"/>
              <a:buChar char="•"/>
            </a:pPr>
            <a:r>
              <a:rPr lang="en-US" sz="1600" dirty="0"/>
              <a:t>2x repeat runs</a:t>
            </a:r>
          </a:p>
          <a:p>
            <a:pPr marL="285750" indent="-285750">
              <a:buFont typeface="Arial" panose="020B0604020202020204" pitchFamily="34" charset="0"/>
              <a:buChar char="•"/>
            </a:pPr>
            <a:r>
              <a:rPr lang="en-US" sz="1600" dirty="0"/>
              <a:t>5 ns production</a:t>
            </a:r>
          </a:p>
          <a:p>
            <a:pPr marL="285750" indent="-285750">
              <a:buFont typeface="Arial" panose="020B0604020202020204" pitchFamily="34" charset="0"/>
              <a:buChar char="•"/>
            </a:pPr>
            <a:r>
              <a:rPr lang="en-US" sz="1600" dirty="0"/>
              <a:t>ff14SB / </a:t>
            </a:r>
            <a:r>
              <a:rPr lang="en-US" sz="1600" dirty="0" err="1"/>
              <a:t>parm@Frosst</a:t>
            </a:r>
            <a:endParaRPr lang="en-US" sz="1600" dirty="0"/>
          </a:p>
        </p:txBody>
      </p:sp>
      <p:pic>
        <p:nvPicPr>
          <p:cNvPr id="6" name="Picture 5">
            <a:extLst>
              <a:ext uri="{FF2B5EF4-FFF2-40B4-BE49-F238E27FC236}">
                <a16:creationId xmlns:a16="http://schemas.microsoft.com/office/drawing/2014/main" id="{48EB3D65-7699-000B-69A3-EB809C356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7" y="1424934"/>
            <a:ext cx="5135101" cy="3377679"/>
          </a:xfrm>
          <a:prstGeom prst="rect">
            <a:avLst/>
          </a:prstGeom>
        </p:spPr>
      </p:pic>
      <p:sp>
        <p:nvSpPr>
          <p:cNvPr id="10" name="TextBox 9">
            <a:extLst>
              <a:ext uri="{FF2B5EF4-FFF2-40B4-BE49-F238E27FC236}">
                <a16:creationId xmlns:a16="http://schemas.microsoft.com/office/drawing/2014/main" id="{CD03A2C0-6851-583D-3481-0C933FB9D6A2}"/>
              </a:ext>
            </a:extLst>
          </p:cNvPr>
          <p:cNvSpPr txBox="1"/>
          <p:nvPr/>
        </p:nvSpPr>
        <p:spPr>
          <a:xfrm>
            <a:off x="1624299" y="1055603"/>
            <a:ext cx="2486578" cy="369332"/>
          </a:xfrm>
          <a:prstGeom prst="rect">
            <a:avLst/>
          </a:prstGeom>
          <a:noFill/>
        </p:spPr>
        <p:txBody>
          <a:bodyPr wrap="none" rtlCol="0">
            <a:spAutoFit/>
          </a:bodyPr>
          <a:lstStyle/>
          <a:p>
            <a:r>
              <a:rPr lang="en-US" b="1" dirty="0"/>
              <a:t>Retrospective (N=20)</a:t>
            </a:r>
          </a:p>
        </p:txBody>
      </p:sp>
      <p:sp>
        <p:nvSpPr>
          <p:cNvPr id="11" name="TextBox 10">
            <a:extLst>
              <a:ext uri="{FF2B5EF4-FFF2-40B4-BE49-F238E27FC236}">
                <a16:creationId xmlns:a16="http://schemas.microsoft.com/office/drawing/2014/main" id="{678642E9-B133-D864-78AC-AEE242F6BB3D}"/>
              </a:ext>
            </a:extLst>
          </p:cNvPr>
          <p:cNvSpPr txBox="1"/>
          <p:nvPr/>
        </p:nvSpPr>
        <p:spPr>
          <a:xfrm>
            <a:off x="8036239" y="1055603"/>
            <a:ext cx="2358338" cy="369332"/>
          </a:xfrm>
          <a:prstGeom prst="rect">
            <a:avLst/>
          </a:prstGeom>
          <a:noFill/>
        </p:spPr>
        <p:txBody>
          <a:bodyPr wrap="none" rtlCol="0">
            <a:spAutoFit/>
          </a:bodyPr>
          <a:lstStyle/>
          <a:p>
            <a:r>
              <a:rPr lang="en-US" b="1" dirty="0"/>
              <a:t>Prospective (N=72)*</a:t>
            </a:r>
          </a:p>
        </p:txBody>
      </p:sp>
      <p:pic>
        <p:nvPicPr>
          <p:cNvPr id="16" name="Picture 15" descr="A graph of blue dots and lines&#10;&#10;Description automatically generated">
            <a:extLst>
              <a:ext uri="{FF2B5EF4-FFF2-40B4-BE49-F238E27FC236}">
                <a16:creationId xmlns:a16="http://schemas.microsoft.com/office/drawing/2014/main" id="{7953CCBF-851A-9331-CB89-790A49C32F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9296" y="1424935"/>
            <a:ext cx="5012224" cy="3377679"/>
          </a:xfrm>
          <a:prstGeom prst="rect">
            <a:avLst/>
          </a:prstGeom>
        </p:spPr>
      </p:pic>
      <p:sp>
        <p:nvSpPr>
          <p:cNvPr id="17" name="TextBox 16">
            <a:extLst>
              <a:ext uri="{FF2B5EF4-FFF2-40B4-BE49-F238E27FC236}">
                <a16:creationId xmlns:a16="http://schemas.microsoft.com/office/drawing/2014/main" id="{904FE1CC-D7F1-09A6-DC76-E272BA0F0073}"/>
              </a:ext>
            </a:extLst>
          </p:cNvPr>
          <p:cNvSpPr txBox="1"/>
          <p:nvPr/>
        </p:nvSpPr>
        <p:spPr>
          <a:xfrm>
            <a:off x="8783638" y="5028939"/>
            <a:ext cx="3408362" cy="338554"/>
          </a:xfrm>
          <a:prstGeom prst="rect">
            <a:avLst/>
          </a:prstGeom>
          <a:noFill/>
        </p:spPr>
        <p:txBody>
          <a:bodyPr wrap="square" rtlCol="0">
            <a:spAutoFit/>
          </a:bodyPr>
          <a:lstStyle/>
          <a:p>
            <a:r>
              <a:rPr lang="en-US" sz="1600" dirty="0"/>
              <a:t>*includes </a:t>
            </a:r>
            <a:r>
              <a:rPr lang="en-US" sz="1600" dirty="0" err="1"/>
              <a:t>pK</a:t>
            </a:r>
            <a:r>
              <a:rPr lang="en-US" sz="1600" baseline="-25000" dirty="0" err="1"/>
              <a:t>a</a:t>
            </a:r>
            <a:r>
              <a:rPr lang="en-US" sz="1600" dirty="0"/>
              <a:t> modulation analogs</a:t>
            </a:r>
          </a:p>
        </p:txBody>
      </p:sp>
    </p:spTree>
    <p:extLst>
      <p:ext uri="{BB962C8B-B14F-4D97-AF65-F5344CB8AC3E}">
        <p14:creationId xmlns:p14="http://schemas.microsoft.com/office/powerpoint/2010/main" val="209723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1+#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FCA329-5DEC-2C48-FFC9-A39882D772D1}"/>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graph of a line with red dots&#10;&#10;Description automatically generated">
            <a:extLst>
              <a:ext uri="{FF2B5EF4-FFF2-40B4-BE49-F238E27FC236}">
                <a16:creationId xmlns:a16="http://schemas.microsoft.com/office/drawing/2014/main" id="{3EEE12B9-8BDF-E7F3-70F8-004C90A35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476" y="1423502"/>
            <a:ext cx="5066519" cy="3403397"/>
          </a:xfrm>
          <a:prstGeom prst="rect">
            <a:avLst/>
          </a:prstGeom>
        </p:spPr>
      </p:pic>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19</a:t>
            </a:fld>
            <a:endParaRPr lang="en-GB"/>
          </a:p>
        </p:txBody>
      </p:sp>
      <p:sp>
        <p:nvSpPr>
          <p:cNvPr id="15" name="TextBox 14">
            <a:extLst>
              <a:ext uri="{FF2B5EF4-FFF2-40B4-BE49-F238E27FC236}">
                <a16:creationId xmlns:a16="http://schemas.microsoft.com/office/drawing/2014/main" id="{DE93C5CC-DF74-0900-A952-B0CDC9EC55CA}"/>
              </a:ext>
            </a:extLst>
          </p:cNvPr>
          <p:cNvSpPr txBox="1"/>
          <p:nvPr/>
        </p:nvSpPr>
        <p:spPr>
          <a:xfrm>
            <a:off x="4834116" y="1729767"/>
            <a:ext cx="1261884" cy="369332"/>
          </a:xfrm>
          <a:prstGeom prst="rect">
            <a:avLst/>
          </a:prstGeom>
          <a:solidFill>
            <a:schemeClr val="bg1"/>
          </a:solidFill>
        </p:spPr>
        <p:txBody>
          <a:bodyPr wrap="none" rtlCol="0">
            <a:spAutoFit/>
          </a:bodyPr>
          <a:lstStyle/>
          <a:p>
            <a:r>
              <a:rPr lang="en-US" i="1" dirty="0"/>
              <a:t>assay limit</a:t>
            </a:r>
          </a:p>
        </p:txBody>
      </p:sp>
      <p:sp>
        <p:nvSpPr>
          <p:cNvPr id="18" name="Title 1">
            <a:extLst>
              <a:ext uri="{FF2B5EF4-FFF2-40B4-BE49-F238E27FC236}">
                <a16:creationId xmlns:a16="http://schemas.microsoft.com/office/drawing/2014/main" id="{FCD59595-B17F-9BF1-922A-568A74B7FE41}"/>
              </a:ext>
            </a:extLst>
          </p:cNvPr>
          <p:cNvSpPr>
            <a:spLocks noGrp="1"/>
          </p:cNvSpPr>
          <p:nvPr>
            <p:ph type="title"/>
          </p:nvPr>
        </p:nvSpPr>
        <p:spPr>
          <a:xfrm>
            <a:off x="604838" y="311086"/>
            <a:ext cx="11168062" cy="1065278"/>
          </a:xfrm>
        </p:spPr>
        <p:txBody>
          <a:bodyPr/>
          <a:lstStyle/>
          <a:p>
            <a:r>
              <a:rPr lang="en-US" dirty="0"/>
              <a:t>Benchmarking Amber TI for affinity scoring</a:t>
            </a:r>
          </a:p>
        </p:txBody>
      </p:sp>
      <p:sp>
        <p:nvSpPr>
          <p:cNvPr id="19" name="TextBox 18">
            <a:extLst>
              <a:ext uri="{FF2B5EF4-FFF2-40B4-BE49-F238E27FC236}">
                <a16:creationId xmlns:a16="http://schemas.microsoft.com/office/drawing/2014/main" id="{4441A73B-6371-3147-2400-340B7AAFAF73}"/>
              </a:ext>
            </a:extLst>
          </p:cNvPr>
          <p:cNvSpPr txBox="1"/>
          <p:nvPr/>
        </p:nvSpPr>
        <p:spPr>
          <a:xfrm>
            <a:off x="1624299" y="1055603"/>
            <a:ext cx="2486578" cy="369332"/>
          </a:xfrm>
          <a:prstGeom prst="rect">
            <a:avLst/>
          </a:prstGeom>
          <a:noFill/>
        </p:spPr>
        <p:txBody>
          <a:bodyPr wrap="none" rtlCol="0">
            <a:spAutoFit/>
          </a:bodyPr>
          <a:lstStyle/>
          <a:p>
            <a:r>
              <a:rPr lang="en-US" b="1" dirty="0"/>
              <a:t>Retrospective (N=20)</a:t>
            </a:r>
          </a:p>
        </p:txBody>
      </p:sp>
      <p:cxnSp>
        <p:nvCxnSpPr>
          <p:cNvPr id="23" name="Straight Arrow Connector 22">
            <a:extLst>
              <a:ext uri="{FF2B5EF4-FFF2-40B4-BE49-F238E27FC236}">
                <a16:creationId xmlns:a16="http://schemas.microsoft.com/office/drawing/2014/main" id="{9B22B04F-F10B-18B3-8D88-FF7D53AFD1DD}"/>
              </a:ext>
            </a:extLst>
          </p:cNvPr>
          <p:cNvCxnSpPr>
            <a:cxnSpLocks/>
            <a:stCxn id="15" idx="1"/>
          </p:cNvCxnSpPr>
          <p:nvPr/>
        </p:nvCxnSpPr>
        <p:spPr>
          <a:xfrm flipH="1" flipV="1">
            <a:off x="4163169" y="1729767"/>
            <a:ext cx="670947" cy="18466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29F7C99-5F89-5141-217D-14848E3ACC4E}"/>
              </a:ext>
            </a:extLst>
          </p:cNvPr>
          <p:cNvSpPr txBox="1"/>
          <p:nvPr/>
        </p:nvSpPr>
        <p:spPr>
          <a:xfrm>
            <a:off x="604838" y="4851185"/>
            <a:ext cx="3019647" cy="1323439"/>
          </a:xfrm>
          <a:prstGeom prst="rect">
            <a:avLst/>
          </a:prstGeom>
          <a:solidFill>
            <a:schemeClr val="accent4">
              <a:lumMod val="20000"/>
              <a:lumOff val="80000"/>
            </a:schemeClr>
          </a:solidFill>
        </p:spPr>
        <p:txBody>
          <a:bodyPr wrap="square" rtlCol="0">
            <a:spAutoFit/>
          </a:bodyPr>
          <a:lstStyle/>
          <a:p>
            <a:r>
              <a:rPr lang="en-US" sz="1600" dirty="0"/>
              <a:t>Protocol:</a:t>
            </a:r>
          </a:p>
          <a:p>
            <a:pPr marL="285750" indent="-285750">
              <a:buFont typeface="Arial" panose="020B0604020202020204" pitchFamily="34" charset="0"/>
              <a:buChar char="•"/>
            </a:pPr>
            <a:r>
              <a:rPr lang="en-US" sz="1600" dirty="0"/>
              <a:t>2x repeat runs</a:t>
            </a:r>
          </a:p>
          <a:p>
            <a:pPr marL="285750" indent="-285750">
              <a:buFont typeface="Arial" panose="020B0604020202020204" pitchFamily="34" charset="0"/>
              <a:buChar char="•"/>
            </a:pPr>
            <a:r>
              <a:rPr lang="en-US" sz="1600" dirty="0"/>
              <a:t>12 lambda windows</a:t>
            </a:r>
          </a:p>
          <a:p>
            <a:pPr marL="285750" indent="-285750">
              <a:buFont typeface="Arial" panose="020B0604020202020204" pitchFamily="34" charset="0"/>
              <a:buChar char="•"/>
            </a:pPr>
            <a:r>
              <a:rPr lang="en-US" sz="1600" dirty="0"/>
              <a:t>5 ns production</a:t>
            </a:r>
          </a:p>
          <a:p>
            <a:pPr marL="285750" indent="-285750">
              <a:buFont typeface="Arial" panose="020B0604020202020204" pitchFamily="34" charset="0"/>
              <a:buChar char="•"/>
            </a:pPr>
            <a:r>
              <a:rPr lang="en-US" sz="1600" dirty="0"/>
              <a:t>ff19SB / </a:t>
            </a:r>
            <a:r>
              <a:rPr lang="en-US" sz="1600" dirty="0" err="1"/>
              <a:t>parm@Frosst</a:t>
            </a:r>
            <a:endParaRPr lang="en-US" sz="1600" dirty="0"/>
          </a:p>
        </p:txBody>
      </p:sp>
      <p:sp>
        <p:nvSpPr>
          <p:cNvPr id="28" name="TextBox 27">
            <a:extLst>
              <a:ext uri="{FF2B5EF4-FFF2-40B4-BE49-F238E27FC236}">
                <a16:creationId xmlns:a16="http://schemas.microsoft.com/office/drawing/2014/main" id="{24EE6519-4292-D897-B8EF-0E4409930E9F}"/>
              </a:ext>
            </a:extLst>
          </p:cNvPr>
          <p:cNvSpPr txBox="1"/>
          <p:nvPr/>
        </p:nvSpPr>
        <p:spPr>
          <a:xfrm>
            <a:off x="6522411" y="1060367"/>
            <a:ext cx="3488968" cy="369332"/>
          </a:xfrm>
          <a:prstGeom prst="rect">
            <a:avLst/>
          </a:prstGeom>
          <a:noFill/>
        </p:spPr>
        <p:txBody>
          <a:bodyPr wrap="none" rtlCol="0">
            <a:spAutoFit/>
          </a:bodyPr>
          <a:lstStyle/>
          <a:p>
            <a:r>
              <a:rPr lang="en-US" b="1" u="sng" dirty="0"/>
              <a:t>Typical prioritization workflow</a:t>
            </a:r>
          </a:p>
        </p:txBody>
      </p:sp>
      <p:sp>
        <p:nvSpPr>
          <p:cNvPr id="29" name="TextBox 28">
            <a:extLst>
              <a:ext uri="{FF2B5EF4-FFF2-40B4-BE49-F238E27FC236}">
                <a16:creationId xmlns:a16="http://schemas.microsoft.com/office/drawing/2014/main" id="{70B71EBD-5668-91E5-846A-9BE1BA165794}"/>
              </a:ext>
            </a:extLst>
          </p:cNvPr>
          <p:cNvSpPr txBox="1"/>
          <p:nvPr/>
        </p:nvSpPr>
        <p:spPr>
          <a:xfrm>
            <a:off x="6870944" y="1770055"/>
            <a:ext cx="2775239" cy="369332"/>
          </a:xfrm>
          <a:prstGeom prst="rect">
            <a:avLst/>
          </a:prstGeom>
          <a:solidFill>
            <a:schemeClr val="accent6">
              <a:lumMod val="75000"/>
            </a:schemeClr>
          </a:solidFill>
        </p:spPr>
        <p:txBody>
          <a:bodyPr wrap="square" rtlCol="0">
            <a:spAutoFit/>
          </a:bodyPr>
          <a:lstStyle/>
          <a:p>
            <a:pPr algn="ctr"/>
            <a:r>
              <a:rPr lang="en-US" dirty="0">
                <a:solidFill>
                  <a:schemeClr val="bg1"/>
                </a:solidFill>
              </a:rPr>
              <a:t>Ligand docking (Glide)</a:t>
            </a:r>
          </a:p>
        </p:txBody>
      </p:sp>
      <p:sp>
        <p:nvSpPr>
          <p:cNvPr id="30" name="TextBox 29">
            <a:extLst>
              <a:ext uri="{FF2B5EF4-FFF2-40B4-BE49-F238E27FC236}">
                <a16:creationId xmlns:a16="http://schemas.microsoft.com/office/drawing/2014/main" id="{BB7147B7-5DD2-737F-13D8-90D929C18343}"/>
              </a:ext>
            </a:extLst>
          </p:cNvPr>
          <p:cNvSpPr txBox="1"/>
          <p:nvPr/>
        </p:nvSpPr>
        <p:spPr>
          <a:xfrm>
            <a:off x="6870944" y="2479743"/>
            <a:ext cx="2775239" cy="369332"/>
          </a:xfrm>
          <a:prstGeom prst="rect">
            <a:avLst/>
          </a:prstGeom>
          <a:solidFill>
            <a:schemeClr val="accent6">
              <a:lumMod val="75000"/>
            </a:schemeClr>
          </a:solidFill>
        </p:spPr>
        <p:txBody>
          <a:bodyPr wrap="square" rtlCol="0">
            <a:spAutoFit/>
          </a:bodyPr>
          <a:lstStyle/>
          <a:p>
            <a:pPr algn="ctr"/>
            <a:r>
              <a:rPr lang="en-US" dirty="0">
                <a:solidFill>
                  <a:schemeClr val="bg1"/>
                </a:solidFill>
              </a:rPr>
              <a:t>Short MD simulation</a:t>
            </a:r>
          </a:p>
        </p:txBody>
      </p:sp>
      <p:sp>
        <p:nvSpPr>
          <p:cNvPr id="31" name="TextBox 30">
            <a:extLst>
              <a:ext uri="{FF2B5EF4-FFF2-40B4-BE49-F238E27FC236}">
                <a16:creationId xmlns:a16="http://schemas.microsoft.com/office/drawing/2014/main" id="{A955340B-0EBA-76E3-5420-70EB140B0A71}"/>
              </a:ext>
            </a:extLst>
          </p:cNvPr>
          <p:cNvSpPr txBox="1"/>
          <p:nvPr/>
        </p:nvSpPr>
        <p:spPr>
          <a:xfrm>
            <a:off x="6870944" y="3189431"/>
            <a:ext cx="2775239" cy="923330"/>
          </a:xfrm>
          <a:prstGeom prst="rect">
            <a:avLst/>
          </a:prstGeom>
          <a:solidFill>
            <a:schemeClr val="accent6">
              <a:lumMod val="75000"/>
            </a:schemeClr>
          </a:solidFill>
        </p:spPr>
        <p:txBody>
          <a:bodyPr wrap="square" rtlCol="0">
            <a:spAutoFit/>
          </a:bodyPr>
          <a:lstStyle/>
          <a:p>
            <a:pPr algn="ctr"/>
            <a:r>
              <a:rPr lang="en-US" dirty="0">
                <a:solidFill>
                  <a:schemeClr val="bg1"/>
                </a:solidFill>
              </a:rPr>
              <a:t>QM strain analysis and property calculation (</a:t>
            </a:r>
            <a:r>
              <a:rPr lang="en-US" dirty="0" err="1">
                <a:solidFill>
                  <a:schemeClr val="bg1"/>
                </a:solidFill>
              </a:rPr>
              <a:t>ReSCoSS</a:t>
            </a:r>
            <a:r>
              <a:rPr lang="en-US" dirty="0">
                <a:solidFill>
                  <a:schemeClr val="bg1"/>
                </a:solidFill>
              </a:rPr>
              <a:t>)</a:t>
            </a:r>
          </a:p>
        </p:txBody>
      </p:sp>
      <p:sp>
        <p:nvSpPr>
          <p:cNvPr id="32" name="TextBox 31">
            <a:extLst>
              <a:ext uri="{FF2B5EF4-FFF2-40B4-BE49-F238E27FC236}">
                <a16:creationId xmlns:a16="http://schemas.microsoft.com/office/drawing/2014/main" id="{12EAFE88-B00D-8238-32A3-E9CED33EFFBE}"/>
              </a:ext>
            </a:extLst>
          </p:cNvPr>
          <p:cNvSpPr txBox="1"/>
          <p:nvPr/>
        </p:nvSpPr>
        <p:spPr>
          <a:xfrm>
            <a:off x="6870944" y="4453116"/>
            <a:ext cx="2775239" cy="1200329"/>
          </a:xfrm>
          <a:prstGeom prst="rect">
            <a:avLst/>
          </a:prstGeom>
          <a:solidFill>
            <a:schemeClr val="accent6">
              <a:lumMod val="75000"/>
            </a:schemeClr>
          </a:solidFill>
        </p:spPr>
        <p:txBody>
          <a:bodyPr wrap="square" rtlCol="0">
            <a:spAutoFit/>
          </a:bodyPr>
          <a:lstStyle/>
          <a:p>
            <a:pPr algn="ctr"/>
            <a:r>
              <a:rPr lang="en-US" dirty="0">
                <a:solidFill>
                  <a:schemeClr val="bg1"/>
                </a:solidFill>
              </a:rPr>
              <a:t>Only selected analogs progressed to </a:t>
            </a:r>
            <a:r>
              <a:rPr lang="en-US" dirty="0" err="1">
                <a:solidFill>
                  <a:schemeClr val="bg1"/>
                </a:solidFill>
              </a:rPr>
              <a:t>AmberTI</a:t>
            </a:r>
            <a:r>
              <a:rPr lang="en-US" dirty="0">
                <a:solidFill>
                  <a:schemeClr val="bg1"/>
                </a:solidFill>
              </a:rPr>
              <a:t> (novel interaction question, </a:t>
            </a:r>
            <a:r>
              <a:rPr lang="en-US" dirty="0" err="1">
                <a:solidFill>
                  <a:schemeClr val="bg1"/>
                </a:solidFill>
              </a:rPr>
              <a:t>etc</a:t>
            </a:r>
            <a:r>
              <a:rPr lang="en-US" dirty="0">
                <a:solidFill>
                  <a:schemeClr val="bg1"/>
                </a:solidFill>
              </a:rPr>
              <a:t>)</a:t>
            </a:r>
          </a:p>
        </p:txBody>
      </p:sp>
      <p:sp>
        <p:nvSpPr>
          <p:cNvPr id="33" name="TextBox 32">
            <a:extLst>
              <a:ext uri="{FF2B5EF4-FFF2-40B4-BE49-F238E27FC236}">
                <a16:creationId xmlns:a16="http://schemas.microsoft.com/office/drawing/2014/main" id="{E2F7CEFD-02CB-26E2-0137-9850BB1285A6}"/>
              </a:ext>
            </a:extLst>
          </p:cNvPr>
          <p:cNvSpPr txBox="1"/>
          <p:nvPr/>
        </p:nvSpPr>
        <p:spPr>
          <a:xfrm>
            <a:off x="3838354" y="6331470"/>
            <a:ext cx="7107014" cy="430887"/>
          </a:xfrm>
          <a:prstGeom prst="rect">
            <a:avLst/>
          </a:prstGeom>
          <a:noFill/>
        </p:spPr>
        <p:txBody>
          <a:bodyPr wrap="square" rtlCol="0">
            <a:spAutoFit/>
          </a:bodyPr>
          <a:lstStyle/>
          <a:p>
            <a:r>
              <a:rPr lang="en-US" sz="1100" dirty="0" err="1">
                <a:hlinkClick r:id="rId3"/>
              </a:rPr>
              <a:t>ReSCoSS</a:t>
            </a:r>
            <a:r>
              <a:rPr lang="en-US" sz="1100" dirty="0">
                <a:hlinkClick r:id="rId3"/>
              </a:rPr>
              <a:t>: a flexible quantum chemistry workflow identifying relevant solution conformers of drug-like molecules | Journal of Computer-Aided Molecular Design</a:t>
            </a:r>
            <a:endParaRPr lang="en-US" sz="1100" dirty="0"/>
          </a:p>
        </p:txBody>
      </p:sp>
      <p:sp>
        <p:nvSpPr>
          <p:cNvPr id="34" name="TextBox 33">
            <a:extLst>
              <a:ext uri="{FF2B5EF4-FFF2-40B4-BE49-F238E27FC236}">
                <a16:creationId xmlns:a16="http://schemas.microsoft.com/office/drawing/2014/main" id="{4FD9D01E-0F92-EB8A-4437-36992F8C374E}"/>
              </a:ext>
            </a:extLst>
          </p:cNvPr>
          <p:cNvSpPr txBox="1"/>
          <p:nvPr/>
        </p:nvSpPr>
        <p:spPr>
          <a:xfrm>
            <a:off x="10011379" y="3327931"/>
            <a:ext cx="2039307" cy="646331"/>
          </a:xfrm>
          <a:prstGeom prst="rect">
            <a:avLst/>
          </a:prstGeom>
          <a:solidFill>
            <a:srgbClr val="00B050"/>
          </a:solidFill>
        </p:spPr>
        <p:txBody>
          <a:bodyPr wrap="square" rtlCol="0">
            <a:spAutoFit/>
          </a:bodyPr>
          <a:lstStyle/>
          <a:p>
            <a:pPr algn="ctr"/>
            <a:r>
              <a:rPr lang="en-US" dirty="0" err="1">
                <a:solidFill>
                  <a:schemeClr val="bg1"/>
                </a:solidFill>
              </a:rPr>
              <a:t>Pymol</a:t>
            </a:r>
            <a:r>
              <a:rPr lang="en-US" dirty="0">
                <a:solidFill>
                  <a:schemeClr val="bg1"/>
                </a:solidFill>
              </a:rPr>
              <a:t> session + properties</a:t>
            </a:r>
          </a:p>
        </p:txBody>
      </p:sp>
      <p:sp>
        <p:nvSpPr>
          <p:cNvPr id="35" name="Arrow: Down 34">
            <a:extLst>
              <a:ext uri="{FF2B5EF4-FFF2-40B4-BE49-F238E27FC236}">
                <a16:creationId xmlns:a16="http://schemas.microsoft.com/office/drawing/2014/main" id="{8CEFAB05-DB50-E8DF-915C-81952C831006}"/>
              </a:ext>
            </a:extLst>
          </p:cNvPr>
          <p:cNvSpPr/>
          <p:nvPr/>
        </p:nvSpPr>
        <p:spPr>
          <a:xfrm>
            <a:off x="7897056" y="2180500"/>
            <a:ext cx="723014" cy="258130"/>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Down 35">
            <a:extLst>
              <a:ext uri="{FF2B5EF4-FFF2-40B4-BE49-F238E27FC236}">
                <a16:creationId xmlns:a16="http://schemas.microsoft.com/office/drawing/2014/main" id="{777B10C2-8E18-4F9B-3C95-25626E6B5CDC}"/>
              </a:ext>
            </a:extLst>
          </p:cNvPr>
          <p:cNvSpPr/>
          <p:nvPr/>
        </p:nvSpPr>
        <p:spPr>
          <a:xfrm>
            <a:off x="7897056" y="2890188"/>
            <a:ext cx="723014" cy="258130"/>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97ED34CA-C5D5-131D-F7A3-BE5DD20132E6}"/>
              </a:ext>
            </a:extLst>
          </p:cNvPr>
          <p:cNvSpPr/>
          <p:nvPr/>
        </p:nvSpPr>
        <p:spPr>
          <a:xfrm>
            <a:off x="7897056" y="4153874"/>
            <a:ext cx="723014" cy="258130"/>
          </a:xfrm>
          <a:prstGeom prst="down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51335078-F461-E83C-595B-09C6026C32D3}"/>
              </a:ext>
            </a:extLst>
          </p:cNvPr>
          <p:cNvSpPr/>
          <p:nvPr/>
        </p:nvSpPr>
        <p:spPr>
          <a:xfrm rot="16200000">
            <a:off x="9471440" y="3522031"/>
            <a:ext cx="723014" cy="258130"/>
          </a:xfrm>
          <a:prstGeom prst="down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0774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A910A96-158C-2BE3-8F45-4C5DBA1D84FB}"/>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Understanding and optimizing selectivity</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20</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a:t>Productive histidine interaction</a:t>
            </a:r>
          </a:p>
          <a:p>
            <a:pPr lvl="2"/>
            <a:r>
              <a:rPr lang="en-GB" sz="2000" dirty="0"/>
              <a:t>Histidine at the top of th</a:t>
            </a:r>
            <a:r>
              <a:rPr lang="en-GB" dirty="0"/>
              <a:t>e pocket presents an opportunity for selectivity over off-targets</a:t>
            </a:r>
          </a:p>
          <a:p>
            <a:pPr lvl="2"/>
            <a:r>
              <a:rPr lang="en-GB" dirty="0"/>
              <a:t>Despite attempts at numerous different interactions, selectivity could not be gained</a:t>
            </a:r>
            <a:endParaRPr lang="en-US" dirty="0"/>
          </a:p>
        </p:txBody>
      </p:sp>
      <p:pic>
        <p:nvPicPr>
          <p:cNvPr id="6" name="Picture 5" descr="A yellow and pink clouds&#10;&#10;Description automatically generated with medium confidence">
            <a:extLst>
              <a:ext uri="{FF2B5EF4-FFF2-40B4-BE49-F238E27FC236}">
                <a16:creationId xmlns:a16="http://schemas.microsoft.com/office/drawing/2014/main" id="{8257603E-A457-3256-F996-F2C7B8C3B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266" y="2622434"/>
            <a:ext cx="3429116" cy="3429116"/>
          </a:xfrm>
          <a:prstGeom prst="rect">
            <a:avLst/>
          </a:prstGeom>
        </p:spPr>
      </p:pic>
      <p:pic>
        <p:nvPicPr>
          <p:cNvPr id="8" name="Picture 7" descr="A yellow and pink cloud&#10;&#10;Description automatically generated with medium confidence">
            <a:extLst>
              <a:ext uri="{FF2B5EF4-FFF2-40B4-BE49-F238E27FC236}">
                <a16:creationId xmlns:a16="http://schemas.microsoft.com/office/drawing/2014/main" id="{527DE5E6-A8D8-AB9D-A72A-CF0965D95F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1442" y="2622434"/>
            <a:ext cx="3429116" cy="3429116"/>
          </a:xfrm>
          <a:prstGeom prst="rect">
            <a:avLst/>
          </a:prstGeom>
        </p:spPr>
      </p:pic>
      <p:pic>
        <p:nvPicPr>
          <p:cNvPr id="11" name="Picture 10" descr="A close up of a colorful object&#10;&#10;Description automatically generated">
            <a:extLst>
              <a:ext uri="{FF2B5EF4-FFF2-40B4-BE49-F238E27FC236}">
                <a16:creationId xmlns:a16="http://schemas.microsoft.com/office/drawing/2014/main" id="{4DC1C824-F06E-995C-952F-48483F6200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5618" y="2622434"/>
            <a:ext cx="3429116" cy="3429116"/>
          </a:xfrm>
          <a:prstGeom prst="rect">
            <a:avLst/>
          </a:prstGeom>
        </p:spPr>
      </p:pic>
      <p:sp>
        <p:nvSpPr>
          <p:cNvPr id="12" name="TextBox 11">
            <a:extLst>
              <a:ext uri="{FF2B5EF4-FFF2-40B4-BE49-F238E27FC236}">
                <a16:creationId xmlns:a16="http://schemas.microsoft.com/office/drawing/2014/main" id="{81CD680D-43C8-5831-A2C9-2AE73F391314}"/>
              </a:ext>
            </a:extLst>
          </p:cNvPr>
          <p:cNvSpPr txBox="1"/>
          <p:nvPr/>
        </p:nvSpPr>
        <p:spPr>
          <a:xfrm>
            <a:off x="1988890" y="2437768"/>
            <a:ext cx="825867" cy="369332"/>
          </a:xfrm>
          <a:prstGeom prst="rect">
            <a:avLst/>
          </a:prstGeom>
          <a:solidFill>
            <a:schemeClr val="bg1"/>
          </a:solidFill>
        </p:spPr>
        <p:txBody>
          <a:bodyPr wrap="none" rtlCol="0">
            <a:spAutoFit/>
          </a:bodyPr>
          <a:lstStyle/>
          <a:p>
            <a:r>
              <a:rPr lang="en-US" b="1" i="1" dirty="0"/>
              <a:t>target</a:t>
            </a:r>
          </a:p>
        </p:txBody>
      </p:sp>
      <p:sp>
        <p:nvSpPr>
          <p:cNvPr id="13" name="TextBox 12">
            <a:extLst>
              <a:ext uri="{FF2B5EF4-FFF2-40B4-BE49-F238E27FC236}">
                <a16:creationId xmlns:a16="http://schemas.microsoft.com/office/drawing/2014/main" id="{6FB1FD41-980E-E4C0-0916-7CF89AF70683}"/>
              </a:ext>
            </a:extLst>
          </p:cNvPr>
          <p:cNvSpPr txBox="1"/>
          <p:nvPr/>
        </p:nvSpPr>
        <p:spPr>
          <a:xfrm>
            <a:off x="5500434" y="2437768"/>
            <a:ext cx="1385957" cy="369332"/>
          </a:xfrm>
          <a:prstGeom prst="rect">
            <a:avLst/>
          </a:prstGeom>
          <a:solidFill>
            <a:schemeClr val="bg1"/>
          </a:solidFill>
        </p:spPr>
        <p:txBody>
          <a:bodyPr wrap="none" rtlCol="0">
            <a:spAutoFit/>
          </a:bodyPr>
          <a:lstStyle/>
          <a:p>
            <a:r>
              <a:rPr lang="en-US" b="1" i="1" dirty="0"/>
              <a:t>off-target 1</a:t>
            </a:r>
          </a:p>
        </p:txBody>
      </p:sp>
      <p:sp>
        <p:nvSpPr>
          <p:cNvPr id="14" name="TextBox 13">
            <a:extLst>
              <a:ext uri="{FF2B5EF4-FFF2-40B4-BE49-F238E27FC236}">
                <a16:creationId xmlns:a16="http://schemas.microsoft.com/office/drawing/2014/main" id="{1C6F8F5C-C2A5-AE44-B8D2-A6E26E128A54}"/>
              </a:ext>
            </a:extLst>
          </p:cNvPr>
          <p:cNvSpPr txBox="1"/>
          <p:nvPr/>
        </p:nvSpPr>
        <p:spPr>
          <a:xfrm>
            <a:off x="9097197" y="2437768"/>
            <a:ext cx="1385957" cy="369332"/>
          </a:xfrm>
          <a:prstGeom prst="rect">
            <a:avLst/>
          </a:prstGeom>
          <a:solidFill>
            <a:schemeClr val="bg1"/>
          </a:solidFill>
        </p:spPr>
        <p:txBody>
          <a:bodyPr wrap="none" rtlCol="0">
            <a:spAutoFit/>
          </a:bodyPr>
          <a:lstStyle/>
          <a:p>
            <a:r>
              <a:rPr lang="en-US" b="1" i="1" dirty="0"/>
              <a:t>off-target 2</a:t>
            </a:r>
          </a:p>
        </p:txBody>
      </p:sp>
      <p:sp>
        <p:nvSpPr>
          <p:cNvPr id="15" name="TextBox 14">
            <a:extLst>
              <a:ext uri="{FF2B5EF4-FFF2-40B4-BE49-F238E27FC236}">
                <a16:creationId xmlns:a16="http://schemas.microsoft.com/office/drawing/2014/main" id="{4963498C-7386-9CA4-EC12-65A2C0308952}"/>
              </a:ext>
            </a:extLst>
          </p:cNvPr>
          <p:cNvSpPr txBox="1"/>
          <p:nvPr/>
        </p:nvSpPr>
        <p:spPr>
          <a:xfrm>
            <a:off x="2401823" y="3580535"/>
            <a:ext cx="1031051" cy="369332"/>
          </a:xfrm>
          <a:prstGeom prst="rect">
            <a:avLst/>
          </a:prstGeom>
          <a:solidFill>
            <a:schemeClr val="bg1"/>
          </a:solidFill>
        </p:spPr>
        <p:txBody>
          <a:bodyPr wrap="none" rtlCol="0">
            <a:spAutoFit/>
          </a:bodyPr>
          <a:lstStyle/>
          <a:p>
            <a:r>
              <a:rPr lang="en-US" dirty="0"/>
              <a:t>histidine</a:t>
            </a:r>
          </a:p>
        </p:txBody>
      </p:sp>
    </p:spTree>
    <p:extLst>
      <p:ext uri="{BB962C8B-B14F-4D97-AF65-F5344CB8AC3E}">
        <p14:creationId xmlns:p14="http://schemas.microsoft.com/office/powerpoint/2010/main" val="87943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5649F2-F7D6-E11D-572A-F286B70268C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Understanding and optimizing selectivity</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21</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a:t>Productive histidine interaction</a:t>
            </a:r>
          </a:p>
          <a:p>
            <a:pPr lvl="2"/>
            <a:r>
              <a:rPr lang="en-GB" sz="2000" dirty="0"/>
              <a:t>Histidine at the top of th</a:t>
            </a:r>
            <a:r>
              <a:rPr lang="en-GB" dirty="0"/>
              <a:t>e pocket presents an opportunity for selectivity over off-targets</a:t>
            </a:r>
          </a:p>
          <a:p>
            <a:pPr lvl="2"/>
            <a:r>
              <a:rPr lang="en-GB" dirty="0"/>
              <a:t>Despite attempts at numerous different interactions, selectivity could not be gained</a:t>
            </a:r>
            <a:endParaRPr lang="en-US" dirty="0"/>
          </a:p>
        </p:txBody>
      </p:sp>
      <p:graphicFrame>
        <p:nvGraphicFramePr>
          <p:cNvPr id="26" name="Table 25">
            <a:extLst>
              <a:ext uri="{FF2B5EF4-FFF2-40B4-BE49-F238E27FC236}">
                <a16:creationId xmlns:a16="http://schemas.microsoft.com/office/drawing/2014/main" id="{4DA7E34F-44F1-1080-EC14-95EB368C52E7}"/>
              </a:ext>
            </a:extLst>
          </p:cNvPr>
          <p:cNvGraphicFramePr>
            <a:graphicFrameLocks noGrp="1"/>
          </p:cNvGraphicFramePr>
          <p:nvPr>
            <p:extLst>
              <p:ext uri="{D42A27DB-BD31-4B8C-83A1-F6EECF244321}">
                <p14:modId xmlns:p14="http://schemas.microsoft.com/office/powerpoint/2010/main" val="2382026645"/>
              </p:ext>
            </p:extLst>
          </p:nvPr>
        </p:nvGraphicFramePr>
        <p:xfrm>
          <a:off x="4482642" y="4755987"/>
          <a:ext cx="7372660" cy="949960"/>
        </p:xfrm>
        <a:graphic>
          <a:graphicData uri="http://schemas.openxmlformats.org/drawingml/2006/table">
            <a:tbl>
              <a:tblPr firstRow="1" bandRow="1">
                <a:tableStyleId>{5C22544A-7EE6-4342-B048-85BDC9FD1C3A}</a:tableStyleId>
              </a:tblPr>
              <a:tblGrid>
                <a:gridCol w="1843165">
                  <a:extLst>
                    <a:ext uri="{9D8B030D-6E8A-4147-A177-3AD203B41FA5}">
                      <a16:colId xmlns:a16="http://schemas.microsoft.com/office/drawing/2014/main" val="2417892230"/>
                    </a:ext>
                  </a:extLst>
                </a:gridCol>
                <a:gridCol w="1843165">
                  <a:extLst>
                    <a:ext uri="{9D8B030D-6E8A-4147-A177-3AD203B41FA5}">
                      <a16:colId xmlns:a16="http://schemas.microsoft.com/office/drawing/2014/main" val="1763196256"/>
                    </a:ext>
                  </a:extLst>
                </a:gridCol>
                <a:gridCol w="1843165">
                  <a:extLst>
                    <a:ext uri="{9D8B030D-6E8A-4147-A177-3AD203B41FA5}">
                      <a16:colId xmlns:a16="http://schemas.microsoft.com/office/drawing/2014/main" val="1786290364"/>
                    </a:ext>
                  </a:extLst>
                </a:gridCol>
                <a:gridCol w="1843165">
                  <a:extLst>
                    <a:ext uri="{9D8B030D-6E8A-4147-A177-3AD203B41FA5}">
                      <a16:colId xmlns:a16="http://schemas.microsoft.com/office/drawing/2014/main" val="2079311538"/>
                    </a:ext>
                  </a:extLst>
                </a:gridCol>
              </a:tblGrid>
              <a:tr h="370840">
                <a:tc>
                  <a:txBody>
                    <a:bodyPr/>
                    <a:lstStyle/>
                    <a:p>
                      <a:endParaRPr lang="en-US" sz="1600" dirty="0"/>
                    </a:p>
                  </a:txBody>
                  <a:tcPr/>
                </a:tc>
                <a:tc>
                  <a:txBody>
                    <a:bodyPr/>
                    <a:lstStyle/>
                    <a:p>
                      <a:pPr algn="ctr"/>
                      <a:r>
                        <a:rPr lang="en-US" sz="1600" dirty="0" err="1"/>
                        <a:t>Cmpd</a:t>
                      </a:r>
                      <a:r>
                        <a:rPr lang="en-US" sz="1600" dirty="0"/>
                        <a:t>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3</a:t>
                      </a:r>
                    </a:p>
                  </a:txBody>
                  <a:tcPr/>
                </a:tc>
                <a:extLst>
                  <a:ext uri="{0D108BD9-81ED-4DB2-BD59-A6C34878D82A}">
                    <a16:rowId xmlns:a16="http://schemas.microsoft.com/office/drawing/2014/main" val="1912464815"/>
                  </a:ext>
                </a:extLst>
              </a:tr>
              <a:tr h="370840">
                <a:tc>
                  <a:txBody>
                    <a:bodyPr/>
                    <a:lstStyle/>
                    <a:p>
                      <a:r>
                        <a:rPr lang="en-US" sz="1600" b="1" dirty="0"/>
                        <a:t>Fold selectivity off-target 1 / 2</a:t>
                      </a:r>
                    </a:p>
                  </a:txBody>
                  <a:tcPr/>
                </a:tc>
                <a:tc>
                  <a:txBody>
                    <a:bodyPr/>
                    <a:lstStyle/>
                    <a:p>
                      <a:pPr algn="ctr"/>
                      <a:r>
                        <a:rPr lang="en-US" sz="1600" dirty="0"/>
                        <a:t>0.7 / 1</a:t>
                      </a:r>
                    </a:p>
                  </a:txBody>
                  <a:tcPr anchor="ctr"/>
                </a:tc>
                <a:tc>
                  <a:txBody>
                    <a:bodyPr/>
                    <a:lstStyle/>
                    <a:p>
                      <a:pPr algn="ctr"/>
                      <a:r>
                        <a:rPr lang="en-US" sz="1600" dirty="0"/>
                        <a:t>0.4 / 2</a:t>
                      </a:r>
                    </a:p>
                  </a:txBody>
                  <a:tcPr anchor="ctr"/>
                </a:tc>
                <a:tc>
                  <a:txBody>
                    <a:bodyPr/>
                    <a:lstStyle/>
                    <a:p>
                      <a:pPr algn="ctr"/>
                      <a:r>
                        <a:rPr lang="en-US" sz="1600" dirty="0"/>
                        <a:t>2 / 2.1</a:t>
                      </a:r>
                    </a:p>
                  </a:txBody>
                  <a:tcPr anchor="ctr"/>
                </a:tc>
                <a:extLst>
                  <a:ext uri="{0D108BD9-81ED-4DB2-BD59-A6C34878D82A}">
                    <a16:rowId xmlns:a16="http://schemas.microsoft.com/office/drawing/2014/main" val="1284314069"/>
                  </a:ext>
                </a:extLst>
              </a:tr>
            </a:tbl>
          </a:graphicData>
        </a:graphic>
      </p:graphicFrame>
      <p:graphicFrame>
        <p:nvGraphicFramePr>
          <p:cNvPr id="27" name="Object 26">
            <a:extLst>
              <a:ext uri="{FF2B5EF4-FFF2-40B4-BE49-F238E27FC236}">
                <a16:creationId xmlns:a16="http://schemas.microsoft.com/office/drawing/2014/main" id="{E844C0B0-09A6-48CA-D4D3-AEE22E777AF5}"/>
              </a:ext>
            </a:extLst>
          </p:cNvPr>
          <p:cNvGraphicFramePr>
            <a:graphicFrameLocks noChangeAspect="1"/>
          </p:cNvGraphicFramePr>
          <p:nvPr>
            <p:extLst>
              <p:ext uri="{D42A27DB-BD31-4B8C-83A1-F6EECF244321}">
                <p14:modId xmlns:p14="http://schemas.microsoft.com/office/powerpoint/2010/main" val="2115826266"/>
              </p:ext>
            </p:extLst>
          </p:nvPr>
        </p:nvGraphicFramePr>
        <p:xfrm>
          <a:off x="7043527" y="4114089"/>
          <a:ext cx="409775" cy="487608"/>
        </p:xfrm>
        <a:graphic>
          <a:graphicData uri="http://schemas.openxmlformats.org/presentationml/2006/ole">
            <mc:AlternateContent xmlns:mc="http://schemas.openxmlformats.org/markup-compatibility/2006">
              <mc:Choice xmlns:v="urn:schemas-microsoft-com:vml" Requires="v">
                <p:oleObj name="CS ChemDraw 64-bit Drawing" r:id="rId2" imgW="283403" imgH="338036" progId="ChemDraw_x64.Document.6.0">
                  <p:embed/>
                </p:oleObj>
              </mc:Choice>
              <mc:Fallback>
                <p:oleObj name="CS ChemDraw 64-bit Drawing" r:id="rId2" imgW="283403" imgH="338036" progId="ChemDraw_x64.Document.6.0">
                  <p:embed/>
                  <p:pic>
                    <p:nvPicPr>
                      <p:cNvPr id="27" name="Object 26">
                        <a:extLst>
                          <a:ext uri="{FF2B5EF4-FFF2-40B4-BE49-F238E27FC236}">
                            <a16:creationId xmlns:a16="http://schemas.microsoft.com/office/drawing/2014/main" id="{E844C0B0-09A6-48CA-D4D3-AEE22E777AF5}"/>
                          </a:ext>
                        </a:extLst>
                      </p:cNvPr>
                      <p:cNvPicPr/>
                      <p:nvPr/>
                    </p:nvPicPr>
                    <p:blipFill>
                      <a:blip r:embed="rId3"/>
                      <a:stretch>
                        <a:fillRect/>
                      </a:stretch>
                    </p:blipFill>
                    <p:spPr>
                      <a:xfrm>
                        <a:off x="7043527" y="4114089"/>
                        <a:ext cx="409775" cy="487608"/>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51AF519A-0AB3-05CB-FB1D-5A12C623C21B}"/>
              </a:ext>
            </a:extLst>
          </p:cNvPr>
          <p:cNvGraphicFramePr>
            <a:graphicFrameLocks noChangeAspect="1"/>
          </p:cNvGraphicFramePr>
          <p:nvPr>
            <p:extLst>
              <p:ext uri="{D42A27DB-BD31-4B8C-83A1-F6EECF244321}">
                <p14:modId xmlns:p14="http://schemas.microsoft.com/office/powerpoint/2010/main" val="4045754312"/>
              </p:ext>
            </p:extLst>
          </p:nvPr>
        </p:nvGraphicFramePr>
        <p:xfrm>
          <a:off x="10775950" y="3786188"/>
          <a:ext cx="414338" cy="825500"/>
        </p:xfrm>
        <a:graphic>
          <a:graphicData uri="http://schemas.openxmlformats.org/presentationml/2006/ole">
            <mc:AlternateContent xmlns:mc="http://schemas.openxmlformats.org/markup-compatibility/2006">
              <mc:Choice xmlns:v="urn:schemas-microsoft-com:vml" Requires="v">
                <p:oleObj name="CS ChemDraw 64-bit Drawing" r:id="rId4" imgW="414205" imgH="825635" progId="ChemDraw_x64.Document.6.0">
                  <p:embed/>
                </p:oleObj>
              </mc:Choice>
              <mc:Fallback>
                <p:oleObj name="CS ChemDraw 64-bit Drawing" r:id="rId4" imgW="414205" imgH="825635" progId="ChemDraw_x64.Document.6.0">
                  <p:embed/>
                  <p:pic>
                    <p:nvPicPr>
                      <p:cNvPr id="28" name="Object 27">
                        <a:extLst>
                          <a:ext uri="{FF2B5EF4-FFF2-40B4-BE49-F238E27FC236}">
                            <a16:creationId xmlns:a16="http://schemas.microsoft.com/office/drawing/2014/main" id="{51AF519A-0AB3-05CB-FB1D-5A12C623C21B}"/>
                          </a:ext>
                        </a:extLst>
                      </p:cNvPr>
                      <p:cNvPicPr/>
                      <p:nvPr/>
                    </p:nvPicPr>
                    <p:blipFill>
                      <a:blip r:embed="rId5"/>
                      <a:stretch>
                        <a:fillRect/>
                      </a:stretch>
                    </p:blipFill>
                    <p:spPr>
                      <a:xfrm>
                        <a:off x="10775950" y="3786188"/>
                        <a:ext cx="414338" cy="8255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27679241-853C-EF44-FBE0-1868EA12F601}"/>
              </a:ext>
            </a:extLst>
          </p:cNvPr>
          <p:cNvGraphicFramePr>
            <a:graphicFrameLocks noChangeAspect="1"/>
          </p:cNvGraphicFramePr>
          <p:nvPr>
            <p:extLst>
              <p:ext uri="{D42A27DB-BD31-4B8C-83A1-F6EECF244321}">
                <p14:modId xmlns:p14="http://schemas.microsoft.com/office/powerpoint/2010/main" val="3976847692"/>
              </p:ext>
            </p:extLst>
          </p:nvPr>
        </p:nvGraphicFramePr>
        <p:xfrm>
          <a:off x="8658939" y="3654228"/>
          <a:ext cx="663575" cy="944563"/>
        </p:xfrm>
        <a:graphic>
          <a:graphicData uri="http://schemas.openxmlformats.org/presentationml/2006/ole">
            <mc:AlternateContent xmlns:mc="http://schemas.openxmlformats.org/markup-compatibility/2006">
              <mc:Choice xmlns:v="urn:schemas-microsoft-com:vml" Requires="v">
                <p:oleObj name="CS ChemDraw 64-bit Drawing" r:id="rId6" imgW="664101" imgH="944394" progId="ChemDraw_x64.Document.6.0">
                  <p:embed/>
                </p:oleObj>
              </mc:Choice>
              <mc:Fallback>
                <p:oleObj name="CS ChemDraw 64-bit Drawing" r:id="rId6" imgW="664101" imgH="944394" progId="ChemDraw_x64.Document.6.0">
                  <p:embed/>
                  <p:pic>
                    <p:nvPicPr>
                      <p:cNvPr id="29" name="Object 28">
                        <a:extLst>
                          <a:ext uri="{FF2B5EF4-FFF2-40B4-BE49-F238E27FC236}">
                            <a16:creationId xmlns:a16="http://schemas.microsoft.com/office/drawing/2014/main" id="{27679241-853C-EF44-FBE0-1868EA12F601}"/>
                          </a:ext>
                        </a:extLst>
                      </p:cNvPr>
                      <p:cNvPicPr/>
                      <p:nvPr/>
                    </p:nvPicPr>
                    <p:blipFill>
                      <a:blip r:embed="rId7"/>
                      <a:stretch>
                        <a:fillRect/>
                      </a:stretch>
                    </p:blipFill>
                    <p:spPr>
                      <a:xfrm>
                        <a:off x="8658939" y="3654228"/>
                        <a:ext cx="663575" cy="944563"/>
                      </a:xfrm>
                      <a:prstGeom prst="rect">
                        <a:avLst/>
                      </a:prstGeom>
                    </p:spPr>
                  </p:pic>
                </p:oleObj>
              </mc:Fallback>
            </mc:AlternateContent>
          </a:graphicData>
        </a:graphic>
      </p:graphicFrame>
      <p:pic>
        <p:nvPicPr>
          <p:cNvPr id="36" name="Picture 35" descr="A colorful cloud with a yellow and green object&#10;&#10;Description automatically generated">
            <a:extLst>
              <a:ext uri="{FF2B5EF4-FFF2-40B4-BE49-F238E27FC236}">
                <a16:creationId xmlns:a16="http://schemas.microsoft.com/office/drawing/2014/main" id="{BB798449-138C-BF93-C9D9-CE138B6995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9170" y="2622434"/>
            <a:ext cx="3429116" cy="3429116"/>
          </a:xfrm>
          <a:prstGeom prst="rect">
            <a:avLst/>
          </a:prstGeom>
        </p:spPr>
      </p:pic>
      <p:sp>
        <p:nvSpPr>
          <p:cNvPr id="37" name="TextBox 36">
            <a:extLst>
              <a:ext uri="{FF2B5EF4-FFF2-40B4-BE49-F238E27FC236}">
                <a16:creationId xmlns:a16="http://schemas.microsoft.com/office/drawing/2014/main" id="{DBB611E9-DE30-806C-351C-2B9C91124352}"/>
              </a:ext>
            </a:extLst>
          </p:cNvPr>
          <p:cNvSpPr txBox="1"/>
          <p:nvPr/>
        </p:nvSpPr>
        <p:spPr>
          <a:xfrm>
            <a:off x="8658939" y="2510920"/>
            <a:ext cx="663575" cy="369332"/>
          </a:xfrm>
          <a:prstGeom prst="rect">
            <a:avLst/>
          </a:prstGeom>
          <a:noFill/>
        </p:spPr>
        <p:txBody>
          <a:bodyPr wrap="square" rtlCol="0">
            <a:spAutoFit/>
          </a:bodyPr>
          <a:lstStyle/>
          <a:p>
            <a:r>
              <a:rPr lang="en-US" i="1" dirty="0"/>
              <a:t>pi-pi</a:t>
            </a:r>
          </a:p>
        </p:txBody>
      </p:sp>
      <p:sp>
        <p:nvSpPr>
          <p:cNvPr id="38" name="TextBox 37">
            <a:extLst>
              <a:ext uri="{FF2B5EF4-FFF2-40B4-BE49-F238E27FC236}">
                <a16:creationId xmlns:a16="http://schemas.microsoft.com/office/drawing/2014/main" id="{2BE2D98E-16F5-4F99-AE0C-67D915D86B9B}"/>
              </a:ext>
            </a:extLst>
          </p:cNvPr>
          <p:cNvSpPr txBox="1"/>
          <p:nvPr/>
        </p:nvSpPr>
        <p:spPr>
          <a:xfrm>
            <a:off x="9575762" y="2510920"/>
            <a:ext cx="2197138" cy="646331"/>
          </a:xfrm>
          <a:prstGeom prst="rect">
            <a:avLst/>
          </a:prstGeom>
          <a:noFill/>
        </p:spPr>
        <p:txBody>
          <a:bodyPr wrap="square" rtlCol="0">
            <a:spAutoFit/>
          </a:bodyPr>
          <a:lstStyle/>
          <a:p>
            <a:pPr algn="ctr"/>
            <a:r>
              <a:rPr lang="en-US" i="1" dirty="0"/>
              <a:t>cation-pi (confirmed by x-ray)</a:t>
            </a:r>
          </a:p>
        </p:txBody>
      </p:sp>
    </p:spTree>
    <p:extLst>
      <p:ext uri="{BB962C8B-B14F-4D97-AF65-F5344CB8AC3E}">
        <p14:creationId xmlns:p14="http://schemas.microsoft.com/office/powerpoint/2010/main" val="2719367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97111E-91FC-C921-B0C3-667DAA09351D}"/>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up of a structure&#10;&#10;Description automatically generated">
            <a:extLst>
              <a:ext uri="{FF2B5EF4-FFF2-40B4-BE49-F238E27FC236}">
                <a16:creationId xmlns:a16="http://schemas.microsoft.com/office/drawing/2014/main" id="{C9B94753-0BCA-52AB-0190-65DEAFDAD4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170" y="2622434"/>
            <a:ext cx="3429116" cy="3429116"/>
          </a:xfrm>
          <a:prstGeom prst="rect">
            <a:avLst/>
          </a:prstGeom>
        </p:spPr>
      </p:pic>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Understanding and optimizing selectivity</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22</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err="1"/>
              <a:t>Cmpd</a:t>
            </a:r>
            <a:r>
              <a:rPr lang="en-US" dirty="0"/>
              <a:t> 3</a:t>
            </a:r>
          </a:p>
          <a:p>
            <a:pPr lvl="2"/>
            <a:r>
              <a:rPr lang="en-GB" sz="2000" dirty="0"/>
              <a:t>Modelling </a:t>
            </a:r>
            <a:r>
              <a:rPr lang="en-GB" sz="2000" dirty="0" err="1"/>
              <a:t>cmpd</a:t>
            </a:r>
            <a:r>
              <a:rPr lang="en-GB" sz="2000" dirty="0"/>
              <a:t> 3 prior to x-ray structure indicated a CH-pi interaction to histidine</a:t>
            </a:r>
          </a:p>
          <a:p>
            <a:pPr lvl="2"/>
            <a:r>
              <a:rPr lang="en-GB" dirty="0"/>
              <a:t>Could a more rigid piece stabilize this interaction?</a:t>
            </a:r>
            <a:endParaRPr lang="en-US" dirty="0"/>
          </a:p>
        </p:txBody>
      </p:sp>
      <p:graphicFrame>
        <p:nvGraphicFramePr>
          <p:cNvPr id="26" name="Table 25">
            <a:extLst>
              <a:ext uri="{FF2B5EF4-FFF2-40B4-BE49-F238E27FC236}">
                <a16:creationId xmlns:a16="http://schemas.microsoft.com/office/drawing/2014/main" id="{4DA7E34F-44F1-1080-EC14-95EB368C52E7}"/>
              </a:ext>
            </a:extLst>
          </p:cNvPr>
          <p:cNvGraphicFramePr>
            <a:graphicFrameLocks noGrp="1"/>
          </p:cNvGraphicFramePr>
          <p:nvPr>
            <p:extLst>
              <p:ext uri="{D42A27DB-BD31-4B8C-83A1-F6EECF244321}">
                <p14:modId xmlns:p14="http://schemas.microsoft.com/office/powerpoint/2010/main" val="1912056733"/>
              </p:ext>
            </p:extLst>
          </p:nvPr>
        </p:nvGraphicFramePr>
        <p:xfrm>
          <a:off x="4482642" y="4755987"/>
          <a:ext cx="3686330" cy="949960"/>
        </p:xfrm>
        <a:graphic>
          <a:graphicData uri="http://schemas.openxmlformats.org/drawingml/2006/table">
            <a:tbl>
              <a:tblPr firstRow="1" bandRow="1">
                <a:tableStyleId>{5C22544A-7EE6-4342-B048-85BDC9FD1C3A}</a:tableStyleId>
              </a:tblPr>
              <a:tblGrid>
                <a:gridCol w="1843165">
                  <a:extLst>
                    <a:ext uri="{9D8B030D-6E8A-4147-A177-3AD203B41FA5}">
                      <a16:colId xmlns:a16="http://schemas.microsoft.com/office/drawing/2014/main" val="2417892230"/>
                    </a:ext>
                  </a:extLst>
                </a:gridCol>
                <a:gridCol w="1843165">
                  <a:extLst>
                    <a:ext uri="{9D8B030D-6E8A-4147-A177-3AD203B41FA5}">
                      <a16:colId xmlns:a16="http://schemas.microsoft.com/office/drawing/2014/main" val="1763196256"/>
                    </a:ext>
                  </a:extLst>
                </a:gridCol>
              </a:tblGrid>
              <a:tr h="370840">
                <a:tc>
                  <a:txBody>
                    <a:bodyPr/>
                    <a:lstStyle/>
                    <a:p>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3</a:t>
                      </a:r>
                    </a:p>
                  </a:txBody>
                  <a:tcPr/>
                </a:tc>
                <a:extLst>
                  <a:ext uri="{0D108BD9-81ED-4DB2-BD59-A6C34878D82A}">
                    <a16:rowId xmlns:a16="http://schemas.microsoft.com/office/drawing/2014/main" val="1912464815"/>
                  </a:ext>
                </a:extLst>
              </a:tr>
              <a:tr h="370840">
                <a:tc>
                  <a:txBody>
                    <a:bodyPr/>
                    <a:lstStyle/>
                    <a:p>
                      <a:r>
                        <a:rPr lang="en-US" sz="1600" b="1" dirty="0"/>
                        <a:t>Fold selectivity off-target 1 / 2</a:t>
                      </a:r>
                    </a:p>
                  </a:txBody>
                  <a:tcPr/>
                </a:tc>
                <a:tc>
                  <a:txBody>
                    <a:bodyPr/>
                    <a:lstStyle/>
                    <a:p>
                      <a:pPr algn="ctr"/>
                      <a:r>
                        <a:rPr lang="en-US" sz="1600" dirty="0"/>
                        <a:t>2 / 2.1</a:t>
                      </a:r>
                    </a:p>
                  </a:txBody>
                  <a:tcPr anchor="ctr"/>
                </a:tc>
                <a:extLst>
                  <a:ext uri="{0D108BD9-81ED-4DB2-BD59-A6C34878D82A}">
                    <a16:rowId xmlns:a16="http://schemas.microsoft.com/office/drawing/2014/main" val="1284314069"/>
                  </a:ext>
                </a:extLst>
              </a:tr>
            </a:tbl>
          </a:graphicData>
        </a:graphic>
      </p:graphicFrame>
      <p:graphicFrame>
        <p:nvGraphicFramePr>
          <p:cNvPr id="28" name="Object 27">
            <a:extLst>
              <a:ext uri="{FF2B5EF4-FFF2-40B4-BE49-F238E27FC236}">
                <a16:creationId xmlns:a16="http://schemas.microsoft.com/office/drawing/2014/main" id="{51AF519A-0AB3-05CB-FB1D-5A12C623C21B}"/>
              </a:ext>
            </a:extLst>
          </p:cNvPr>
          <p:cNvGraphicFramePr>
            <a:graphicFrameLocks noChangeAspect="1"/>
          </p:cNvGraphicFramePr>
          <p:nvPr>
            <p:extLst>
              <p:ext uri="{D42A27DB-BD31-4B8C-83A1-F6EECF244321}">
                <p14:modId xmlns:p14="http://schemas.microsoft.com/office/powerpoint/2010/main" val="2748742879"/>
              </p:ext>
            </p:extLst>
          </p:nvPr>
        </p:nvGraphicFramePr>
        <p:xfrm>
          <a:off x="6971459" y="3780403"/>
          <a:ext cx="452437" cy="800100"/>
        </p:xfrm>
        <a:graphic>
          <a:graphicData uri="http://schemas.openxmlformats.org/presentationml/2006/ole">
            <mc:AlternateContent xmlns:mc="http://schemas.openxmlformats.org/markup-compatibility/2006">
              <mc:Choice xmlns:v="urn:schemas-microsoft-com:vml" Requires="v">
                <p:oleObj name="CS ChemDraw 64-bit Drawing" r:id="rId3" imgW="452154" imgH="799695" progId="ChemDraw_x64.Document.6.0">
                  <p:embed/>
                </p:oleObj>
              </mc:Choice>
              <mc:Fallback>
                <p:oleObj name="CS ChemDraw 64-bit Drawing" r:id="rId3" imgW="452154" imgH="799695" progId="ChemDraw_x64.Document.6.0">
                  <p:embed/>
                  <p:pic>
                    <p:nvPicPr>
                      <p:cNvPr id="28" name="Object 27">
                        <a:extLst>
                          <a:ext uri="{FF2B5EF4-FFF2-40B4-BE49-F238E27FC236}">
                            <a16:creationId xmlns:a16="http://schemas.microsoft.com/office/drawing/2014/main" id="{51AF519A-0AB3-05CB-FB1D-5A12C623C21B}"/>
                          </a:ext>
                        </a:extLst>
                      </p:cNvPr>
                      <p:cNvPicPr/>
                      <p:nvPr/>
                    </p:nvPicPr>
                    <p:blipFill>
                      <a:blip r:embed="rId4"/>
                      <a:stretch>
                        <a:fillRect/>
                      </a:stretch>
                    </p:blipFill>
                    <p:spPr>
                      <a:xfrm>
                        <a:off x="6971459" y="3780403"/>
                        <a:ext cx="452437" cy="800100"/>
                      </a:xfrm>
                      <a:prstGeom prst="rect">
                        <a:avLst/>
                      </a:prstGeom>
                    </p:spPr>
                  </p:pic>
                </p:oleObj>
              </mc:Fallback>
            </mc:AlternateContent>
          </a:graphicData>
        </a:graphic>
      </p:graphicFrame>
    </p:spTree>
    <p:extLst>
      <p:ext uri="{BB962C8B-B14F-4D97-AF65-F5344CB8AC3E}">
        <p14:creationId xmlns:p14="http://schemas.microsoft.com/office/powerpoint/2010/main" val="822160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254814-2303-E696-4E85-C9365DECC5E0}"/>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urple and blue molecule on a pink surface&#10;&#10;Description automatically generated">
            <a:extLst>
              <a:ext uri="{FF2B5EF4-FFF2-40B4-BE49-F238E27FC236}">
                <a16:creationId xmlns:a16="http://schemas.microsoft.com/office/drawing/2014/main" id="{B37BFDCD-62EA-2227-BE2B-6286DA9757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170" y="2622434"/>
            <a:ext cx="3429116" cy="3429116"/>
          </a:xfrm>
          <a:prstGeom prst="rect">
            <a:avLst/>
          </a:prstGeom>
        </p:spPr>
      </p:pic>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Understanding and optimizing selectivity</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23</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err="1"/>
              <a:t>Cmpd</a:t>
            </a:r>
            <a:r>
              <a:rPr lang="en-US" dirty="0"/>
              <a:t> 4</a:t>
            </a:r>
          </a:p>
          <a:p>
            <a:pPr lvl="2"/>
            <a:r>
              <a:rPr lang="en-GB" sz="2000" dirty="0"/>
              <a:t>Pyrrolidine modelled well </a:t>
            </a:r>
            <a:r>
              <a:rPr lang="en-GB" dirty="0"/>
              <a:t>with more consistent</a:t>
            </a:r>
            <a:r>
              <a:rPr lang="en-GB" sz="2000" dirty="0"/>
              <a:t> CH-pi interaction during simulations</a:t>
            </a:r>
          </a:p>
          <a:p>
            <a:pPr lvl="2"/>
            <a:r>
              <a:rPr lang="en-GB" dirty="0"/>
              <a:t>Increased on-target affinity and greater selectivity over off-target 2</a:t>
            </a:r>
            <a:endParaRPr lang="en-US" dirty="0"/>
          </a:p>
        </p:txBody>
      </p:sp>
      <p:graphicFrame>
        <p:nvGraphicFramePr>
          <p:cNvPr id="28" name="Object 27">
            <a:extLst>
              <a:ext uri="{FF2B5EF4-FFF2-40B4-BE49-F238E27FC236}">
                <a16:creationId xmlns:a16="http://schemas.microsoft.com/office/drawing/2014/main" id="{51AF519A-0AB3-05CB-FB1D-5A12C623C21B}"/>
              </a:ext>
            </a:extLst>
          </p:cNvPr>
          <p:cNvGraphicFramePr>
            <a:graphicFrameLocks noChangeAspect="1"/>
          </p:cNvGraphicFramePr>
          <p:nvPr/>
        </p:nvGraphicFramePr>
        <p:xfrm>
          <a:off x="6971459" y="3780403"/>
          <a:ext cx="452437" cy="800100"/>
        </p:xfrm>
        <a:graphic>
          <a:graphicData uri="http://schemas.openxmlformats.org/presentationml/2006/ole">
            <mc:AlternateContent xmlns:mc="http://schemas.openxmlformats.org/markup-compatibility/2006">
              <mc:Choice xmlns:v="urn:schemas-microsoft-com:vml" Requires="v">
                <p:oleObj name="CS ChemDraw 64-bit Drawing" r:id="rId3" imgW="452154" imgH="799695" progId="ChemDraw_x64.Document.6.0">
                  <p:embed/>
                </p:oleObj>
              </mc:Choice>
              <mc:Fallback>
                <p:oleObj name="CS ChemDraw 64-bit Drawing" r:id="rId3" imgW="452154" imgH="799695" progId="ChemDraw_x64.Document.6.0">
                  <p:embed/>
                  <p:pic>
                    <p:nvPicPr>
                      <p:cNvPr id="28" name="Object 27">
                        <a:extLst>
                          <a:ext uri="{FF2B5EF4-FFF2-40B4-BE49-F238E27FC236}">
                            <a16:creationId xmlns:a16="http://schemas.microsoft.com/office/drawing/2014/main" id="{51AF519A-0AB3-05CB-FB1D-5A12C623C21B}"/>
                          </a:ext>
                        </a:extLst>
                      </p:cNvPr>
                      <p:cNvPicPr/>
                      <p:nvPr/>
                    </p:nvPicPr>
                    <p:blipFill>
                      <a:blip r:embed="rId4"/>
                      <a:stretch>
                        <a:fillRect/>
                      </a:stretch>
                    </p:blipFill>
                    <p:spPr>
                      <a:xfrm>
                        <a:off x="6971459" y="3780403"/>
                        <a:ext cx="452437" cy="800100"/>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AD1D2EFF-2EB7-38F9-F4C1-FFB00B6D6DD5}"/>
              </a:ext>
            </a:extLst>
          </p:cNvPr>
          <p:cNvGraphicFramePr>
            <a:graphicFrameLocks noGrp="1"/>
          </p:cNvGraphicFramePr>
          <p:nvPr>
            <p:extLst>
              <p:ext uri="{D42A27DB-BD31-4B8C-83A1-F6EECF244321}">
                <p14:modId xmlns:p14="http://schemas.microsoft.com/office/powerpoint/2010/main" val="802379789"/>
              </p:ext>
            </p:extLst>
          </p:nvPr>
        </p:nvGraphicFramePr>
        <p:xfrm>
          <a:off x="4482642" y="4755987"/>
          <a:ext cx="5529495" cy="949960"/>
        </p:xfrm>
        <a:graphic>
          <a:graphicData uri="http://schemas.openxmlformats.org/drawingml/2006/table">
            <a:tbl>
              <a:tblPr firstRow="1" bandRow="1">
                <a:tableStyleId>{5C22544A-7EE6-4342-B048-85BDC9FD1C3A}</a:tableStyleId>
              </a:tblPr>
              <a:tblGrid>
                <a:gridCol w="1843165">
                  <a:extLst>
                    <a:ext uri="{9D8B030D-6E8A-4147-A177-3AD203B41FA5}">
                      <a16:colId xmlns:a16="http://schemas.microsoft.com/office/drawing/2014/main" val="2417892230"/>
                    </a:ext>
                  </a:extLst>
                </a:gridCol>
                <a:gridCol w="1843165">
                  <a:extLst>
                    <a:ext uri="{9D8B030D-6E8A-4147-A177-3AD203B41FA5}">
                      <a16:colId xmlns:a16="http://schemas.microsoft.com/office/drawing/2014/main" val="1763196256"/>
                    </a:ext>
                  </a:extLst>
                </a:gridCol>
                <a:gridCol w="1843165">
                  <a:extLst>
                    <a:ext uri="{9D8B030D-6E8A-4147-A177-3AD203B41FA5}">
                      <a16:colId xmlns:a16="http://schemas.microsoft.com/office/drawing/2014/main" val="1786290364"/>
                    </a:ext>
                  </a:extLst>
                </a:gridCol>
              </a:tblGrid>
              <a:tr h="370840">
                <a:tc>
                  <a:txBody>
                    <a:bodyPr/>
                    <a:lstStyle/>
                    <a:p>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4</a:t>
                      </a:r>
                    </a:p>
                  </a:txBody>
                  <a:tcPr/>
                </a:tc>
                <a:extLst>
                  <a:ext uri="{0D108BD9-81ED-4DB2-BD59-A6C34878D82A}">
                    <a16:rowId xmlns:a16="http://schemas.microsoft.com/office/drawing/2014/main" val="1912464815"/>
                  </a:ext>
                </a:extLst>
              </a:tr>
              <a:tr h="370840">
                <a:tc>
                  <a:txBody>
                    <a:bodyPr/>
                    <a:lstStyle/>
                    <a:p>
                      <a:r>
                        <a:rPr lang="en-US" sz="1600" b="1" dirty="0"/>
                        <a:t>Fold selectivity off-target 1 / 2</a:t>
                      </a:r>
                    </a:p>
                  </a:txBody>
                  <a:tcPr/>
                </a:tc>
                <a:tc>
                  <a:txBody>
                    <a:bodyPr/>
                    <a:lstStyle/>
                    <a:p>
                      <a:pPr algn="ctr"/>
                      <a:r>
                        <a:rPr lang="en-US" sz="1600" dirty="0"/>
                        <a:t>2 / 2.1</a:t>
                      </a:r>
                    </a:p>
                  </a:txBody>
                  <a:tcPr anchor="ctr"/>
                </a:tc>
                <a:tc>
                  <a:txBody>
                    <a:bodyPr/>
                    <a:lstStyle/>
                    <a:p>
                      <a:pPr algn="ctr"/>
                      <a:r>
                        <a:rPr lang="en-US" sz="1600" dirty="0"/>
                        <a:t>1.5 / 3.8</a:t>
                      </a:r>
                    </a:p>
                  </a:txBody>
                  <a:tcPr anchor="ctr"/>
                </a:tc>
                <a:extLst>
                  <a:ext uri="{0D108BD9-81ED-4DB2-BD59-A6C34878D82A}">
                    <a16:rowId xmlns:a16="http://schemas.microsoft.com/office/drawing/2014/main" val="1284314069"/>
                  </a:ext>
                </a:extLst>
              </a:tr>
            </a:tbl>
          </a:graphicData>
        </a:graphic>
      </p:graphicFrame>
      <p:graphicFrame>
        <p:nvGraphicFramePr>
          <p:cNvPr id="7" name="Object 6">
            <a:extLst>
              <a:ext uri="{FF2B5EF4-FFF2-40B4-BE49-F238E27FC236}">
                <a16:creationId xmlns:a16="http://schemas.microsoft.com/office/drawing/2014/main" id="{BCB91D2C-0D71-E595-73FA-A8A204082FAB}"/>
              </a:ext>
            </a:extLst>
          </p:cNvPr>
          <p:cNvGraphicFramePr>
            <a:graphicFrameLocks noChangeAspect="1"/>
          </p:cNvGraphicFramePr>
          <p:nvPr>
            <p:extLst>
              <p:ext uri="{D42A27DB-BD31-4B8C-83A1-F6EECF244321}">
                <p14:modId xmlns:p14="http://schemas.microsoft.com/office/powerpoint/2010/main" val="4262825031"/>
              </p:ext>
            </p:extLst>
          </p:nvPr>
        </p:nvGraphicFramePr>
        <p:xfrm>
          <a:off x="8835167" y="3692661"/>
          <a:ext cx="718275" cy="887842"/>
        </p:xfrm>
        <a:graphic>
          <a:graphicData uri="http://schemas.openxmlformats.org/presentationml/2006/ole">
            <mc:AlternateContent xmlns:mc="http://schemas.openxmlformats.org/markup-compatibility/2006">
              <mc:Choice xmlns:v="urn:schemas-microsoft-com:vml" Requires="v">
                <p:oleObj name="CS ChemDraw 64-bit Drawing" r:id="rId5" imgW="598700" imgH="740518" progId="ChemDraw_x64.Document.6.0">
                  <p:embed/>
                </p:oleObj>
              </mc:Choice>
              <mc:Fallback>
                <p:oleObj name="CS ChemDraw 64-bit Drawing" r:id="rId5" imgW="598700" imgH="740518" progId="ChemDraw_x64.Document.6.0">
                  <p:embed/>
                  <p:pic>
                    <p:nvPicPr>
                      <p:cNvPr id="7" name="Object 6">
                        <a:extLst>
                          <a:ext uri="{FF2B5EF4-FFF2-40B4-BE49-F238E27FC236}">
                            <a16:creationId xmlns:a16="http://schemas.microsoft.com/office/drawing/2014/main" id="{BCB91D2C-0D71-E595-73FA-A8A204082FAB}"/>
                          </a:ext>
                        </a:extLst>
                      </p:cNvPr>
                      <p:cNvPicPr/>
                      <p:nvPr/>
                    </p:nvPicPr>
                    <p:blipFill>
                      <a:blip r:embed="rId6"/>
                      <a:stretch>
                        <a:fillRect/>
                      </a:stretch>
                    </p:blipFill>
                    <p:spPr>
                      <a:xfrm>
                        <a:off x="8835167" y="3692661"/>
                        <a:ext cx="718275" cy="887842"/>
                      </a:xfrm>
                      <a:prstGeom prst="rect">
                        <a:avLst/>
                      </a:prstGeom>
                    </p:spPr>
                  </p:pic>
                </p:oleObj>
              </mc:Fallback>
            </mc:AlternateContent>
          </a:graphicData>
        </a:graphic>
      </p:graphicFrame>
    </p:spTree>
    <p:extLst>
      <p:ext uri="{BB962C8B-B14F-4D97-AF65-F5344CB8AC3E}">
        <p14:creationId xmlns:p14="http://schemas.microsoft.com/office/powerpoint/2010/main" val="1341460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B5E824-2DD1-41C8-3B8D-F2A495F5C2AD}"/>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olorful structure on a pink surface&#10;&#10;Description automatically generated with medium confidence">
            <a:extLst>
              <a:ext uri="{FF2B5EF4-FFF2-40B4-BE49-F238E27FC236}">
                <a16:creationId xmlns:a16="http://schemas.microsoft.com/office/drawing/2014/main" id="{12C4CB03-F508-DAEE-7802-134C32FCE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170" y="2622434"/>
            <a:ext cx="3429116" cy="3429116"/>
          </a:xfrm>
          <a:prstGeom prst="rect">
            <a:avLst/>
          </a:prstGeom>
        </p:spPr>
      </p:pic>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Understanding and optimizing selectivity</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24</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err="1"/>
              <a:t>Cmpd</a:t>
            </a:r>
            <a:r>
              <a:rPr lang="en-US" dirty="0"/>
              <a:t> 4</a:t>
            </a:r>
          </a:p>
          <a:p>
            <a:pPr lvl="2"/>
            <a:r>
              <a:rPr lang="en-GB" sz="2000" dirty="0"/>
              <a:t>On solving of crystal structure, binding mode was consistent with that from simulations</a:t>
            </a:r>
          </a:p>
          <a:p>
            <a:pPr lvl="3"/>
            <a:r>
              <a:rPr lang="en-GB" dirty="0"/>
              <a:t>Alignment between model and x-ray RMSD = 0.5 Å</a:t>
            </a:r>
            <a:endParaRPr lang="en-US" dirty="0"/>
          </a:p>
        </p:txBody>
      </p:sp>
      <p:graphicFrame>
        <p:nvGraphicFramePr>
          <p:cNvPr id="28" name="Object 27">
            <a:extLst>
              <a:ext uri="{FF2B5EF4-FFF2-40B4-BE49-F238E27FC236}">
                <a16:creationId xmlns:a16="http://schemas.microsoft.com/office/drawing/2014/main" id="{51AF519A-0AB3-05CB-FB1D-5A12C623C21B}"/>
              </a:ext>
            </a:extLst>
          </p:cNvPr>
          <p:cNvGraphicFramePr>
            <a:graphicFrameLocks noChangeAspect="1"/>
          </p:cNvGraphicFramePr>
          <p:nvPr/>
        </p:nvGraphicFramePr>
        <p:xfrm>
          <a:off x="6971459" y="3780403"/>
          <a:ext cx="452437" cy="800100"/>
        </p:xfrm>
        <a:graphic>
          <a:graphicData uri="http://schemas.openxmlformats.org/presentationml/2006/ole">
            <mc:AlternateContent xmlns:mc="http://schemas.openxmlformats.org/markup-compatibility/2006">
              <mc:Choice xmlns:v="urn:schemas-microsoft-com:vml" Requires="v">
                <p:oleObj name="CS ChemDraw 64-bit Drawing" r:id="rId3" imgW="452154" imgH="799695" progId="ChemDraw_x64.Document.6.0">
                  <p:embed/>
                </p:oleObj>
              </mc:Choice>
              <mc:Fallback>
                <p:oleObj name="CS ChemDraw 64-bit Drawing" r:id="rId3" imgW="452154" imgH="799695" progId="ChemDraw_x64.Document.6.0">
                  <p:embed/>
                  <p:pic>
                    <p:nvPicPr>
                      <p:cNvPr id="28" name="Object 27">
                        <a:extLst>
                          <a:ext uri="{FF2B5EF4-FFF2-40B4-BE49-F238E27FC236}">
                            <a16:creationId xmlns:a16="http://schemas.microsoft.com/office/drawing/2014/main" id="{51AF519A-0AB3-05CB-FB1D-5A12C623C21B}"/>
                          </a:ext>
                        </a:extLst>
                      </p:cNvPr>
                      <p:cNvPicPr/>
                      <p:nvPr/>
                    </p:nvPicPr>
                    <p:blipFill>
                      <a:blip r:embed="rId4"/>
                      <a:stretch>
                        <a:fillRect/>
                      </a:stretch>
                    </p:blipFill>
                    <p:spPr>
                      <a:xfrm>
                        <a:off x="6971459" y="3780403"/>
                        <a:ext cx="452437" cy="800100"/>
                      </a:xfrm>
                      <a:prstGeom prst="rect">
                        <a:avLst/>
                      </a:prstGeom>
                    </p:spPr>
                  </p:pic>
                </p:oleObj>
              </mc:Fallback>
            </mc:AlternateContent>
          </a:graphicData>
        </a:graphic>
      </p:graphicFrame>
      <p:graphicFrame>
        <p:nvGraphicFramePr>
          <p:cNvPr id="3" name="Table 2">
            <a:extLst>
              <a:ext uri="{FF2B5EF4-FFF2-40B4-BE49-F238E27FC236}">
                <a16:creationId xmlns:a16="http://schemas.microsoft.com/office/drawing/2014/main" id="{AD1D2EFF-2EB7-38F9-F4C1-FFB00B6D6DD5}"/>
              </a:ext>
            </a:extLst>
          </p:cNvPr>
          <p:cNvGraphicFramePr>
            <a:graphicFrameLocks noGrp="1"/>
          </p:cNvGraphicFramePr>
          <p:nvPr>
            <p:extLst>
              <p:ext uri="{D42A27DB-BD31-4B8C-83A1-F6EECF244321}">
                <p14:modId xmlns:p14="http://schemas.microsoft.com/office/powerpoint/2010/main" val="933622457"/>
              </p:ext>
            </p:extLst>
          </p:nvPr>
        </p:nvGraphicFramePr>
        <p:xfrm>
          <a:off x="4482642" y="4755987"/>
          <a:ext cx="5529495" cy="949960"/>
        </p:xfrm>
        <a:graphic>
          <a:graphicData uri="http://schemas.openxmlformats.org/drawingml/2006/table">
            <a:tbl>
              <a:tblPr firstRow="1" bandRow="1">
                <a:tableStyleId>{5C22544A-7EE6-4342-B048-85BDC9FD1C3A}</a:tableStyleId>
              </a:tblPr>
              <a:tblGrid>
                <a:gridCol w="1843165">
                  <a:extLst>
                    <a:ext uri="{9D8B030D-6E8A-4147-A177-3AD203B41FA5}">
                      <a16:colId xmlns:a16="http://schemas.microsoft.com/office/drawing/2014/main" val="2417892230"/>
                    </a:ext>
                  </a:extLst>
                </a:gridCol>
                <a:gridCol w="1843165">
                  <a:extLst>
                    <a:ext uri="{9D8B030D-6E8A-4147-A177-3AD203B41FA5}">
                      <a16:colId xmlns:a16="http://schemas.microsoft.com/office/drawing/2014/main" val="1763196256"/>
                    </a:ext>
                  </a:extLst>
                </a:gridCol>
                <a:gridCol w="1843165">
                  <a:extLst>
                    <a:ext uri="{9D8B030D-6E8A-4147-A177-3AD203B41FA5}">
                      <a16:colId xmlns:a16="http://schemas.microsoft.com/office/drawing/2014/main" val="1786290364"/>
                    </a:ext>
                  </a:extLst>
                </a:gridCol>
              </a:tblGrid>
              <a:tr h="370840">
                <a:tc>
                  <a:txBody>
                    <a:bodyPr/>
                    <a:lstStyle/>
                    <a:p>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4</a:t>
                      </a:r>
                    </a:p>
                  </a:txBody>
                  <a:tcPr/>
                </a:tc>
                <a:extLst>
                  <a:ext uri="{0D108BD9-81ED-4DB2-BD59-A6C34878D82A}">
                    <a16:rowId xmlns:a16="http://schemas.microsoft.com/office/drawing/2014/main" val="1912464815"/>
                  </a:ext>
                </a:extLst>
              </a:tr>
              <a:tr h="370840">
                <a:tc>
                  <a:txBody>
                    <a:bodyPr/>
                    <a:lstStyle/>
                    <a:p>
                      <a:r>
                        <a:rPr lang="en-US" sz="1600" b="1" dirty="0"/>
                        <a:t>Fold selectivity off-target 1 / 2</a:t>
                      </a:r>
                    </a:p>
                  </a:txBody>
                  <a:tcPr/>
                </a:tc>
                <a:tc>
                  <a:txBody>
                    <a:bodyPr/>
                    <a:lstStyle/>
                    <a:p>
                      <a:pPr algn="ctr"/>
                      <a:r>
                        <a:rPr lang="en-US" sz="1600" dirty="0"/>
                        <a:t>2 / 2.1</a:t>
                      </a:r>
                    </a:p>
                  </a:txBody>
                  <a:tcPr anchor="ctr"/>
                </a:tc>
                <a:tc>
                  <a:txBody>
                    <a:bodyPr/>
                    <a:lstStyle/>
                    <a:p>
                      <a:pPr algn="ctr"/>
                      <a:r>
                        <a:rPr lang="en-US" sz="1600" dirty="0"/>
                        <a:t>1.5 / 3.8</a:t>
                      </a:r>
                    </a:p>
                  </a:txBody>
                  <a:tcPr anchor="ctr"/>
                </a:tc>
                <a:extLst>
                  <a:ext uri="{0D108BD9-81ED-4DB2-BD59-A6C34878D82A}">
                    <a16:rowId xmlns:a16="http://schemas.microsoft.com/office/drawing/2014/main" val="1284314069"/>
                  </a:ext>
                </a:extLst>
              </a:tr>
            </a:tbl>
          </a:graphicData>
        </a:graphic>
      </p:graphicFrame>
      <p:graphicFrame>
        <p:nvGraphicFramePr>
          <p:cNvPr id="7" name="Object 6">
            <a:extLst>
              <a:ext uri="{FF2B5EF4-FFF2-40B4-BE49-F238E27FC236}">
                <a16:creationId xmlns:a16="http://schemas.microsoft.com/office/drawing/2014/main" id="{BCB91D2C-0D71-E595-73FA-A8A204082FAB}"/>
              </a:ext>
            </a:extLst>
          </p:cNvPr>
          <p:cNvGraphicFramePr>
            <a:graphicFrameLocks noChangeAspect="1"/>
          </p:cNvGraphicFramePr>
          <p:nvPr/>
        </p:nvGraphicFramePr>
        <p:xfrm>
          <a:off x="8835167" y="3692661"/>
          <a:ext cx="718275" cy="887842"/>
        </p:xfrm>
        <a:graphic>
          <a:graphicData uri="http://schemas.openxmlformats.org/presentationml/2006/ole">
            <mc:AlternateContent xmlns:mc="http://schemas.openxmlformats.org/markup-compatibility/2006">
              <mc:Choice xmlns:v="urn:schemas-microsoft-com:vml" Requires="v">
                <p:oleObj name="CS ChemDraw 64-bit Drawing" r:id="rId5" imgW="598700" imgH="740518" progId="ChemDraw_x64.Document.6.0">
                  <p:embed/>
                </p:oleObj>
              </mc:Choice>
              <mc:Fallback>
                <p:oleObj name="CS ChemDraw 64-bit Drawing" r:id="rId5" imgW="598700" imgH="740518" progId="ChemDraw_x64.Document.6.0">
                  <p:embed/>
                  <p:pic>
                    <p:nvPicPr>
                      <p:cNvPr id="7" name="Object 6">
                        <a:extLst>
                          <a:ext uri="{FF2B5EF4-FFF2-40B4-BE49-F238E27FC236}">
                            <a16:creationId xmlns:a16="http://schemas.microsoft.com/office/drawing/2014/main" id="{BCB91D2C-0D71-E595-73FA-A8A204082FAB}"/>
                          </a:ext>
                        </a:extLst>
                      </p:cNvPr>
                      <p:cNvPicPr/>
                      <p:nvPr/>
                    </p:nvPicPr>
                    <p:blipFill>
                      <a:blip r:embed="rId6"/>
                      <a:stretch>
                        <a:fillRect/>
                      </a:stretch>
                    </p:blipFill>
                    <p:spPr>
                      <a:xfrm>
                        <a:off x="8835167" y="3692661"/>
                        <a:ext cx="718275" cy="887842"/>
                      </a:xfrm>
                      <a:prstGeom prst="rect">
                        <a:avLst/>
                      </a:prstGeom>
                    </p:spPr>
                  </p:pic>
                </p:oleObj>
              </mc:Fallback>
            </mc:AlternateContent>
          </a:graphicData>
        </a:graphic>
      </p:graphicFrame>
    </p:spTree>
    <p:extLst>
      <p:ext uri="{BB962C8B-B14F-4D97-AF65-F5344CB8AC3E}">
        <p14:creationId xmlns:p14="http://schemas.microsoft.com/office/powerpoint/2010/main" val="1288008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2B11A1-33C0-9FBD-809C-26D1BD51C5DC}"/>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Exploring further CH-pi substituents</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25</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a:t>Enumeration, docking and MD ranking of a virtual library</a:t>
            </a:r>
          </a:p>
          <a:p>
            <a:pPr lvl="2"/>
            <a:r>
              <a:rPr lang="en-GB" sz="2000" dirty="0"/>
              <a:t>Position was amenable to amide-coupling library</a:t>
            </a:r>
          </a:p>
          <a:p>
            <a:pPr marL="0" lvl="2" indent="0">
              <a:buNone/>
            </a:pPr>
            <a:endParaRPr lang="en-US" dirty="0"/>
          </a:p>
        </p:txBody>
      </p:sp>
      <p:sp>
        <p:nvSpPr>
          <p:cNvPr id="3" name="TextBox 2">
            <a:extLst>
              <a:ext uri="{FF2B5EF4-FFF2-40B4-BE49-F238E27FC236}">
                <a16:creationId xmlns:a16="http://schemas.microsoft.com/office/drawing/2014/main" id="{9063ED62-FF1E-DECC-0726-8FE902C17FE2}"/>
              </a:ext>
            </a:extLst>
          </p:cNvPr>
          <p:cNvSpPr txBox="1"/>
          <p:nvPr/>
        </p:nvSpPr>
        <p:spPr>
          <a:xfrm>
            <a:off x="917113" y="2260542"/>
            <a:ext cx="1704449" cy="1200329"/>
          </a:xfrm>
          <a:prstGeom prst="rect">
            <a:avLst/>
          </a:prstGeom>
          <a:solidFill>
            <a:schemeClr val="accent6">
              <a:lumMod val="20000"/>
              <a:lumOff val="80000"/>
            </a:schemeClr>
          </a:solidFill>
        </p:spPr>
        <p:txBody>
          <a:bodyPr wrap="square" rtlCol="0">
            <a:spAutoFit/>
          </a:bodyPr>
          <a:lstStyle/>
          <a:p>
            <a:pPr algn="ctr"/>
            <a:r>
              <a:rPr lang="en-US" dirty="0"/>
              <a:t>Enumerate all primary, secondary amines</a:t>
            </a:r>
          </a:p>
        </p:txBody>
      </p:sp>
      <p:sp>
        <p:nvSpPr>
          <p:cNvPr id="6" name="TextBox 5">
            <a:extLst>
              <a:ext uri="{FF2B5EF4-FFF2-40B4-BE49-F238E27FC236}">
                <a16:creationId xmlns:a16="http://schemas.microsoft.com/office/drawing/2014/main" id="{3BA6A833-C319-CCE0-5C81-9E5961882C99}"/>
              </a:ext>
            </a:extLst>
          </p:cNvPr>
          <p:cNvSpPr txBox="1"/>
          <p:nvPr/>
        </p:nvSpPr>
        <p:spPr>
          <a:xfrm>
            <a:off x="5658802" y="2260542"/>
            <a:ext cx="1793950" cy="1200329"/>
          </a:xfrm>
          <a:prstGeom prst="rect">
            <a:avLst/>
          </a:prstGeom>
          <a:solidFill>
            <a:schemeClr val="accent6">
              <a:lumMod val="20000"/>
              <a:lumOff val="80000"/>
            </a:schemeClr>
          </a:solidFill>
        </p:spPr>
        <p:txBody>
          <a:bodyPr wrap="square" rtlCol="0">
            <a:spAutoFit/>
          </a:bodyPr>
          <a:lstStyle/>
          <a:p>
            <a:pPr algn="ctr"/>
            <a:r>
              <a:rPr lang="en-US" dirty="0"/>
              <a:t>Docking with Glide and MCSS constraint</a:t>
            </a:r>
          </a:p>
        </p:txBody>
      </p:sp>
      <p:pic>
        <p:nvPicPr>
          <p:cNvPr id="7" name="Picture 2" descr="@rdkit">
            <a:extLst>
              <a:ext uri="{FF2B5EF4-FFF2-40B4-BE49-F238E27FC236}">
                <a16:creationId xmlns:a16="http://schemas.microsoft.com/office/drawing/2014/main" id="{04EA767A-0FF8-A8A6-A5AC-99A450558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20" y="2434075"/>
            <a:ext cx="853263" cy="853263"/>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51772CAE-A072-6030-D2B0-DAE8BBFD72FC}"/>
              </a:ext>
            </a:extLst>
          </p:cNvPr>
          <p:cNvSpPr/>
          <p:nvPr/>
        </p:nvSpPr>
        <p:spPr>
          <a:xfrm>
            <a:off x="2767580" y="2513121"/>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A9048749-3CAB-793B-8CA3-9877EA0B98DF}"/>
              </a:ext>
            </a:extLst>
          </p:cNvPr>
          <p:cNvSpPr/>
          <p:nvPr/>
        </p:nvSpPr>
        <p:spPr>
          <a:xfrm>
            <a:off x="7598770" y="2513121"/>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ACB2E8B-A418-D2CD-CA19-38A98BFBCA0A}"/>
              </a:ext>
            </a:extLst>
          </p:cNvPr>
          <p:cNvSpPr txBox="1"/>
          <p:nvPr/>
        </p:nvSpPr>
        <p:spPr>
          <a:xfrm>
            <a:off x="8074397" y="2260542"/>
            <a:ext cx="1903039" cy="1200329"/>
          </a:xfrm>
          <a:prstGeom prst="rect">
            <a:avLst/>
          </a:prstGeom>
          <a:solidFill>
            <a:schemeClr val="accent6">
              <a:lumMod val="20000"/>
              <a:lumOff val="80000"/>
            </a:schemeClr>
          </a:solidFill>
        </p:spPr>
        <p:txBody>
          <a:bodyPr wrap="square" rtlCol="0">
            <a:spAutoFit/>
          </a:bodyPr>
          <a:lstStyle/>
          <a:p>
            <a:pPr algn="ctr"/>
            <a:r>
              <a:rPr lang="en-US" dirty="0"/>
              <a:t>Short MD simulation (RMSD, </a:t>
            </a:r>
          </a:p>
          <a:p>
            <a:pPr algn="ctr"/>
            <a:r>
              <a:rPr lang="en-US" dirty="0"/>
              <a:t>MM-PBSA)</a:t>
            </a:r>
          </a:p>
        </p:txBody>
      </p:sp>
      <p:sp>
        <p:nvSpPr>
          <p:cNvPr id="12" name="TextBox 11">
            <a:extLst>
              <a:ext uri="{FF2B5EF4-FFF2-40B4-BE49-F238E27FC236}">
                <a16:creationId xmlns:a16="http://schemas.microsoft.com/office/drawing/2014/main" id="{14758251-FA80-57BF-A59D-A93917CC3FD9}"/>
              </a:ext>
            </a:extLst>
          </p:cNvPr>
          <p:cNvSpPr txBox="1"/>
          <p:nvPr/>
        </p:nvSpPr>
        <p:spPr>
          <a:xfrm>
            <a:off x="3858694" y="3659044"/>
            <a:ext cx="562975" cy="307777"/>
          </a:xfrm>
          <a:prstGeom prst="rect">
            <a:avLst/>
          </a:prstGeom>
          <a:solidFill>
            <a:schemeClr val="bg1"/>
          </a:solidFill>
        </p:spPr>
        <p:txBody>
          <a:bodyPr wrap="none" rtlCol="0">
            <a:spAutoFit/>
          </a:bodyPr>
          <a:lstStyle/>
          <a:p>
            <a:r>
              <a:rPr lang="en-US" sz="1400" b="1" dirty="0"/>
              <a:t>50 K</a:t>
            </a:r>
          </a:p>
        </p:txBody>
      </p:sp>
      <p:sp>
        <p:nvSpPr>
          <p:cNvPr id="13" name="TextBox 12">
            <a:extLst>
              <a:ext uri="{FF2B5EF4-FFF2-40B4-BE49-F238E27FC236}">
                <a16:creationId xmlns:a16="http://schemas.microsoft.com/office/drawing/2014/main" id="{22DD7F1D-57D2-505E-9E37-ACCA7403D163}"/>
              </a:ext>
            </a:extLst>
          </p:cNvPr>
          <p:cNvSpPr txBox="1"/>
          <p:nvPr/>
        </p:nvSpPr>
        <p:spPr>
          <a:xfrm>
            <a:off x="3243207" y="2260542"/>
            <a:ext cx="1793950" cy="1200329"/>
          </a:xfrm>
          <a:prstGeom prst="rect">
            <a:avLst/>
          </a:prstGeom>
          <a:solidFill>
            <a:schemeClr val="accent6">
              <a:lumMod val="20000"/>
              <a:lumOff val="80000"/>
            </a:schemeClr>
          </a:solidFill>
        </p:spPr>
        <p:txBody>
          <a:bodyPr wrap="square" rtlCol="0">
            <a:spAutoFit/>
          </a:bodyPr>
          <a:lstStyle/>
          <a:p>
            <a:pPr algn="ctr"/>
            <a:r>
              <a:rPr lang="en-US" dirty="0"/>
              <a:t>Property filtering (MW, functional groups)</a:t>
            </a:r>
          </a:p>
        </p:txBody>
      </p:sp>
      <p:sp>
        <p:nvSpPr>
          <p:cNvPr id="14" name="Arrow: Right 13">
            <a:extLst>
              <a:ext uri="{FF2B5EF4-FFF2-40B4-BE49-F238E27FC236}">
                <a16:creationId xmlns:a16="http://schemas.microsoft.com/office/drawing/2014/main" id="{3EEA3A43-7434-56DC-782A-B1BE7AC3E789}"/>
              </a:ext>
            </a:extLst>
          </p:cNvPr>
          <p:cNvSpPr/>
          <p:nvPr/>
        </p:nvSpPr>
        <p:spPr>
          <a:xfrm>
            <a:off x="5183175" y="2513121"/>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143C71-1452-B831-839A-9F6AC9A62088}"/>
              </a:ext>
            </a:extLst>
          </p:cNvPr>
          <p:cNvSpPr txBox="1"/>
          <p:nvPr/>
        </p:nvSpPr>
        <p:spPr>
          <a:xfrm>
            <a:off x="6127898" y="3659044"/>
            <a:ext cx="562975" cy="307777"/>
          </a:xfrm>
          <a:prstGeom prst="rect">
            <a:avLst/>
          </a:prstGeom>
          <a:solidFill>
            <a:schemeClr val="bg1"/>
          </a:solidFill>
        </p:spPr>
        <p:txBody>
          <a:bodyPr wrap="none" rtlCol="0">
            <a:spAutoFit/>
          </a:bodyPr>
          <a:lstStyle/>
          <a:p>
            <a:r>
              <a:rPr lang="en-US" sz="1400" b="1" dirty="0"/>
              <a:t>10 K</a:t>
            </a:r>
          </a:p>
        </p:txBody>
      </p:sp>
      <p:sp>
        <p:nvSpPr>
          <p:cNvPr id="16" name="TextBox 15">
            <a:extLst>
              <a:ext uri="{FF2B5EF4-FFF2-40B4-BE49-F238E27FC236}">
                <a16:creationId xmlns:a16="http://schemas.microsoft.com/office/drawing/2014/main" id="{E432A0E5-2ED1-2495-6080-C6A356DE8DA9}"/>
              </a:ext>
            </a:extLst>
          </p:cNvPr>
          <p:cNvSpPr txBox="1"/>
          <p:nvPr/>
        </p:nvSpPr>
        <p:spPr>
          <a:xfrm>
            <a:off x="8747872" y="3659264"/>
            <a:ext cx="463588" cy="307777"/>
          </a:xfrm>
          <a:prstGeom prst="rect">
            <a:avLst/>
          </a:prstGeom>
          <a:solidFill>
            <a:schemeClr val="bg1"/>
          </a:solidFill>
        </p:spPr>
        <p:txBody>
          <a:bodyPr wrap="none" rtlCol="0">
            <a:spAutoFit/>
          </a:bodyPr>
          <a:lstStyle/>
          <a:p>
            <a:r>
              <a:rPr lang="en-US" sz="1400" b="1" dirty="0"/>
              <a:t>3 K</a:t>
            </a:r>
          </a:p>
        </p:txBody>
      </p:sp>
      <p:sp>
        <p:nvSpPr>
          <p:cNvPr id="17" name="Arrow: Right 16">
            <a:extLst>
              <a:ext uri="{FF2B5EF4-FFF2-40B4-BE49-F238E27FC236}">
                <a16:creationId xmlns:a16="http://schemas.microsoft.com/office/drawing/2014/main" id="{0263DB0B-416C-CCEB-E77F-282AA59578B2}"/>
              </a:ext>
            </a:extLst>
          </p:cNvPr>
          <p:cNvSpPr/>
          <p:nvPr/>
        </p:nvSpPr>
        <p:spPr>
          <a:xfrm>
            <a:off x="10123454" y="2513121"/>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FD084F1-5B95-B15B-ED5E-C5E6AB95E566}"/>
              </a:ext>
            </a:extLst>
          </p:cNvPr>
          <p:cNvSpPr txBox="1"/>
          <p:nvPr/>
        </p:nvSpPr>
        <p:spPr>
          <a:xfrm>
            <a:off x="10599082" y="2395636"/>
            <a:ext cx="1515332" cy="923330"/>
          </a:xfrm>
          <a:prstGeom prst="rect">
            <a:avLst/>
          </a:prstGeom>
          <a:solidFill>
            <a:schemeClr val="accent6">
              <a:lumMod val="20000"/>
              <a:lumOff val="80000"/>
            </a:schemeClr>
          </a:solidFill>
        </p:spPr>
        <p:txBody>
          <a:bodyPr wrap="square" rtlCol="0">
            <a:spAutoFit/>
          </a:bodyPr>
          <a:lstStyle/>
          <a:p>
            <a:pPr algn="ctr"/>
            <a:r>
              <a:rPr lang="en-US" dirty="0"/>
              <a:t>Amber TI and selection</a:t>
            </a:r>
          </a:p>
        </p:txBody>
      </p:sp>
      <p:sp>
        <p:nvSpPr>
          <p:cNvPr id="19" name="TextBox 18">
            <a:extLst>
              <a:ext uri="{FF2B5EF4-FFF2-40B4-BE49-F238E27FC236}">
                <a16:creationId xmlns:a16="http://schemas.microsoft.com/office/drawing/2014/main" id="{A8F86A48-62A0-5D7A-7047-2F6857BC29D4}"/>
              </a:ext>
            </a:extLst>
          </p:cNvPr>
          <p:cNvSpPr txBox="1"/>
          <p:nvPr/>
        </p:nvSpPr>
        <p:spPr>
          <a:xfrm>
            <a:off x="11100861" y="3652267"/>
            <a:ext cx="284052" cy="307777"/>
          </a:xfrm>
          <a:prstGeom prst="rect">
            <a:avLst/>
          </a:prstGeom>
          <a:solidFill>
            <a:schemeClr val="bg1"/>
          </a:solidFill>
        </p:spPr>
        <p:txBody>
          <a:bodyPr wrap="none" rtlCol="0">
            <a:spAutoFit/>
          </a:bodyPr>
          <a:lstStyle/>
          <a:p>
            <a:r>
              <a:rPr lang="en-US" sz="1400" b="1" dirty="0"/>
              <a:t>6</a:t>
            </a:r>
          </a:p>
        </p:txBody>
      </p:sp>
      <p:grpSp>
        <p:nvGrpSpPr>
          <p:cNvPr id="25" name="Group 24">
            <a:extLst>
              <a:ext uri="{FF2B5EF4-FFF2-40B4-BE49-F238E27FC236}">
                <a16:creationId xmlns:a16="http://schemas.microsoft.com/office/drawing/2014/main" id="{6C3E51B7-8E6C-3E3B-57C7-9FE6C22CB1B5}"/>
              </a:ext>
            </a:extLst>
          </p:cNvPr>
          <p:cNvGrpSpPr/>
          <p:nvPr/>
        </p:nvGrpSpPr>
        <p:grpSpPr>
          <a:xfrm>
            <a:off x="658779" y="3760161"/>
            <a:ext cx="2221115" cy="2221115"/>
            <a:chOff x="658779" y="3760161"/>
            <a:chExt cx="2221115" cy="2221115"/>
          </a:xfrm>
        </p:grpSpPr>
        <p:pic>
          <p:nvPicPr>
            <p:cNvPr id="20" name="Picture 19" descr="A purple and blue molecule on a pink surface&#10;&#10;Description automatically generated">
              <a:extLst>
                <a:ext uri="{FF2B5EF4-FFF2-40B4-BE49-F238E27FC236}">
                  <a16:creationId xmlns:a16="http://schemas.microsoft.com/office/drawing/2014/main" id="{CC832CE9-D565-2C2A-BA04-BAB9B912E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779" y="3760161"/>
              <a:ext cx="2221115" cy="2221115"/>
            </a:xfrm>
            <a:prstGeom prst="rect">
              <a:avLst/>
            </a:prstGeom>
          </p:spPr>
        </p:pic>
        <p:sp>
          <p:nvSpPr>
            <p:cNvPr id="22" name="Arrow: Right 21">
              <a:extLst>
                <a:ext uri="{FF2B5EF4-FFF2-40B4-BE49-F238E27FC236}">
                  <a16:creationId xmlns:a16="http://schemas.microsoft.com/office/drawing/2014/main" id="{70AEAD49-4F41-FE8B-D3F6-FB839B7C8C75}"/>
                </a:ext>
              </a:extLst>
            </p:cNvPr>
            <p:cNvSpPr/>
            <p:nvPr/>
          </p:nvSpPr>
          <p:spPr>
            <a:xfrm rot="8540676">
              <a:off x="1148645" y="5254446"/>
              <a:ext cx="336396" cy="287880"/>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6C219D8-C5B7-2E30-D146-8D3594E88063}"/>
              </a:ext>
            </a:extLst>
          </p:cNvPr>
          <p:cNvSpPr txBox="1"/>
          <p:nvPr/>
        </p:nvSpPr>
        <p:spPr>
          <a:xfrm flipH="1">
            <a:off x="7928379" y="4226950"/>
            <a:ext cx="383741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Maintain </a:t>
            </a:r>
            <a:r>
              <a:rPr lang="en-US" b="1" dirty="0"/>
              <a:t>CH-pi</a:t>
            </a:r>
            <a:r>
              <a:rPr lang="en-US" dirty="0"/>
              <a:t> interaction to histidine</a:t>
            </a:r>
          </a:p>
          <a:p>
            <a:pPr marL="285750" indent="-285750">
              <a:buFont typeface="Arial" panose="020B0604020202020204" pitchFamily="34" charset="0"/>
              <a:buChar char="•"/>
            </a:pPr>
            <a:r>
              <a:rPr lang="en-US" dirty="0"/>
              <a:t>Grow </a:t>
            </a:r>
            <a:r>
              <a:rPr lang="en-US" b="1" dirty="0"/>
              <a:t>hydrogen bond donor</a:t>
            </a:r>
            <a:r>
              <a:rPr lang="en-US" dirty="0"/>
              <a:t> to acidic residue</a:t>
            </a:r>
          </a:p>
          <a:p>
            <a:pPr marL="285750" indent="-285750">
              <a:buFont typeface="Arial" panose="020B0604020202020204" pitchFamily="34" charset="0"/>
              <a:buChar char="•"/>
            </a:pPr>
            <a:r>
              <a:rPr lang="en-US" dirty="0"/>
              <a:t>Steric/electrostatic clash with off-targets 1 &amp; 2</a:t>
            </a:r>
          </a:p>
        </p:txBody>
      </p:sp>
      <p:graphicFrame>
        <p:nvGraphicFramePr>
          <p:cNvPr id="26" name="Object 25">
            <a:extLst>
              <a:ext uri="{FF2B5EF4-FFF2-40B4-BE49-F238E27FC236}">
                <a16:creationId xmlns:a16="http://schemas.microsoft.com/office/drawing/2014/main" id="{85D1F2E9-D4B1-3E6E-1B0B-0176D30012F7}"/>
              </a:ext>
            </a:extLst>
          </p:cNvPr>
          <p:cNvGraphicFramePr>
            <a:graphicFrameLocks noChangeAspect="1"/>
          </p:cNvGraphicFramePr>
          <p:nvPr>
            <p:extLst>
              <p:ext uri="{D42A27DB-BD31-4B8C-83A1-F6EECF244321}">
                <p14:modId xmlns:p14="http://schemas.microsoft.com/office/powerpoint/2010/main" val="3258378505"/>
              </p:ext>
            </p:extLst>
          </p:nvPr>
        </p:nvGraphicFramePr>
        <p:xfrm>
          <a:off x="3503321" y="4685647"/>
          <a:ext cx="4005209" cy="992054"/>
        </p:xfrm>
        <a:graphic>
          <a:graphicData uri="http://schemas.openxmlformats.org/presentationml/2006/ole">
            <mc:AlternateContent xmlns:mc="http://schemas.openxmlformats.org/markup-compatibility/2006">
              <mc:Choice xmlns:v="urn:schemas-microsoft-com:vml" Requires="v">
                <p:oleObj name="CS ChemDraw 64-bit Drawing" r:id="rId4" imgW="3780731" imgH="937098" progId="ChemDraw_x64.Document.6.0">
                  <p:embed/>
                </p:oleObj>
              </mc:Choice>
              <mc:Fallback>
                <p:oleObj name="CS ChemDraw 64-bit Drawing" r:id="rId4" imgW="3780731" imgH="937098" progId="ChemDraw_x64.Document.6.0">
                  <p:embed/>
                  <p:pic>
                    <p:nvPicPr>
                      <p:cNvPr id="26" name="Object 25">
                        <a:extLst>
                          <a:ext uri="{FF2B5EF4-FFF2-40B4-BE49-F238E27FC236}">
                            <a16:creationId xmlns:a16="http://schemas.microsoft.com/office/drawing/2014/main" id="{85D1F2E9-D4B1-3E6E-1B0B-0176D30012F7}"/>
                          </a:ext>
                        </a:extLst>
                      </p:cNvPr>
                      <p:cNvPicPr/>
                      <p:nvPr/>
                    </p:nvPicPr>
                    <p:blipFill>
                      <a:blip r:embed="rId5"/>
                      <a:stretch>
                        <a:fillRect/>
                      </a:stretch>
                    </p:blipFill>
                    <p:spPr>
                      <a:xfrm>
                        <a:off x="3503321" y="4685647"/>
                        <a:ext cx="4005209" cy="992054"/>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F11E040-5387-F5D1-23EB-D97152BBAE70}"/>
              </a:ext>
            </a:extLst>
          </p:cNvPr>
          <p:cNvSpPr txBox="1"/>
          <p:nvPr/>
        </p:nvSpPr>
        <p:spPr>
          <a:xfrm>
            <a:off x="4551242" y="5677701"/>
            <a:ext cx="2111475" cy="338554"/>
          </a:xfrm>
          <a:prstGeom prst="rect">
            <a:avLst/>
          </a:prstGeom>
          <a:noFill/>
        </p:spPr>
        <p:txBody>
          <a:bodyPr wrap="none" rtlCol="0">
            <a:spAutoFit/>
          </a:bodyPr>
          <a:lstStyle/>
          <a:p>
            <a:r>
              <a:rPr lang="en-US" sz="1600" i="1" dirty="0"/>
              <a:t>interesting virtual hits</a:t>
            </a:r>
          </a:p>
        </p:txBody>
      </p:sp>
      <p:sp>
        <p:nvSpPr>
          <p:cNvPr id="21" name="TextBox 20">
            <a:extLst>
              <a:ext uri="{FF2B5EF4-FFF2-40B4-BE49-F238E27FC236}">
                <a16:creationId xmlns:a16="http://schemas.microsoft.com/office/drawing/2014/main" id="{3E7FB435-16F1-02D1-7503-1EAAACB4121E}"/>
              </a:ext>
            </a:extLst>
          </p:cNvPr>
          <p:cNvSpPr txBox="1"/>
          <p:nvPr/>
        </p:nvSpPr>
        <p:spPr>
          <a:xfrm>
            <a:off x="47709" y="5353487"/>
            <a:ext cx="970513" cy="523220"/>
          </a:xfrm>
          <a:prstGeom prst="rect">
            <a:avLst/>
          </a:prstGeom>
          <a:solidFill>
            <a:schemeClr val="bg1"/>
          </a:solidFill>
        </p:spPr>
        <p:txBody>
          <a:bodyPr wrap="square" rtlCol="0">
            <a:spAutoFit/>
          </a:bodyPr>
          <a:lstStyle/>
          <a:p>
            <a:r>
              <a:rPr lang="en-US" sz="1400" b="1" dirty="0"/>
              <a:t>Acidic residue</a:t>
            </a:r>
          </a:p>
        </p:txBody>
      </p:sp>
    </p:spTree>
    <p:extLst>
      <p:ext uri="{BB962C8B-B14F-4D97-AF65-F5344CB8AC3E}">
        <p14:creationId xmlns:p14="http://schemas.microsoft.com/office/powerpoint/2010/main" val="178558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3" grpId="0"/>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F6DB44-ED8B-E338-076E-E5986678ACCC}"/>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3A165-D794-6FE7-D481-7806CECAB644}"/>
              </a:ext>
            </a:extLst>
          </p:cNvPr>
          <p:cNvSpPr>
            <a:spLocks noGrp="1"/>
          </p:cNvSpPr>
          <p:nvPr>
            <p:ph type="title"/>
          </p:nvPr>
        </p:nvSpPr>
        <p:spPr>
          <a:xfrm>
            <a:off x="604838" y="311086"/>
            <a:ext cx="11168062" cy="1065278"/>
          </a:xfrm>
        </p:spPr>
        <p:txBody>
          <a:bodyPr/>
          <a:lstStyle/>
          <a:p>
            <a:r>
              <a:rPr lang="en-US" dirty="0"/>
              <a:t>Exploring further CH-pi substituents</a:t>
            </a:r>
          </a:p>
        </p:txBody>
      </p:sp>
      <p:sp>
        <p:nvSpPr>
          <p:cNvPr id="5" name="Slide Number Placeholder 4">
            <a:extLst>
              <a:ext uri="{FF2B5EF4-FFF2-40B4-BE49-F238E27FC236}">
                <a16:creationId xmlns:a16="http://schemas.microsoft.com/office/drawing/2014/main" id="{027650B1-604C-A003-C89F-DA8617A797B0}"/>
              </a:ext>
            </a:extLst>
          </p:cNvPr>
          <p:cNvSpPr>
            <a:spLocks noGrp="1"/>
          </p:cNvSpPr>
          <p:nvPr>
            <p:ph type="sldNum" sz="quarter" idx="12"/>
          </p:nvPr>
        </p:nvSpPr>
        <p:spPr/>
        <p:txBody>
          <a:bodyPr/>
          <a:lstStyle/>
          <a:p>
            <a:fld id="{03CB0E19-F4C8-4F98-96D2-CE1ECDE59975}" type="slidenum">
              <a:rPr lang="en-GB" smtClean="0"/>
              <a:t>26</a:t>
            </a:fld>
            <a:endParaRPr lang="en-GB"/>
          </a:p>
        </p:txBody>
      </p:sp>
      <p:sp>
        <p:nvSpPr>
          <p:cNvPr id="10" name="Content Placeholder 2">
            <a:extLst>
              <a:ext uri="{FF2B5EF4-FFF2-40B4-BE49-F238E27FC236}">
                <a16:creationId xmlns:a16="http://schemas.microsoft.com/office/drawing/2014/main" id="{D6C93B76-17B5-5B8E-D832-2B8862593420}"/>
              </a:ext>
            </a:extLst>
          </p:cNvPr>
          <p:cNvSpPr>
            <a:spLocks noGrp="1"/>
          </p:cNvSpPr>
          <p:nvPr>
            <p:ph idx="1"/>
          </p:nvPr>
        </p:nvSpPr>
        <p:spPr>
          <a:xfrm>
            <a:off x="604838" y="1084521"/>
            <a:ext cx="11250464" cy="4967029"/>
          </a:xfrm>
        </p:spPr>
        <p:txBody>
          <a:bodyPr/>
          <a:lstStyle/>
          <a:p>
            <a:r>
              <a:rPr lang="en-US" dirty="0"/>
              <a:t>Enumeration, docking and MD ranking of a virtual library</a:t>
            </a:r>
          </a:p>
          <a:p>
            <a:pPr lvl="2"/>
            <a:r>
              <a:rPr lang="en-GB" sz="2000" dirty="0"/>
              <a:t>Synthesis of only two of the top selected virtual hits</a:t>
            </a:r>
          </a:p>
          <a:p>
            <a:pPr lvl="2"/>
            <a:r>
              <a:rPr lang="en-GB" dirty="0"/>
              <a:t>Final exploration of this strategy to obtain selectivity</a:t>
            </a:r>
          </a:p>
          <a:p>
            <a:pPr lvl="2"/>
            <a:r>
              <a:rPr lang="en-GB" sz="2000" dirty="0"/>
              <a:t>Both molecules improved potency and sel</a:t>
            </a:r>
            <a:r>
              <a:rPr lang="en-GB" dirty="0"/>
              <a:t>ectivity</a:t>
            </a:r>
            <a:endParaRPr lang="en-GB" sz="2000" dirty="0"/>
          </a:p>
          <a:p>
            <a:pPr marL="0" lvl="2" indent="0">
              <a:buNone/>
            </a:pPr>
            <a:endParaRPr lang="en-US" dirty="0"/>
          </a:p>
        </p:txBody>
      </p:sp>
      <p:pic>
        <p:nvPicPr>
          <p:cNvPr id="25" name="Picture 24">
            <a:extLst>
              <a:ext uri="{FF2B5EF4-FFF2-40B4-BE49-F238E27FC236}">
                <a16:creationId xmlns:a16="http://schemas.microsoft.com/office/drawing/2014/main" id="{BA2B0097-2E00-C456-8498-78C8EA8E9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170" y="2622434"/>
            <a:ext cx="3429116" cy="3429116"/>
          </a:xfrm>
          <a:prstGeom prst="rect">
            <a:avLst/>
          </a:prstGeom>
        </p:spPr>
      </p:pic>
      <p:graphicFrame>
        <p:nvGraphicFramePr>
          <p:cNvPr id="26" name="Table 25">
            <a:extLst>
              <a:ext uri="{FF2B5EF4-FFF2-40B4-BE49-F238E27FC236}">
                <a16:creationId xmlns:a16="http://schemas.microsoft.com/office/drawing/2014/main" id="{EAD5A8D8-ED1A-600C-5BF5-2C305DBF9030}"/>
              </a:ext>
            </a:extLst>
          </p:cNvPr>
          <p:cNvGraphicFramePr>
            <a:graphicFrameLocks noGrp="1"/>
          </p:cNvGraphicFramePr>
          <p:nvPr>
            <p:extLst>
              <p:ext uri="{D42A27DB-BD31-4B8C-83A1-F6EECF244321}">
                <p14:modId xmlns:p14="http://schemas.microsoft.com/office/powerpoint/2010/main" val="1792803427"/>
              </p:ext>
            </p:extLst>
          </p:nvPr>
        </p:nvGraphicFramePr>
        <p:xfrm>
          <a:off x="4482642" y="4755987"/>
          <a:ext cx="7372660" cy="949960"/>
        </p:xfrm>
        <a:graphic>
          <a:graphicData uri="http://schemas.openxmlformats.org/drawingml/2006/table">
            <a:tbl>
              <a:tblPr firstRow="1" bandRow="1">
                <a:tableStyleId>{5C22544A-7EE6-4342-B048-85BDC9FD1C3A}</a:tableStyleId>
              </a:tblPr>
              <a:tblGrid>
                <a:gridCol w="1843165">
                  <a:extLst>
                    <a:ext uri="{9D8B030D-6E8A-4147-A177-3AD203B41FA5}">
                      <a16:colId xmlns:a16="http://schemas.microsoft.com/office/drawing/2014/main" val="2417892230"/>
                    </a:ext>
                  </a:extLst>
                </a:gridCol>
                <a:gridCol w="1843165">
                  <a:extLst>
                    <a:ext uri="{9D8B030D-6E8A-4147-A177-3AD203B41FA5}">
                      <a16:colId xmlns:a16="http://schemas.microsoft.com/office/drawing/2014/main" val="1763196256"/>
                    </a:ext>
                  </a:extLst>
                </a:gridCol>
                <a:gridCol w="1843165">
                  <a:extLst>
                    <a:ext uri="{9D8B030D-6E8A-4147-A177-3AD203B41FA5}">
                      <a16:colId xmlns:a16="http://schemas.microsoft.com/office/drawing/2014/main" val="1786290364"/>
                    </a:ext>
                  </a:extLst>
                </a:gridCol>
                <a:gridCol w="1843165">
                  <a:extLst>
                    <a:ext uri="{9D8B030D-6E8A-4147-A177-3AD203B41FA5}">
                      <a16:colId xmlns:a16="http://schemas.microsoft.com/office/drawing/2014/main" val="2079311538"/>
                    </a:ext>
                  </a:extLst>
                </a:gridCol>
              </a:tblGrid>
              <a:tr h="370840">
                <a:tc>
                  <a:txBody>
                    <a:bodyPr/>
                    <a:lstStyle/>
                    <a:p>
                      <a:endParaRPr lang="en-US" sz="1600" dirty="0"/>
                    </a:p>
                  </a:txBody>
                  <a:tcPr/>
                </a:tc>
                <a:tc>
                  <a:txBody>
                    <a:bodyPr/>
                    <a:lstStyle/>
                    <a:p>
                      <a:pPr algn="ctr"/>
                      <a:r>
                        <a:rPr lang="en-US" sz="1600" dirty="0" err="1"/>
                        <a:t>Cmpd</a:t>
                      </a:r>
                      <a:r>
                        <a:rPr lang="en-US" sz="1600" dirty="0"/>
                        <a:t>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6</a:t>
                      </a:r>
                    </a:p>
                  </a:txBody>
                  <a:tcPr/>
                </a:tc>
                <a:extLst>
                  <a:ext uri="{0D108BD9-81ED-4DB2-BD59-A6C34878D82A}">
                    <a16:rowId xmlns:a16="http://schemas.microsoft.com/office/drawing/2014/main" val="1912464815"/>
                  </a:ext>
                </a:extLst>
              </a:tr>
              <a:tr h="370840">
                <a:tc>
                  <a:txBody>
                    <a:bodyPr/>
                    <a:lstStyle/>
                    <a:p>
                      <a:r>
                        <a:rPr lang="en-US" sz="1600" b="1" dirty="0"/>
                        <a:t>Fold selectivity off-target 1 / 2</a:t>
                      </a:r>
                    </a:p>
                  </a:txBody>
                  <a:tcPr/>
                </a:tc>
                <a:tc>
                  <a:txBody>
                    <a:bodyPr/>
                    <a:lstStyle/>
                    <a:p>
                      <a:pPr algn="ctr"/>
                      <a:r>
                        <a:rPr lang="en-US" sz="1600" dirty="0"/>
                        <a:t>0.7 / 1</a:t>
                      </a:r>
                    </a:p>
                  </a:txBody>
                  <a:tcPr anchor="ctr"/>
                </a:tc>
                <a:tc>
                  <a:txBody>
                    <a:bodyPr/>
                    <a:lstStyle/>
                    <a:p>
                      <a:pPr algn="ctr"/>
                      <a:r>
                        <a:rPr lang="en-US" sz="1600" dirty="0"/>
                        <a:t>3.4 / 6.8</a:t>
                      </a:r>
                    </a:p>
                  </a:txBody>
                  <a:tcPr anchor="ctr"/>
                </a:tc>
                <a:tc>
                  <a:txBody>
                    <a:bodyPr/>
                    <a:lstStyle/>
                    <a:p>
                      <a:pPr algn="ctr"/>
                      <a:r>
                        <a:rPr lang="en-US" sz="1600" dirty="0"/>
                        <a:t>6.9 / 11.9</a:t>
                      </a:r>
                    </a:p>
                  </a:txBody>
                  <a:tcPr anchor="ctr"/>
                </a:tc>
                <a:extLst>
                  <a:ext uri="{0D108BD9-81ED-4DB2-BD59-A6C34878D82A}">
                    <a16:rowId xmlns:a16="http://schemas.microsoft.com/office/drawing/2014/main" val="1284314069"/>
                  </a:ext>
                </a:extLst>
              </a:tr>
            </a:tbl>
          </a:graphicData>
        </a:graphic>
      </p:graphicFrame>
      <p:graphicFrame>
        <p:nvGraphicFramePr>
          <p:cNvPr id="27" name="Object 26">
            <a:extLst>
              <a:ext uri="{FF2B5EF4-FFF2-40B4-BE49-F238E27FC236}">
                <a16:creationId xmlns:a16="http://schemas.microsoft.com/office/drawing/2014/main" id="{D50BEEE8-63D0-098C-C8BB-EDA31BCA29FF}"/>
              </a:ext>
            </a:extLst>
          </p:cNvPr>
          <p:cNvGraphicFramePr>
            <a:graphicFrameLocks noChangeAspect="1"/>
          </p:cNvGraphicFramePr>
          <p:nvPr>
            <p:extLst>
              <p:ext uri="{D42A27DB-BD31-4B8C-83A1-F6EECF244321}">
                <p14:modId xmlns:p14="http://schemas.microsoft.com/office/powerpoint/2010/main" val="2450429469"/>
              </p:ext>
            </p:extLst>
          </p:nvPr>
        </p:nvGraphicFramePr>
        <p:xfrm>
          <a:off x="7043527" y="4114089"/>
          <a:ext cx="409775" cy="487608"/>
        </p:xfrm>
        <a:graphic>
          <a:graphicData uri="http://schemas.openxmlformats.org/presentationml/2006/ole">
            <mc:AlternateContent xmlns:mc="http://schemas.openxmlformats.org/markup-compatibility/2006">
              <mc:Choice xmlns:v="urn:schemas-microsoft-com:vml" Requires="v">
                <p:oleObj name="CS ChemDraw 64-bit Drawing" r:id="rId3" imgW="283403" imgH="338036" progId="ChemDraw_x64.Document.6.0">
                  <p:embed/>
                </p:oleObj>
              </mc:Choice>
              <mc:Fallback>
                <p:oleObj name="CS ChemDraw 64-bit Drawing" r:id="rId3" imgW="283403" imgH="338036" progId="ChemDraw_x64.Document.6.0">
                  <p:embed/>
                  <p:pic>
                    <p:nvPicPr>
                      <p:cNvPr id="27" name="Object 26">
                        <a:extLst>
                          <a:ext uri="{FF2B5EF4-FFF2-40B4-BE49-F238E27FC236}">
                            <a16:creationId xmlns:a16="http://schemas.microsoft.com/office/drawing/2014/main" id="{D50BEEE8-63D0-098C-C8BB-EDA31BCA29FF}"/>
                          </a:ext>
                        </a:extLst>
                      </p:cNvPr>
                      <p:cNvPicPr/>
                      <p:nvPr/>
                    </p:nvPicPr>
                    <p:blipFill>
                      <a:blip r:embed="rId4"/>
                      <a:stretch>
                        <a:fillRect/>
                      </a:stretch>
                    </p:blipFill>
                    <p:spPr>
                      <a:xfrm>
                        <a:off x="7043527" y="4114089"/>
                        <a:ext cx="409775" cy="487608"/>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05D0A03B-89ED-C7D8-C485-10F940C86D8A}"/>
              </a:ext>
            </a:extLst>
          </p:cNvPr>
          <p:cNvGraphicFramePr>
            <a:graphicFrameLocks noChangeAspect="1"/>
          </p:cNvGraphicFramePr>
          <p:nvPr>
            <p:extLst>
              <p:ext uri="{D42A27DB-BD31-4B8C-83A1-F6EECF244321}">
                <p14:modId xmlns:p14="http://schemas.microsoft.com/office/powerpoint/2010/main" val="3147884501"/>
              </p:ext>
            </p:extLst>
          </p:nvPr>
        </p:nvGraphicFramePr>
        <p:xfrm>
          <a:off x="8301365" y="3620944"/>
          <a:ext cx="901958" cy="980753"/>
        </p:xfrm>
        <a:graphic>
          <a:graphicData uri="http://schemas.openxmlformats.org/presentationml/2006/ole">
            <mc:AlternateContent xmlns:mc="http://schemas.openxmlformats.org/markup-compatibility/2006">
              <mc:Choice xmlns:v="urn:schemas-microsoft-com:vml" Requires="v">
                <p:oleObj name="CS ChemDraw 64-bit Drawing" r:id="rId5" imgW="854651" imgH="929397" progId="ChemDraw_x64.Document.6.0">
                  <p:embed/>
                </p:oleObj>
              </mc:Choice>
              <mc:Fallback>
                <p:oleObj name="CS ChemDraw 64-bit Drawing" r:id="rId5" imgW="854651" imgH="929397" progId="ChemDraw_x64.Document.6.0">
                  <p:embed/>
                  <p:pic>
                    <p:nvPicPr>
                      <p:cNvPr id="30" name="Object 29">
                        <a:extLst>
                          <a:ext uri="{FF2B5EF4-FFF2-40B4-BE49-F238E27FC236}">
                            <a16:creationId xmlns:a16="http://schemas.microsoft.com/office/drawing/2014/main" id="{05D0A03B-89ED-C7D8-C485-10F940C86D8A}"/>
                          </a:ext>
                        </a:extLst>
                      </p:cNvPr>
                      <p:cNvPicPr/>
                      <p:nvPr/>
                    </p:nvPicPr>
                    <p:blipFill>
                      <a:blip r:embed="rId6"/>
                      <a:stretch>
                        <a:fillRect/>
                      </a:stretch>
                    </p:blipFill>
                    <p:spPr>
                      <a:xfrm>
                        <a:off x="8301365" y="3620944"/>
                        <a:ext cx="901958" cy="980753"/>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58132413-F189-C73C-3C18-C9BE37C6F95D}"/>
              </a:ext>
            </a:extLst>
          </p:cNvPr>
          <p:cNvGraphicFramePr>
            <a:graphicFrameLocks noChangeAspect="1"/>
          </p:cNvGraphicFramePr>
          <p:nvPr>
            <p:extLst>
              <p:ext uri="{D42A27DB-BD31-4B8C-83A1-F6EECF244321}">
                <p14:modId xmlns:p14="http://schemas.microsoft.com/office/powerpoint/2010/main" val="3154793038"/>
              </p:ext>
            </p:extLst>
          </p:nvPr>
        </p:nvGraphicFramePr>
        <p:xfrm>
          <a:off x="10449219" y="3434404"/>
          <a:ext cx="704333" cy="1167293"/>
        </p:xfrm>
        <a:graphic>
          <a:graphicData uri="http://schemas.openxmlformats.org/presentationml/2006/ole">
            <mc:AlternateContent xmlns:mc="http://schemas.openxmlformats.org/markup-compatibility/2006">
              <mc:Choice xmlns:v="urn:schemas-microsoft-com:vml" Requires="v">
                <p:oleObj name="CS ChemDraw 64-bit Drawing" r:id="rId7" imgW="565192" imgH="937098" progId="ChemDraw_x64.Document.6.0">
                  <p:embed/>
                </p:oleObj>
              </mc:Choice>
              <mc:Fallback>
                <p:oleObj name="CS ChemDraw 64-bit Drawing" r:id="rId7" imgW="565192" imgH="937098" progId="ChemDraw_x64.Document.6.0">
                  <p:embed/>
                  <p:pic>
                    <p:nvPicPr>
                      <p:cNvPr id="31" name="Object 30">
                        <a:extLst>
                          <a:ext uri="{FF2B5EF4-FFF2-40B4-BE49-F238E27FC236}">
                            <a16:creationId xmlns:a16="http://schemas.microsoft.com/office/drawing/2014/main" id="{58132413-F189-C73C-3C18-C9BE37C6F95D}"/>
                          </a:ext>
                        </a:extLst>
                      </p:cNvPr>
                      <p:cNvPicPr/>
                      <p:nvPr/>
                    </p:nvPicPr>
                    <p:blipFill>
                      <a:blip r:embed="rId8"/>
                      <a:stretch>
                        <a:fillRect/>
                      </a:stretch>
                    </p:blipFill>
                    <p:spPr>
                      <a:xfrm>
                        <a:off x="10449219" y="3434404"/>
                        <a:ext cx="704333" cy="1167293"/>
                      </a:xfrm>
                      <a:prstGeom prst="rect">
                        <a:avLst/>
                      </a:prstGeom>
                    </p:spPr>
                  </p:pic>
                </p:oleObj>
              </mc:Fallback>
            </mc:AlternateContent>
          </a:graphicData>
        </a:graphic>
      </p:graphicFrame>
    </p:spTree>
    <p:extLst>
      <p:ext uri="{BB962C8B-B14F-4D97-AF65-F5344CB8AC3E}">
        <p14:creationId xmlns:p14="http://schemas.microsoft.com/office/powerpoint/2010/main" val="1400694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7BA7BC-4AB7-4BD6-4D17-66F3D788E831}"/>
              </a:ext>
            </a:extLst>
          </p:cNvPr>
          <p:cNvSpPr>
            <a:spLocks noGrp="1"/>
          </p:cNvSpPr>
          <p:nvPr>
            <p:ph type="sldNum" sz="quarter" idx="12"/>
          </p:nvPr>
        </p:nvSpPr>
        <p:spPr/>
        <p:txBody>
          <a:bodyPr/>
          <a:lstStyle/>
          <a:p>
            <a:fld id="{03CB0E19-F4C8-4F98-96D2-CE1ECDE59975}" type="slidenum">
              <a:rPr lang="en-GB" smtClean="0"/>
              <a:t>27</a:t>
            </a:fld>
            <a:endParaRPr lang="en-GB"/>
          </a:p>
        </p:txBody>
      </p:sp>
      <p:sp>
        <p:nvSpPr>
          <p:cNvPr id="4" name="Text Placeholder 3">
            <a:extLst>
              <a:ext uri="{FF2B5EF4-FFF2-40B4-BE49-F238E27FC236}">
                <a16:creationId xmlns:a16="http://schemas.microsoft.com/office/drawing/2014/main" id="{C06DAE4C-9E48-9FB5-4309-0A47D754C419}"/>
              </a:ext>
            </a:extLst>
          </p:cNvPr>
          <p:cNvSpPr>
            <a:spLocks noGrp="1"/>
          </p:cNvSpPr>
          <p:nvPr>
            <p:ph type="body" sz="quarter" idx="13"/>
          </p:nvPr>
        </p:nvSpPr>
        <p:spPr>
          <a:xfrm>
            <a:off x="6143625" y="2882587"/>
            <a:ext cx="5614985" cy="1092827"/>
          </a:xfrm>
        </p:spPr>
        <p:txBody>
          <a:bodyPr/>
          <a:lstStyle/>
          <a:p>
            <a:r>
              <a:rPr lang="en-GB" dirty="0"/>
              <a:t>Combining free energy and machine learning</a:t>
            </a:r>
          </a:p>
        </p:txBody>
      </p:sp>
      <p:sp>
        <p:nvSpPr>
          <p:cNvPr id="3" name="TextBox 2">
            <a:extLst>
              <a:ext uri="{FF2B5EF4-FFF2-40B4-BE49-F238E27FC236}">
                <a16:creationId xmlns:a16="http://schemas.microsoft.com/office/drawing/2014/main" id="{B6F62485-A950-CA73-E8D6-3198593D9805}"/>
              </a:ext>
            </a:extLst>
          </p:cNvPr>
          <p:cNvSpPr txBox="1"/>
          <p:nvPr/>
        </p:nvSpPr>
        <p:spPr>
          <a:xfrm>
            <a:off x="9514602" y="4284921"/>
            <a:ext cx="1622560" cy="523220"/>
          </a:xfrm>
          <a:prstGeom prst="rect">
            <a:avLst/>
          </a:prstGeom>
          <a:noFill/>
        </p:spPr>
        <p:txBody>
          <a:bodyPr wrap="none" rtlCol="0">
            <a:spAutoFit/>
          </a:bodyPr>
          <a:lstStyle/>
          <a:p>
            <a:r>
              <a:rPr lang="en-US" sz="2800" b="1" dirty="0"/>
              <a:t>Series B</a:t>
            </a:r>
          </a:p>
        </p:txBody>
      </p:sp>
      <p:grpSp>
        <p:nvGrpSpPr>
          <p:cNvPr id="2" name="Group 1">
            <a:extLst>
              <a:ext uri="{FF2B5EF4-FFF2-40B4-BE49-F238E27FC236}">
                <a16:creationId xmlns:a16="http://schemas.microsoft.com/office/drawing/2014/main" id="{2C7ED9F2-7957-5E14-DBE5-14F90E93F303}"/>
              </a:ext>
            </a:extLst>
          </p:cNvPr>
          <p:cNvGrpSpPr/>
          <p:nvPr/>
        </p:nvGrpSpPr>
        <p:grpSpPr>
          <a:xfrm>
            <a:off x="8211977" y="5237532"/>
            <a:ext cx="739140" cy="533548"/>
            <a:chOff x="7631787" y="5562452"/>
            <a:chExt cx="739140" cy="533548"/>
          </a:xfrm>
        </p:grpSpPr>
        <p:cxnSp>
          <p:nvCxnSpPr>
            <p:cNvPr id="6" name="Straight Connector 5">
              <a:extLst>
                <a:ext uri="{FF2B5EF4-FFF2-40B4-BE49-F238E27FC236}">
                  <a16:creationId xmlns:a16="http://schemas.microsoft.com/office/drawing/2014/main" id="{03D5E1B3-9CA2-CE9D-C264-36C5C96A249C}"/>
                </a:ext>
              </a:extLst>
            </p:cNvPr>
            <p:cNvCxnSpPr/>
            <p:nvPr/>
          </p:nvCxnSpPr>
          <p:spPr>
            <a:xfrm flipV="1">
              <a:off x="7639050" y="5562452"/>
              <a:ext cx="676275" cy="53354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DA09B6E-D27C-CA29-2FE3-DBCC41888571}"/>
                </a:ext>
              </a:extLst>
            </p:cNvPr>
            <p:cNvSpPr/>
            <p:nvPr/>
          </p:nvSpPr>
          <p:spPr>
            <a:xfrm>
              <a:off x="7631787" y="5876851"/>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B07420C-378C-05CF-43F2-9FB6EAF2A101}"/>
                </a:ext>
              </a:extLst>
            </p:cNvPr>
            <p:cNvSpPr/>
            <p:nvPr/>
          </p:nvSpPr>
          <p:spPr>
            <a:xfrm>
              <a:off x="7946112" y="5867326"/>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68AE4A1-9B11-29B0-D180-9857B8668EEA}"/>
                </a:ext>
              </a:extLst>
            </p:cNvPr>
            <p:cNvSpPr/>
            <p:nvPr/>
          </p:nvSpPr>
          <p:spPr>
            <a:xfrm>
              <a:off x="8041362" y="5667301"/>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B91EA90-1A51-A030-9963-D1976CCFD181}"/>
                </a:ext>
              </a:extLst>
            </p:cNvPr>
            <p:cNvSpPr/>
            <p:nvPr/>
          </p:nvSpPr>
          <p:spPr>
            <a:xfrm>
              <a:off x="8279487" y="5638726"/>
              <a:ext cx="91440" cy="91440"/>
            </a:xfrm>
            <a:prstGeom prst="ellipse">
              <a:avLst/>
            </a:prstGeom>
            <a:solidFill>
              <a:srgbClr val="50E2D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6748BFD2-8DE1-8B9A-ED04-7D2A76A330E7}"/>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2158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Project shifted focus to series B</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28</a:t>
            </a:fld>
            <a:endParaRPr lang="en-GB"/>
          </a:p>
        </p:txBody>
      </p:sp>
      <p:sp>
        <p:nvSpPr>
          <p:cNvPr id="3" name="Content Placeholder 2">
            <a:extLst>
              <a:ext uri="{FF2B5EF4-FFF2-40B4-BE49-F238E27FC236}">
                <a16:creationId xmlns:a16="http://schemas.microsoft.com/office/drawing/2014/main" id="{C44CB3C1-98F5-C17C-4067-3DF6A4885D7D}"/>
              </a:ext>
            </a:extLst>
          </p:cNvPr>
          <p:cNvSpPr>
            <a:spLocks noGrp="1"/>
          </p:cNvSpPr>
          <p:nvPr>
            <p:ph idx="1"/>
          </p:nvPr>
        </p:nvSpPr>
        <p:spPr>
          <a:xfrm>
            <a:off x="604838" y="1084521"/>
            <a:ext cx="11250464" cy="4967029"/>
          </a:xfrm>
        </p:spPr>
        <p:txBody>
          <a:bodyPr/>
          <a:lstStyle/>
          <a:p>
            <a:r>
              <a:rPr lang="en-US" dirty="0"/>
              <a:t>Docking, molecular dynamics, MM-PBSA and </a:t>
            </a:r>
            <a:r>
              <a:rPr lang="en-US" dirty="0" err="1"/>
              <a:t>AmberTI</a:t>
            </a:r>
            <a:r>
              <a:rPr lang="en-US" dirty="0"/>
              <a:t> remained effective tools</a:t>
            </a:r>
          </a:p>
          <a:p>
            <a:pPr lvl="2"/>
            <a:endParaRPr lang="en-GB" sz="2000" dirty="0"/>
          </a:p>
          <a:p>
            <a:pPr marL="0" lvl="2" indent="0">
              <a:buNone/>
            </a:pPr>
            <a:endParaRPr lang="en-US" dirty="0"/>
          </a:p>
        </p:txBody>
      </p:sp>
      <p:pic>
        <p:nvPicPr>
          <p:cNvPr id="7" name="Picture 6" descr="A graph of a number of dots&#10;&#10;Description automatically generated with medium confidence">
            <a:extLst>
              <a:ext uri="{FF2B5EF4-FFF2-40B4-BE49-F238E27FC236}">
                <a16:creationId xmlns:a16="http://schemas.microsoft.com/office/drawing/2014/main" id="{15FF4325-1566-E9E2-C578-9EF0825605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38" y="1879195"/>
            <a:ext cx="5012224" cy="3377679"/>
          </a:xfrm>
          <a:prstGeom prst="rect">
            <a:avLst/>
          </a:prstGeom>
        </p:spPr>
      </p:pic>
      <p:pic>
        <p:nvPicPr>
          <p:cNvPr id="9" name="Picture 8" descr="A graph of a number of red dots&#10;&#10;Description automatically generated">
            <a:extLst>
              <a:ext uri="{FF2B5EF4-FFF2-40B4-BE49-F238E27FC236}">
                <a16:creationId xmlns:a16="http://schemas.microsoft.com/office/drawing/2014/main" id="{B2191105-D49E-F965-E3D1-E42410998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3788" y="1854905"/>
            <a:ext cx="5106525" cy="3426258"/>
          </a:xfrm>
          <a:prstGeom prst="rect">
            <a:avLst/>
          </a:prstGeom>
        </p:spPr>
      </p:pic>
      <p:sp>
        <p:nvSpPr>
          <p:cNvPr id="10" name="TextBox 9">
            <a:extLst>
              <a:ext uri="{FF2B5EF4-FFF2-40B4-BE49-F238E27FC236}">
                <a16:creationId xmlns:a16="http://schemas.microsoft.com/office/drawing/2014/main" id="{0FE09C9D-A4D3-181F-EAF4-B85C9EDC4733}"/>
              </a:ext>
            </a:extLst>
          </p:cNvPr>
          <p:cNvSpPr txBox="1"/>
          <p:nvPr/>
        </p:nvSpPr>
        <p:spPr>
          <a:xfrm>
            <a:off x="10545629" y="5514330"/>
            <a:ext cx="1393330" cy="830997"/>
          </a:xfrm>
          <a:prstGeom prst="rect">
            <a:avLst/>
          </a:prstGeom>
          <a:noFill/>
        </p:spPr>
        <p:txBody>
          <a:bodyPr wrap="none" rtlCol="0">
            <a:spAutoFit/>
          </a:bodyPr>
          <a:lstStyle/>
          <a:p>
            <a:r>
              <a:rPr lang="en-US" sz="1600" dirty="0"/>
              <a:t>N=24</a:t>
            </a:r>
          </a:p>
          <a:p>
            <a:endParaRPr lang="en-US" sz="1600" dirty="0"/>
          </a:p>
          <a:p>
            <a:r>
              <a:rPr lang="en-US" sz="1600" dirty="0"/>
              <a:t>External data</a:t>
            </a:r>
          </a:p>
        </p:txBody>
      </p:sp>
      <p:sp>
        <p:nvSpPr>
          <p:cNvPr id="11" name="TextBox 10">
            <a:extLst>
              <a:ext uri="{FF2B5EF4-FFF2-40B4-BE49-F238E27FC236}">
                <a16:creationId xmlns:a16="http://schemas.microsoft.com/office/drawing/2014/main" id="{00B79894-06B9-73A2-7044-36997B46E59A}"/>
              </a:ext>
            </a:extLst>
          </p:cNvPr>
          <p:cNvSpPr txBox="1"/>
          <p:nvPr/>
        </p:nvSpPr>
        <p:spPr>
          <a:xfrm>
            <a:off x="1868861" y="1481101"/>
            <a:ext cx="3300904" cy="369332"/>
          </a:xfrm>
          <a:prstGeom prst="rect">
            <a:avLst/>
          </a:prstGeom>
          <a:noFill/>
        </p:spPr>
        <p:txBody>
          <a:bodyPr wrap="none" rtlCol="0">
            <a:spAutoFit/>
          </a:bodyPr>
          <a:lstStyle/>
          <a:p>
            <a:r>
              <a:rPr lang="en-US" b="1" i="1" dirty="0"/>
              <a:t>molecular dynamics scoring</a:t>
            </a:r>
          </a:p>
        </p:txBody>
      </p:sp>
      <p:sp>
        <p:nvSpPr>
          <p:cNvPr id="12" name="TextBox 11">
            <a:extLst>
              <a:ext uri="{FF2B5EF4-FFF2-40B4-BE49-F238E27FC236}">
                <a16:creationId xmlns:a16="http://schemas.microsoft.com/office/drawing/2014/main" id="{2261448B-5ED5-40CE-CFAE-80C853C2FB87}"/>
              </a:ext>
            </a:extLst>
          </p:cNvPr>
          <p:cNvSpPr txBox="1"/>
          <p:nvPr/>
        </p:nvSpPr>
        <p:spPr>
          <a:xfrm>
            <a:off x="7823911" y="1509863"/>
            <a:ext cx="2326278" cy="369332"/>
          </a:xfrm>
          <a:prstGeom prst="rect">
            <a:avLst/>
          </a:prstGeom>
          <a:noFill/>
        </p:spPr>
        <p:txBody>
          <a:bodyPr wrap="none" rtlCol="0">
            <a:spAutoFit/>
          </a:bodyPr>
          <a:lstStyle/>
          <a:p>
            <a:r>
              <a:rPr lang="en-US" b="1" i="1" dirty="0"/>
              <a:t>free energy scoring</a:t>
            </a:r>
          </a:p>
        </p:txBody>
      </p:sp>
      <p:sp>
        <p:nvSpPr>
          <p:cNvPr id="13" name="TextBox 12">
            <a:extLst>
              <a:ext uri="{FF2B5EF4-FFF2-40B4-BE49-F238E27FC236}">
                <a16:creationId xmlns:a16="http://schemas.microsoft.com/office/drawing/2014/main" id="{CD3F96D0-D3AB-154B-3226-273E65EDD250}"/>
              </a:ext>
            </a:extLst>
          </p:cNvPr>
          <p:cNvSpPr txBox="1"/>
          <p:nvPr/>
        </p:nvSpPr>
        <p:spPr>
          <a:xfrm>
            <a:off x="9550553" y="4185771"/>
            <a:ext cx="1787669" cy="369332"/>
          </a:xfrm>
          <a:prstGeom prst="rect">
            <a:avLst/>
          </a:prstGeom>
          <a:noFill/>
        </p:spPr>
        <p:txBody>
          <a:bodyPr wrap="none" rtlCol="0">
            <a:spAutoFit/>
          </a:bodyPr>
          <a:lstStyle/>
          <a:p>
            <a:r>
              <a:rPr lang="en-US" dirty="0" err="1"/>
              <a:t>pK</a:t>
            </a:r>
            <a:r>
              <a:rPr lang="en-US" baseline="-25000" dirty="0" err="1"/>
              <a:t>a</a:t>
            </a:r>
            <a:r>
              <a:rPr lang="en-US" dirty="0"/>
              <a:t> modulation</a:t>
            </a:r>
          </a:p>
        </p:txBody>
      </p:sp>
      <p:sp>
        <p:nvSpPr>
          <p:cNvPr id="16" name="Arrow: Right 15">
            <a:extLst>
              <a:ext uri="{FF2B5EF4-FFF2-40B4-BE49-F238E27FC236}">
                <a16:creationId xmlns:a16="http://schemas.microsoft.com/office/drawing/2014/main" id="{1B53E3E7-35F0-573C-4399-03504249677B}"/>
              </a:ext>
            </a:extLst>
          </p:cNvPr>
          <p:cNvSpPr/>
          <p:nvPr/>
        </p:nvSpPr>
        <p:spPr>
          <a:xfrm flipH="1">
            <a:off x="9240693" y="4234170"/>
            <a:ext cx="292608" cy="272534"/>
          </a:xfrm>
          <a:prstGeom prst="rightArrow">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29069BA-7E00-0AFC-0686-9D3D9542E9E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13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761C-28E6-C973-1A46-25018EA930D7}"/>
              </a:ext>
            </a:extLst>
          </p:cNvPr>
          <p:cNvSpPr>
            <a:spLocks noGrp="1"/>
          </p:cNvSpPr>
          <p:nvPr>
            <p:ph type="title"/>
          </p:nvPr>
        </p:nvSpPr>
        <p:spPr>
          <a:xfrm>
            <a:off x="604838" y="311086"/>
            <a:ext cx="11168062" cy="1065278"/>
          </a:xfrm>
        </p:spPr>
        <p:txBody>
          <a:bodyPr/>
          <a:lstStyle/>
          <a:p>
            <a:r>
              <a:rPr lang="en-US" dirty="0"/>
              <a:t>Project shifted focus to series B</a:t>
            </a:r>
          </a:p>
        </p:txBody>
      </p:sp>
      <p:sp>
        <p:nvSpPr>
          <p:cNvPr id="5" name="Slide Number Placeholder 4">
            <a:extLst>
              <a:ext uri="{FF2B5EF4-FFF2-40B4-BE49-F238E27FC236}">
                <a16:creationId xmlns:a16="http://schemas.microsoft.com/office/drawing/2014/main" id="{47F36428-16C6-9543-682C-CEAB85521B5D}"/>
              </a:ext>
            </a:extLst>
          </p:cNvPr>
          <p:cNvSpPr>
            <a:spLocks noGrp="1"/>
          </p:cNvSpPr>
          <p:nvPr>
            <p:ph type="sldNum" sz="quarter" idx="12"/>
          </p:nvPr>
        </p:nvSpPr>
        <p:spPr/>
        <p:txBody>
          <a:bodyPr/>
          <a:lstStyle/>
          <a:p>
            <a:fld id="{03CB0E19-F4C8-4F98-96D2-CE1ECDE59975}" type="slidenum">
              <a:rPr lang="en-GB" smtClean="0"/>
              <a:t>29</a:t>
            </a:fld>
            <a:endParaRPr lang="en-GB"/>
          </a:p>
        </p:txBody>
      </p:sp>
      <p:sp>
        <p:nvSpPr>
          <p:cNvPr id="3" name="Content Placeholder 2">
            <a:extLst>
              <a:ext uri="{FF2B5EF4-FFF2-40B4-BE49-F238E27FC236}">
                <a16:creationId xmlns:a16="http://schemas.microsoft.com/office/drawing/2014/main" id="{C44CB3C1-98F5-C17C-4067-3DF6A4885D7D}"/>
              </a:ext>
            </a:extLst>
          </p:cNvPr>
          <p:cNvSpPr>
            <a:spLocks noGrp="1"/>
          </p:cNvSpPr>
          <p:nvPr>
            <p:ph idx="1"/>
          </p:nvPr>
        </p:nvSpPr>
        <p:spPr>
          <a:xfrm>
            <a:off x="604838" y="1084521"/>
            <a:ext cx="11250464" cy="4967029"/>
          </a:xfrm>
        </p:spPr>
        <p:txBody>
          <a:bodyPr/>
          <a:lstStyle/>
          <a:p>
            <a:r>
              <a:rPr lang="en-US" dirty="0"/>
              <a:t>Evaluation on a larger compounds set</a:t>
            </a:r>
          </a:p>
          <a:p>
            <a:pPr lvl="2"/>
            <a:endParaRPr lang="en-GB" sz="2000" dirty="0"/>
          </a:p>
          <a:p>
            <a:pPr marL="0" lvl="2" indent="0">
              <a:buNone/>
            </a:pPr>
            <a:endParaRPr lang="en-US" dirty="0"/>
          </a:p>
        </p:txBody>
      </p:sp>
      <p:pic>
        <p:nvPicPr>
          <p:cNvPr id="27" name="Picture 26" descr="A graph of green dots&#10;&#10;Description automatically generated">
            <a:extLst>
              <a:ext uri="{FF2B5EF4-FFF2-40B4-BE49-F238E27FC236}">
                <a16:creationId xmlns:a16="http://schemas.microsoft.com/office/drawing/2014/main" id="{F08D256F-06C2-8E25-241E-169BF9F54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38" y="1879195"/>
            <a:ext cx="5012224" cy="3377679"/>
          </a:xfrm>
          <a:prstGeom prst="rect">
            <a:avLst/>
          </a:prstGeom>
        </p:spPr>
      </p:pic>
      <p:pic>
        <p:nvPicPr>
          <p:cNvPr id="29" name="Picture 28" descr="A graph of orange dots&#10;&#10;Description automatically generated">
            <a:extLst>
              <a:ext uri="{FF2B5EF4-FFF2-40B4-BE49-F238E27FC236}">
                <a16:creationId xmlns:a16="http://schemas.microsoft.com/office/drawing/2014/main" id="{E159391E-4DC2-0623-D095-BA9FE6708A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070" y="1879195"/>
            <a:ext cx="5012224" cy="3377679"/>
          </a:xfrm>
          <a:prstGeom prst="rect">
            <a:avLst/>
          </a:prstGeom>
        </p:spPr>
      </p:pic>
      <p:sp>
        <p:nvSpPr>
          <p:cNvPr id="6" name="TextBox 5">
            <a:extLst>
              <a:ext uri="{FF2B5EF4-FFF2-40B4-BE49-F238E27FC236}">
                <a16:creationId xmlns:a16="http://schemas.microsoft.com/office/drawing/2014/main" id="{F5F34838-758D-4BCC-BE11-A8FF1AADEFC2}"/>
              </a:ext>
            </a:extLst>
          </p:cNvPr>
          <p:cNvSpPr txBox="1"/>
          <p:nvPr/>
        </p:nvSpPr>
        <p:spPr>
          <a:xfrm>
            <a:off x="2576188" y="1509863"/>
            <a:ext cx="1069524" cy="369332"/>
          </a:xfrm>
          <a:prstGeom prst="rect">
            <a:avLst/>
          </a:prstGeom>
          <a:noFill/>
        </p:spPr>
        <p:txBody>
          <a:bodyPr wrap="none" rtlCol="0">
            <a:spAutoFit/>
          </a:bodyPr>
          <a:lstStyle/>
          <a:p>
            <a:r>
              <a:rPr lang="en-US" b="1" i="1" dirty="0"/>
              <a:t>docking</a:t>
            </a:r>
          </a:p>
        </p:txBody>
      </p:sp>
      <p:sp>
        <p:nvSpPr>
          <p:cNvPr id="7" name="TextBox 6">
            <a:extLst>
              <a:ext uri="{FF2B5EF4-FFF2-40B4-BE49-F238E27FC236}">
                <a16:creationId xmlns:a16="http://schemas.microsoft.com/office/drawing/2014/main" id="{A26CED49-F12A-5A94-F7C6-88F4CC77879D}"/>
              </a:ext>
            </a:extLst>
          </p:cNvPr>
          <p:cNvSpPr txBox="1"/>
          <p:nvPr/>
        </p:nvSpPr>
        <p:spPr>
          <a:xfrm>
            <a:off x="7433202" y="1509863"/>
            <a:ext cx="3300904" cy="369332"/>
          </a:xfrm>
          <a:prstGeom prst="rect">
            <a:avLst/>
          </a:prstGeom>
          <a:noFill/>
        </p:spPr>
        <p:txBody>
          <a:bodyPr wrap="none" rtlCol="0">
            <a:spAutoFit/>
          </a:bodyPr>
          <a:lstStyle/>
          <a:p>
            <a:r>
              <a:rPr lang="en-US" b="1" i="1" dirty="0"/>
              <a:t>molecular dynamics scoring</a:t>
            </a:r>
          </a:p>
        </p:txBody>
      </p:sp>
      <p:sp>
        <p:nvSpPr>
          <p:cNvPr id="4" name="Rectangle 3">
            <a:extLst>
              <a:ext uri="{FF2B5EF4-FFF2-40B4-BE49-F238E27FC236}">
                <a16:creationId xmlns:a16="http://schemas.microsoft.com/office/drawing/2014/main" id="{5B71A54C-93CA-D6D9-5994-1195C3569889}"/>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9F01BEE-4DA7-A1AC-C255-00565D622FEF}"/>
              </a:ext>
            </a:extLst>
          </p:cNvPr>
          <p:cNvSpPr txBox="1"/>
          <p:nvPr/>
        </p:nvSpPr>
        <p:spPr>
          <a:xfrm>
            <a:off x="10545629" y="5514330"/>
            <a:ext cx="1393330" cy="830997"/>
          </a:xfrm>
          <a:prstGeom prst="rect">
            <a:avLst/>
          </a:prstGeom>
          <a:noFill/>
        </p:spPr>
        <p:txBody>
          <a:bodyPr wrap="none" rtlCol="0">
            <a:spAutoFit/>
          </a:bodyPr>
          <a:lstStyle/>
          <a:p>
            <a:r>
              <a:rPr lang="en-US" sz="1600" dirty="0"/>
              <a:t>N=158</a:t>
            </a:r>
          </a:p>
          <a:p>
            <a:endParaRPr lang="en-US" sz="1600" dirty="0"/>
          </a:p>
          <a:p>
            <a:r>
              <a:rPr lang="en-US" sz="1600" dirty="0"/>
              <a:t>External data</a:t>
            </a:r>
          </a:p>
        </p:txBody>
      </p:sp>
    </p:spTree>
    <p:extLst>
      <p:ext uri="{BB962C8B-B14F-4D97-AF65-F5344CB8AC3E}">
        <p14:creationId xmlns:p14="http://schemas.microsoft.com/office/powerpoint/2010/main" val="1135711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884B-272D-9492-E8A7-BE806EC4B037}"/>
              </a:ext>
            </a:extLst>
          </p:cNvPr>
          <p:cNvSpPr>
            <a:spLocks noGrp="1"/>
          </p:cNvSpPr>
          <p:nvPr>
            <p:ph type="title"/>
          </p:nvPr>
        </p:nvSpPr>
        <p:spPr/>
        <p:txBody>
          <a:bodyPr/>
          <a:lstStyle/>
          <a:p>
            <a:r>
              <a:rPr lang="en-US" dirty="0"/>
              <a:t>Exploration of side-chain position</a:t>
            </a:r>
          </a:p>
        </p:txBody>
      </p:sp>
      <p:sp>
        <p:nvSpPr>
          <p:cNvPr id="5" name="Slide Number Placeholder 4">
            <a:extLst>
              <a:ext uri="{FF2B5EF4-FFF2-40B4-BE49-F238E27FC236}">
                <a16:creationId xmlns:a16="http://schemas.microsoft.com/office/drawing/2014/main" id="{4B178A38-4988-8406-C24F-D351E460F9CD}"/>
              </a:ext>
            </a:extLst>
          </p:cNvPr>
          <p:cNvSpPr>
            <a:spLocks noGrp="1"/>
          </p:cNvSpPr>
          <p:nvPr>
            <p:ph type="sldNum" sz="quarter" idx="12"/>
          </p:nvPr>
        </p:nvSpPr>
        <p:spPr/>
        <p:txBody>
          <a:bodyPr/>
          <a:lstStyle/>
          <a:p>
            <a:fld id="{03CB0E19-F4C8-4F98-96D2-CE1ECDE59975}" type="slidenum">
              <a:rPr lang="en-GB" smtClean="0"/>
              <a:t>30</a:t>
            </a:fld>
            <a:endParaRPr lang="en-GB"/>
          </a:p>
        </p:txBody>
      </p:sp>
      <p:sp>
        <p:nvSpPr>
          <p:cNvPr id="7" name="Content Placeholder 2">
            <a:extLst>
              <a:ext uri="{FF2B5EF4-FFF2-40B4-BE49-F238E27FC236}">
                <a16:creationId xmlns:a16="http://schemas.microsoft.com/office/drawing/2014/main" id="{DCFE6DA8-CD33-CB20-B1E1-6FED00BD381A}"/>
              </a:ext>
            </a:extLst>
          </p:cNvPr>
          <p:cNvSpPr>
            <a:spLocks noGrp="1"/>
          </p:cNvSpPr>
          <p:nvPr>
            <p:ph idx="1"/>
          </p:nvPr>
        </p:nvSpPr>
        <p:spPr>
          <a:xfrm>
            <a:off x="604838" y="1084521"/>
            <a:ext cx="11250464" cy="4967029"/>
          </a:xfrm>
        </p:spPr>
        <p:txBody>
          <a:bodyPr/>
          <a:lstStyle/>
          <a:p>
            <a:r>
              <a:rPr lang="en-US" dirty="0"/>
              <a:t>Potency exploration but also permeability (</a:t>
            </a:r>
            <a:r>
              <a:rPr lang="en-US" dirty="0" err="1"/>
              <a:t>pK</a:t>
            </a:r>
            <a:r>
              <a:rPr lang="en-US" baseline="-25000" dirty="0" err="1"/>
              <a:t>a</a:t>
            </a:r>
            <a:r>
              <a:rPr lang="en-US" dirty="0"/>
              <a:t> modulation, polarity)</a:t>
            </a:r>
          </a:p>
          <a:p>
            <a:pPr lvl="2"/>
            <a:endParaRPr lang="en-GB" sz="2000" dirty="0"/>
          </a:p>
          <a:p>
            <a:pPr marL="0" lvl="2" indent="0">
              <a:buNone/>
            </a:pPr>
            <a:endParaRPr lang="en-US" dirty="0"/>
          </a:p>
        </p:txBody>
      </p:sp>
      <p:sp>
        <p:nvSpPr>
          <p:cNvPr id="8" name="TextBox 7">
            <a:extLst>
              <a:ext uri="{FF2B5EF4-FFF2-40B4-BE49-F238E27FC236}">
                <a16:creationId xmlns:a16="http://schemas.microsoft.com/office/drawing/2014/main" id="{70B635BA-54AE-3628-1E12-AB5D8687E61B}"/>
              </a:ext>
            </a:extLst>
          </p:cNvPr>
          <p:cNvSpPr txBox="1"/>
          <p:nvPr/>
        </p:nvSpPr>
        <p:spPr>
          <a:xfrm>
            <a:off x="3167808" y="2018646"/>
            <a:ext cx="1793950" cy="1200329"/>
          </a:xfrm>
          <a:prstGeom prst="rect">
            <a:avLst/>
          </a:prstGeom>
          <a:solidFill>
            <a:schemeClr val="accent6">
              <a:lumMod val="20000"/>
              <a:lumOff val="80000"/>
            </a:schemeClr>
          </a:solidFill>
        </p:spPr>
        <p:txBody>
          <a:bodyPr wrap="square" rtlCol="0">
            <a:spAutoFit/>
          </a:bodyPr>
          <a:lstStyle/>
          <a:p>
            <a:pPr algn="ctr"/>
            <a:r>
              <a:rPr lang="en-US" dirty="0"/>
              <a:t>Docking with Glide and MCSS constraint</a:t>
            </a:r>
          </a:p>
        </p:txBody>
      </p:sp>
      <p:pic>
        <p:nvPicPr>
          <p:cNvPr id="9" name="Picture 2" descr="@rdkit">
            <a:extLst>
              <a:ext uri="{FF2B5EF4-FFF2-40B4-BE49-F238E27FC236}">
                <a16:creationId xmlns:a16="http://schemas.microsoft.com/office/drawing/2014/main" id="{BEC47199-9FFA-8D79-E908-964125053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20" y="2192179"/>
            <a:ext cx="853263" cy="853263"/>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1CA34C6A-F4DA-529C-0805-F6592712AAC4}"/>
              </a:ext>
            </a:extLst>
          </p:cNvPr>
          <p:cNvSpPr/>
          <p:nvPr/>
        </p:nvSpPr>
        <p:spPr>
          <a:xfrm>
            <a:off x="2716181" y="227122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E9E39932-B8B5-8121-4485-E5E6EA190D67}"/>
              </a:ext>
            </a:extLst>
          </p:cNvPr>
          <p:cNvSpPr/>
          <p:nvPr/>
        </p:nvSpPr>
        <p:spPr>
          <a:xfrm>
            <a:off x="5083776" y="227122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08A05CF-C1CC-B83F-9A5E-5397AE808B65}"/>
              </a:ext>
            </a:extLst>
          </p:cNvPr>
          <p:cNvSpPr txBox="1"/>
          <p:nvPr/>
        </p:nvSpPr>
        <p:spPr>
          <a:xfrm>
            <a:off x="5535403" y="2018646"/>
            <a:ext cx="1903039" cy="1200329"/>
          </a:xfrm>
          <a:prstGeom prst="rect">
            <a:avLst/>
          </a:prstGeom>
          <a:solidFill>
            <a:schemeClr val="accent6">
              <a:lumMod val="20000"/>
              <a:lumOff val="80000"/>
            </a:schemeClr>
          </a:solidFill>
        </p:spPr>
        <p:txBody>
          <a:bodyPr wrap="square" rtlCol="0">
            <a:spAutoFit/>
          </a:bodyPr>
          <a:lstStyle/>
          <a:p>
            <a:pPr algn="ctr"/>
            <a:r>
              <a:rPr lang="en-US" dirty="0"/>
              <a:t>Short MD simulation (RMSD, </a:t>
            </a:r>
          </a:p>
          <a:p>
            <a:pPr algn="ctr"/>
            <a:r>
              <a:rPr lang="en-US" dirty="0"/>
              <a:t>MM-PBSA)</a:t>
            </a:r>
          </a:p>
        </p:txBody>
      </p:sp>
      <p:sp>
        <p:nvSpPr>
          <p:cNvPr id="18" name="TextBox 17">
            <a:extLst>
              <a:ext uri="{FF2B5EF4-FFF2-40B4-BE49-F238E27FC236}">
                <a16:creationId xmlns:a16="http://schemas.microsoft.com/office/drawing/2014/main" id="{347506AF-7FA8-1A3D-2C90-650E6347AD96}"/>
              </a:ext>
            </a:extLst>
          </p:cNvPr>
          <p:cNvSpPr txBox="1"/>
          <p:nvPr/>
        </p:nvSpPr>
        <p:spPr>
          <a:xfrm>
            <a:off x="3783296" y="1625914"/>
            <a:ext cx="562975" cy="307777"/>
          </a:xfrm>
          <a:prstGeom prst="rect">
            <a:avLst/>
          </a:prstGeom>
          <a:solidFill>
            <a:schemeClr val="bg1"/>
          </a:solidFill>
        </p:spPr>
        <p:txBody>
          <a:bodyPr wrap="none" rtlCol="0">
            <a:spAutoFit/>
          </a:bodyPr>
          <a:lstStyle/>
          <a:p>
            <a:r>
              <a:rPr lang="en-US" sz="1400" b="1" dirty="0"/>
              <a:t>18 K</a:t>
            </a:r>
          </a:p>
        </p:txBody>
      </p:sp>
      <p:sp>
        <p:nvSpPr>
          <p:cNvPr id="21" name="TextBox 20">
            <a:extLst>
              <a:ext uri="{FF2B5EF4-FFF2-40B4-BE49-F238E27FC236}">
                <a16:creationId xmlns:a16="http://schemas.microsoft.com/office/drawing/2014/main" id="{9539CE7A-6D3F-2AA6-B673-C242DD089BD4}"/>
              </a:ext>
            </a:extLst>
          </p:cNvPr>
          <p:cNvSpPr txBox="1"/>
          <p:nvPr/>
        </p:nvSpPr>
        <p:spPr>
          <a:xfrm>
            <a:off x="6255128" y="1637074"/>
            <a:ext cx="463588" cy="307777"/>
          </a:xfrm>
          <a:prstGeom prst="rect">
            <a:avLst/>
          </a:prstGeom>
          <a:solidFill>
            <a:schemeClr val="bg1"/>
          </a:solidFill>
        </p:spPr>
        <p:txBody>
          <a:bodyPr wrap="none" rtlCol="0">
            <a:spAutoFit/>
          </a:bodyPr>
          <a:lstStyle/>
          <a:p>
            <a:r>
              <a:rPr lang="en-US" sz="1400" b="1" dirty="0"/>
              <a:t>2 K</a:t>
            </a:r>
          </a:p>
        </p:txBody>
      </p:sp>
      <p:sp>
        <p:nvSpPr>
          <p:cNvPr id="22" name="TextBox 21">
            <a:extLst>
              <a:ext uri="{FF2B5EF4-FFF2-40B4-BE49-F238E27FC236}">
                <a16:creationId xmlns:a16="http://schemas.microsoft.com/office/drawing/2014/main" id="{636E1404-7C59-CCB9-B365-8341570BAF6C}"/>
              </a:ext>
            </a:extLst>
          </p:cNvPr>
          <p:cNvSpPr txBox="1"/>
          <p:nvPr/>
        </p:nvSpPr>
        <p:spPr>
          <a:xfrm>
            <a:off x="8869747" y="1625914"/>
            <a:ext cx="463588" cy="307777"/>
          </a:xfrm>
          <a:prstGeom prst="rect">
            <a:avLst/>
          </a:prstGeom>
          <a:solidFill>
            <a:schemeClr val="bg1"/>
          </a:solidFill>
        </p:spPr>
        <p:txBody>
          <a:bodyPr wrap="none" rtlCol="0">
            <a:spAutoFit/>
          </a:bodyPr>
          <a:lstStyle/>
          <a:p>
            <a:r>
              <a:rPr lang="en-US" sz="1400" b="1" dirty="0"/>
              <a:t>2 K</a:t>
            </a:r>
          </a:p>
        </p:txBody>
      </p:sp>
      <p:sp>
        <p:nvSpPr>
          <p:cNvPr id="23" name="Arrow: Right 22">
            <a:extLst>
              <a:ext uri="{FF2B5EF4-FFF2-40B4-BE49-F238E27FC236}">
                <a16:creationId xmlns:a16="http://schemas.microsoft.com/office/drawing/2014/main" id="{14209FF3-FC83-3E02-F069-BC5C1A4FE03D}"/>
              </a:ext>
            </a:extLst>
          </p:cNvPr>
          <p:cNvSpPr/>
          <p:nvPr/>
        </p:nvSpPr>
        <p:spPr>
          <a:xfrm>
            <a:off x="7560460" y="227122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C2117A7-87D0-29B9-000F-D4A8CF290CC7}"/>
              </a:ext>
            </a:extLst>
          </p:cNvPr>
          <p:cNvSpPr txBox="1"/>
          <p:nvPr/>
        </p:nvSpPr>
        <p:spPr>
          <a:xfrm>
            <a:off x="8083702" y="2018646"/>
            <a:ext cx="2035678" cy="1200329"/>
          </a:xfrm>
          <a:prstGeom prst="rect">
            <a:avLst/>
          </a:prstGeom>
          <a:solidFill>
            <a:schemeClr val="accent3">
              <a:lumMod val="20000"/>
              <a:lumOff val="80000"/>
            </a:schemeClr>
          </a:solidFill>
        </p:spPr>
        <p:txBody>
          <a:bodyPr wrap="square" rtlCol="0">
            <a:spAutoFit/>
          </a:bodyPr>
          <a:lstStyle/>
          <a:p>
            <a:pPr algn="ctr"/>
            <a:r>
              <a:rPr lang="en-US" dirty="0"/>
              <a:t>Can we sample best predicted binders with </a:t>
            </a:r>
            <a:r>
              <a:rPr lang="en-US" dirty="0" err="1"/>
              <a:t>AmberTI</a:t>
            </a:r>
            <a:r>
              <a:rPr lang="en-US" dirty="0"/>
              <a:t>?</a:t>
            </a:r>
          </a:p>
        </p:txBody>
      </p:sp>
      <p:sp>
        <p:nvSpPr>
          <p:cNvPr id="10" name="TextBox 9">
            <a:extLst>
              <a:ext uri="{FF2B5EF4-FFF2-40B4-BE49-F238E27FC236}">
                <a16:creationId xmlns:a16="http://schemas.microsoft.com/office/drawing/2014/main" id="{4999F905-17DD-86B8-8368-53C2CE6F7CBE}"/>
              </a:ext>
            </a:extLst>
          </p:cNvPr>
          <p:cNvSpPr txBox="1"/>
          <p:nvPr/>
        </p:nvSpPr>
        <p:spPr>
          <a:xfrm>
            <a:off x="889714" y="2295645"/>
            <a:ext cx="1704449" cy="646331"/>
          </a:xfrm>
          <a:prstGeom prst="rect">
            <a:avLst/>
          </a:prstGeom>
          <a:solidFill>
            <a:schemeClr val="accent6">
              <a:lumMod val="20000"/>
              <a:lumOff val="80000"/>
            </a:schemeClr>
          </a:solidFill>
        </p:spPr>
        <p:txBody>
          <a:bodyPr wrap="square" rtlCol="0">
            <a:spAutoFit/>
          </a:bodyPr>
          <a:lstStyle/>
          <a:p>
            <a:pPr algn="ctr"/>
            <a:r>
              <a:rPr lang="en-US" dirty="0"/>
              <a:t>Enumerate all alcohols</a:t>
            </a:r>
          </a:p>
        </p:txBody>
      </p:sp>
      <p:sp>
        <p:nvSpPr>
          <p:cNvPr id="29" name="TextBox 28">
            <a:extLst>
              <a:ext uri="{FF2B5EF4-FFF2-40B4-BE49-F238E27FC236}">
                <a16:creationId xmlns:a16="http://schemas.microsoft.com/office/drawing/2014/main" id="{64CACE72-4939-9AC2-699C-2760AF0D0006}"/>
              </a:ext>
            </a:extLst>
          </p:cNvPr>
          <p:cNvSpPr txBox="1"/>
          <p:nvPr/>
        </p:nvSpPr>
        <p:spPr>
          <a:xfrm>
            <a:off x="8083702" y="4173597"/>
            <a:ext cx="2035678" cy="923330"/>
          </a:xfrm>
          <a:prstGeom prst="rect">
            <a:avLst/>
          </a:prstGeom>
          <a:solidFill>
            <a:srgbClr val="00EA6A"/>
          </a:solidFill>
        </p:spPr>
        <p:txBody>
          <a:bodyPr wrap="square" rtlCol="0">
            <a:spAutoFit/>
          </a:bodyPr>
          <a:lstStyle/>
          <a:p>
            <a:pPr algn="ctr"/>
            <a:r>
              <a:rPr lang="en-US" dirty="0"/>
              <a:t>Active learning free energy protocol</a:t>
            </a:r>
          </a:p>
        </p:txBody>
      </p:sp>
      <p:sp>
        <p:nvSpPr>
          <p:cNvPr id="30" name="Arrow: Right 29">
            <a:extLst>
              <a:ext uri="{FF2B5EF4-FFF2-40B4-BE49-F238E27FC236}">
                <a16:creationId xmlns:a16="http://schemas.microsoft.com/office/drawing/2014/main" id="{B05414A0-5FDC-CAC0-03C2-9EDCBB5F6433}"/>
              </a:ext>
            </a:extLst>
          </p:cNvPr>
          <p:cNvSpPr/>
          <p:nvPr/>
        </p:nvSpPr>
        <p:spPr>
          <a:xfrm rot="5400000">
            <a:off x="8936736" y="3368174"/>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5E29619-D28F-4E53-03E7-358224B51E08}"/>
              </a:ext>
            </a:extLst>
          </p:cNvPr>
          <p:cNvSpPr/>
          <p:nvPr/>
        </p:nvSpPr>
        <p:spPr>
          <a:xfrm>
            <a:off x="4016355" y="4054947"/>
            <a:ext cx="956931" cy="53162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611F246A-CB1B-6CAF-4123-04C80B94A1BB}"/>
              </a:ext>
            </a:extLst>
          </p:cNvPr>
          <p:cNvSpPr/>
          <p:nvPr/>
        </p:nvSpPr>
        <p:spPr>
          <a:xfrm rot="1009112">
            <a:off x="3808056" y="3609881"/>
            <a:ext cx="467832" cy="409353"/>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5" name="Table 34">
            <a:extLst>
              <a:ext uri="{FF2B5EF4-FFF2-40B4-BE49-F238E27FC236}">
                <a16:creationId xmlns:a16="http://schemas.microsoft.com/office/drawing/2014/main" id="{F6EA9952-E258-8905-95B7-6B5AA3BEAC12}"/>
              </a:ext>
            </a:extLst>
          </p:cNvPr>
          <p:cNvGraphicFramePr>
            <a:graphicFrameLocks noGrp="1"/>
          </p:cNvGraphicFramePr>
          <p:nvPr>
            <p:extLst>
              <p:ext uri="{D42A27DB-BD31-4B8C-83A1-F6EECF244321}">
                <p14:modId xmlns:p14="http://schemas.microsoft.com/office/powerpoint/2010/main" val="95308940"/>
              </p:ext>
            </p:extLst>
          </p:nvPr>
        </p:nvGraphicFramePr>
        <p:xfrm>
          <a:off x="403599" y="4689270"/>
          <a:ext cx="5284381" cy="1112520"/>
        </p:xfrm>
        <a:graphic>
          <a:graphicData uri="http://schemas.openxmlformats.org/drawingml/2006/table">
            <a:tbl>
              <a:tblPr firstRow="1" bandRow="1">
                <a:tableStyleId>{5C22544A-7EE6-4342-B048-85BDC9FD1C3A}</a:tableStyleId>
              </a:tblPr>
              <a:tblGrid>
                <a:gridCol w="2785729">
                  <a:extLst>
                    <a:ext uri="{9D8B030D-6E8A-4147-A177-3AD203B41FA5}">
                      <a16:colId xmlns:a16="http://schemas.microsoft.com/office/drawing/2014/main" val="2417892230"/>
                    </a:ext>
                  </a:extLst>
                </a:gridCol>
                <a:gridCol w="2498652">
                  <a:extLst>
                    <a:ext uri="{9D8B030D-6E8A-4147-A177-3AD203B41FA5}">
                      <a16:colId xmlns:a16="http://schemas.microsoft.com/office/drawing/2014/main" val="1763196256"/>
                    </a:ext>
                  </a:extLst>
                </a:gridCol>
              </a:tblGrid>
              <a:tr h="370840">
                <a:tc>
                  <a:txBody>
                    <a:bodyPr/>
                    <a:lstStyle/>
                    <a:p>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Reference</a:t>
                      </a:r>
                    </a:p>
                  </a:txBody>
                  <a:tcPr/>
                </a:tc>
                <a:extLst>
                  <a:ext uri="{0D108BD9-81ED-4DB2-BD59-A6C34878D82A}">
                    <a16:rowId xmlns:a16="http://schemas.microsoft.com/office/drawing/2014/main" val="1912464815"/>
                  </a:ext>
                </a:extLst>
              </a:tr>
              <a:tr h="370840">
                <a:tc>
                  <a:txBody>
                    <a:bodyPr/>
                    <a:lstStyle/>
                    <a:p>
                      <a:r>
                        <a:rPr lang="en-US" sz="1600" b="1" dirty="0"/>
                        <a:t>Potency</a:t>
                      </a:r>
                    </a:p>
                  </a:txBody>
                  <a:tcPr/>
                </a:tc>
                <a:tc>
                  <a:txBody>
                    <a:bodyPr/>
                    <a:lstStyle/>
                    <a:p>
                      <a:pPr algn="ctr"/>
                      <a:r>
                        <a:rPr lang="en-US" sz="1600" dirty="0"/>
                        <a:t>Single digit </a:t>
                      </a:r>
                      <a:r>
                        <a:rPr lang="en-US" sz="1600" dirty="0" err="1"/>
                        <a:t>nM</a:t>
                      </a:r>
                      <a:endParaRPr lang="en-US" sz="1600" dirty="0"/>
                    </a:p>
                  </a:txBody>
                  <a:tcPr anchor="ctr"/>
                </a:tc>
                <a:extLst>
                  <a:ext uri="{0D108BD9-81ED-4DB2-BD59-A6C34878D82A}">
                    <a16:rowId xmlns:a16="http://schemas.microsoft.com/office/drawing/2014/main" val="1284314069"/>
                  </a:ext>
                </a:extLst>
              </a:tr>
              <a:tr h="370840">
                <a:tc>
                  <a:txBody>
                    <a:bodyPr/>
                    <a:lstStyle/>
                    <a:p>
                      <a:r>
                        <a:rPr lang="en-US" sz="1600" b="1" dirty="0"/>
                        <a:t>MDCK-LE P</a:t>
                      </a:r>
                      <a:r>
                        <a:rPr lang="en-US" sz="1600" b="1" baseline="-25000" dirty="0"/>
                        <a:t>app</a:t>
                      </a:r>
                      <a:r>
                        <a:rPr lang="en-US" sz="1600" b="1" dirty="0"/>
                        <a:t> (cm/s x 10</a:t>
                      </a:r>
                      <a:r>
                        <a:rPr lang="en-US" sz="1600" b="1" baseline="30000" dirty="0"/>
                        <a:t>-6</a:t>
                      </a:r>
                      <a:r>
                        <a:rPr lang="en-US" sz="1600" b="1" dirty="0"/>
                        <a:t>)</a:t>
                      </a:r>
                    </a:p>
                  </a:txBody>
                  <a:tcPr/>
                </a:tc>
                <a:tc>
                  <a:txBody>
                    <a:bodyPr/>
                    <a:lstStyle/>
                    <a:p>
                      <a:pPr algn="ctr"/>
                      <a:r>
                        <a:rPr lang="en-US" sz="1600" dirty="0"/>
                        <a:t>1.9</a:t>
                      </a:r>
                    </a:p>
                  </a:txBody>
                  <a:tcPr anchor="ctr"/>
                </a:tc>
                <a:extLst>
                  <a:ext uri="{0D108BD9-81ED-4DB2-BD59-A6C34878D82A}">
                    <a16:rowId xmlns:a16="http://schemas.microsoft.com/office/drawing/2014/main" val="2949211910"/>
                  </a:ext>
                </a:extLst>
              </a:tr>
            </a:tbl>
          </a:graphicData>
        </a:graphic>
      </p:graphicFrame>
      <p:sp>
        <p:nvSpPr>
          <p:cNvPr id="36" name="TextBox 35">
            <a:extLst>
              <a:ext uri="{FF2B5EF4-FFF2-40B4-BE49-F238E27FC236}">
                <a16:creationId xmlns:a16="http://schemas.microsoft.com/office/drawing/2014/main" id="{690392BE-B76A-3BE8-66B6-3F5EC0CFA9A7}"/>
              </a:ext>
            </a:extLst>
          </p:cNvPr>
          <p:cNvSpPr txBox="1"/>
          <p:nvPr/>
        </p:nvSpPr>
        <p:spPr>
          <a:xfrm>
            <a:off x="2849086" y="3577504"/>
            <a:ext cx="1117614" cy="338554"/>
          </a:xfrm>
          <a:prstGeom prst="rect">
            <a:avLst/>
          </a:prstGeom>
          <a:noFill/>
        </p:spPr>
        <p:txBody>
          <a:bodyPr wrap="none" rtlCol="0">
            <a:spAutoFit/>
          </a:bodyPr>
          <a:lstStyle/>
          <a:p>
            <a:r>
              <a:rPr lang="en-US" sz="1600" i="1" dirty="0"/>
              <a:t>side-chain</a:t>
            </a:r>
          </a:p>
        </p:txBody>
      </p:sp>
      <p:sp>
        <p:nvSpPr>
          <p:cNvPr id="3" name="Rectangle 2">
            <a:extLst>
              <a:ext uri="{FF2B5EF4-FFF2-40B4-BE49-F238E27FC236}">
                <a16:creationId xmlns:a16="http://schemas.microsoft.com/office/drawing/2014/main" id="{D3BE3A4C-8B8D-E9CC-1184-4E8F6BCDCB9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306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7B01B0-BC0C-19CD-FB89-415351D64110}"/>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1884B-272D-9492-E8A7-BE806EC4B037}"/>
              </a:ext>
            </a:extLst>
          </p:cNvPr>
          <p:cNvSpPr>
            <a:spLocks noGrp="1"/>
          </p:cNvSpPr>
          <p:nvPr>
            <p:ph type="title"/>
          </p:nvPr>
        </p:nvSpPr>
        <p:spPr/>
        <p:txBody>
          <a:bodyPr/>
          <a:lstStyle/>
          <a:p>
            <a:r>
              <a:rPr lang="en-US" dirty="0"/>
              <a:t>Exploration of side-chain position</a:t>
            </a:r>
          </a:p>
        </p:txBody>
      </p:sp>
      <p:sp>
        <p:nvSpPr>
          <p:cNvPr id="5" name="Slide Number Placeholder 4">
            <a:extLst>
              <a:ext uri="{FF2B5EF4-FFF2-40B4-BE49-F238E27FC236}">
                <a16:creationId xmlns:a16="http://schemas.microsoft.com/office/drawing/2014/main" id="{4B178A38-4988-8406-C24F-D351E460F9CD}"/>
              </a:ext>
            </a:extLst>
          </p:cNvPr>
          <p:cNvSpPr>
            <a:spLocks noGrp="1"/>
          </p:cNvSpPr>
          <p:nvPr>
            <p:ph type="sldNum" sz="quarter" idx="12"/>
          </p:nvPr>
        </p:nvSpPr>
        <p:spPr/>
        <p:txBody>
          <a:bodyPr/>
          <a:lstStyle/>
          <a:p>
            <a:fld id="{03CB0E19-F4C8-4F98-96D2-CE1ECDE59975}" type="slidenum">
              <a:rPr lang="en-GB" smtClean="0"/>
              <a:t>31</a:t>
            </a:fld>
            <a:endParaRPr lang="en-GB"/>
          </a:p>
        </p:txBody>
      </p:sp>
      <p:sp>
        <p:nvSpPr>
          <p:cNvPr id="7" name="Content Placeholder 2">
            <a:extLst>
              <a:ext uri="{FF2B5EF4-FFF2-40B4-BE49-F238E27FC236}">
                <a16:creationId xmlns:a16="http://schemas.microsoft.com/office/drawing/2014/main" id="{DCFE6DA8-CD33-CB20-B1E1-6FED00BD381A}"/>
              </a:ext>
            </a:extLst>
          </p:cNvPr>
          <p:cNvSpPr>
            <a:spLocks noGrp="1"/>
          </p:cNvSpPr>
          <p:nvPr>
            <p:ph idx="1"/>
          </p:nvPr>
        </p:nvSpPr>
        <p:spPr>
          <a:xfrm>
            <a:off x="604838" y="1084521"/>
            <a:ext cx="11250464" cy="4967029"/>
          </a:xfrm>
        </p:spPr>
        <p:txBody>
          <a:bodyPr/>
          <a:lstStyle/>
          <a:p>
            <a:r>
              <a:rPr lang="en-US" dirty="0"/>
              <a:t>Active learning relative binding free energy</a:t>
            </a:r>
          </a:p>
          <a:p>
            <a:pPr lvl="2"/>
            <a:endParaRPr lang="en-GB" sz="2000" dirty="0"/>
          </a:p>
          <a:p>
            <a:pPr marL="0" lvl="2" indent="0">
              <a:buNone/>
            </a:pPr>
            <a:endParaRPr lang="en-US" dirty="0"/>
          </a:p>
        </p:txBody>
      </p:sp>
      <p:sp>
        <p:nvSpPr>
          <p:cNvPr id="11" name="TextBox 10">
            <a:extLst>
              <a:ext uri="{FF2B5EF4-FFF2-40B4-BE49-F238E27FC236}">
                <a16:creationId xmlns:a16="http://schemas.microsoft.com/office/drawing/2014/main" id="{363EB10B-8E91-CB95-9F2F-032FDB593DDE}"/>
              </a:ext>
            </a:extLst>
          </p:cNvPr>
          <p:cNvSpPr txBox="1"/>
          <p:nvPr/>
        </p:nvSpPr>
        <p:spPr>
          <a:xfrm>
            <a:off x="3887729" y="2069515"/>
            <a:ext cx="3529574" cy="400110"/>
          </a:xfrm>
          <a:prstGeom prst="rect">
            <a:avLst/>
          </a:prstGeom>
          <a:solidFill>
            <a:schemeClr val="bg1">
              <a:lumMod val="95000"/>
            </a:schemeClr>
          </a:solidFill>
          <a:ln w="28575">
            <a:solidFill>
              <a:schemeClr val="bg1">
                <a:lumMod val="6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Run 30-40 RBFE</a:t>
            </a:r>
          </a:p>
        </p:txBody>
      </p:sp>
      <p:sp>
        <p:nvSpPr>
          <p:cNvPr id="16" name="TextBox 15">
            <a:extLst>
              <a:ext uri="{FF2B5EF4-FFF2-40B4-BE49-F238E27FC236}">
                <a16:creationId xmlns:a16="http://schemas.microsoft.com/office/drawing/2014/main" id="{03DE0158-A0A4-4763-9283-E3D4F334E255}"/>
              </a:ext>
            </a:extLst>
          </p:cNvPr>
          <p:cNvSpPr txBox="1"/>
          <p:nvPr/>
        </p:nvSpPr>
        <p:spPr>
          <a:xfrm>
            <a:off x="2651592" y="4673779"/>
            <a:ext cx="4765711" cy="400110"/>
          </a:xfrm>
          <a:prstGeom prst="rect">
            <a:avLst/>
          </a:prstGeom>
          <a:solidFill>
            <a:schemeClr val="bg1">
              <a:lumMod val="95000"/>
            </a:schemeClr>
          </a:solidFill>
          <a:ln w="28575">
            <a:solidFill>
              <a:schemeClr val="bg1">
                <a:lumMod val="6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Select top candidates</a:t>
            </a:r>
          </a:p>
        </p:txBody>
      </p:sp>
      <p:sp>
        <p:nvSpPr>
          <p:cNvPr id="19" name="Arrow: Bent 18">
            <a:extLst>
              <a:ext uri="{FF2B5EF4-FFF2-40B4-BE49-F238E27FC236}">
                <a16:creationId xmlns:a16="http://schemas.microsoft.com/office/drawing/2014/main" id="{61517128-B5F3-04D7-2B06-5812B7BE1112}"/>
              </a:ext>
            </a:extLst>
          </p:cNvPr>
          <p:cNvSpPr/>
          <p:nvPr/>
        </p:nvSpPr>
        <p:spPr>
          <a:xfrm>
            <a:off x="2880261" y="2069515"/>
            <a:ext cx="836021" cy="2379990"/>
          </a:xfrm>
          <a:prstGeom prst="bentArrow">
            <a:avLst/>
          </a:prstGeom>
          <a:solidFill>
            <a:srgbClr val="0460A9"/>
          </a:solidFill>
          <a:ln>
            <a:solidFill>
              <a:srgbClr val="0460A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43345C0A-C6B7-4963-3672-46319BFF351C}"/>
              </a:ext>
            </a:extLst>
          </p:cNvPr>
          <p:cNvSpPr txBox="1"/>
          <p:nvPr/>
        </p:nvSpPr>
        <p:spPr>
          <a:xfrm>
            <a:off x="8742752" y="2016846"/>
            <a:ext cx="3068469" cy="646331"/>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AmberTI</a:t>
            </a:r>
            <a:r>
              <a:rPr lang="en-US" b="1" dirty="0">
                <a:latin typeface="Arial" panose="020B0604020202020204" pitchFamily="34" charset="0"/>
                <a:cs typeface="Arial" panose="020B0604020202020204" pitchFamily="34" charset="0"/>
              </a:rPr>
              <a:t> RBFE</a:t>
            </a:r>
          </a:p>
          <a:p>
            <a:r>
              <a:rPr lang="en-US" i="1" dirty="0">
                <a:latin typeface="Arial" panose="020B0604020202020204" pitchFamily="34" charset="0"/>
                <a:cs typeface="Arial" panose="020B0604020202020204" pitchFamily="34" charset="0"/>
              </a:rPr>
              <a:t>Star map, 9 </a:t>
            </a:r>
            <a:r>
              <a:rPr lang="el-GR" i="1" dirty="0">
                <a:latin typeface="Arial" panose="020B0604020202020204" pitchFamily="34" charset="0"/>
                <a:cs typeface="Arial" panose="020B0604020202020204" pitchFamily="34" charset="0"/>
              </a:rPr>
              <a:t>λ</a:t>
            </a:r>
            <a:r>
              <a:rPr lang="en-US" i="1" dirty="0">
                <a:latin typeface="Arial" panose="020B0604020202020204" pitchFamily="34" charset="0"/>
                <a:cs typeface="Arial" panose="020B0604020202020204" pitchFamily="34" charset="0"/>
              </a:rPr>
              <a:t> windows, 5 ns</a:t>
            </a:r>
          </a:p>
        </p:txBody>
      </p:sp>
      <p:sp>
        <p:nvSpPr>
          <p:cNvPr id="26" name="TextBox 25">
            <a:extLst>
              <a:ext uri="{FF2B5EF4-FFF2-40B4-BE49-F238E27FC236}">
                <a16:creationId xmlns:a16="http://schemas.microsoft.com/office/drawing/2014/main" id="{AC18A14B-B98C-41BB-9D66-31DB95A12813}"/>
              </a:ext>
            </a:extLst>
          </p:cNvPr>
          <p:cNvSpPr txBox="1"/>
          <p:nvPr/>
        </p:nvSpPr>
        <p:spPr>
          <a:xfrm>
            <a:off x="8440455" y="4916388"/>
            <a:ext cx="1877437"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Random Forest</a:t>
            </a:r>
            <a:endParaRPr lang="en-US"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2D descriptors</a:t>
            </a:r>
          </a:p>
        </p:txBody>
      </p:sp>
      <p:sp>
        <p:nvSpPr>
          <p:cNvPr id="27" name="TextBox 26">
            <a:extLst>
              <a:ext uri="{FF2B5EF4-FFF2-40B4-BE49-F238E27FC236}">
                <a16:creationId xmlns:a16="http://schemas.microsoft.com/office/drawing/2014/main" id="{0419B87C-2D27-C190-934F-5C842F4346AD}"/>
              </a:ext>
            </a:extLst>
          </p:cNvPr>
          <p:cNvSpPr txBox="1"/>
          <p:nvPr/>
        </p:nvSpPr>
        <p:spPr>
          <a:xfrm>
            <a:off x="1106942" y="2812733"/>
            <a:ext cx="1796709" cy="923330"/>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Balance exploration &amp; exploitation</a:t>
            </a:r>
            <a:endParaRPr lang="en-US" i="1"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F979EBFE-5B6A-1316-3355-674B2C49918F}"/>
              </a:ext>
            </a:extLst>
          </p:cNvPr>
          <p:cNvSpPr txBox="1"/>
          <p:nvPr/>
        </p:nvSpPr>
        <p:spPr>
          <a:xfrm>
            <a:off x="7588750" y="3185389"/>
            <a:ext cx="2172757" cy="707886"/>
          </a:xfrm>
          <a:prstGeom prst="rect">
            <a:avLst/>
          </a:prstGeom>
          <a:solidFill>
            <a:schemeClr val="bg1">
              <a:lumMod val="95000"/>
            </a:schemeClr>
          </a:solidFill>
          <a:ln w="28575">
            <a:solidFill>
              <a:schemeClr val="bg1">
                <a:lumMod val="6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ML model on ∆∆G prediction</a:t>
            </a:r>
          </a:p>
        </p:txBody>
      </p:sp>
      <p:sp>
        <p:nvSpPr>
          <p:cNvPr id="3" name="Arrow: Bent 2">
            <a:extLst>
              <a:ext uri="{FF2B5EF4-FFF2-40B4-BE49-F238E27FC236}">
                <a16:creationId xmlns:a16="http://schemas.microsoft.com/office/drawing/2014/main" id="{E207F118-29E6-06B1-5EA6-C01B08EAFBC1}"/>
              </a:ext>
            </a:extLst>
          </p:cNvPr>
          <p:cNvSpPr/>
          <p:nvPr/>
        </p:nvSpPr>
        <p:spPr>
          <a:xfrm rot="5400000">
            <a:off x="7662017" y="2076532"/>
            <a:ext cx="836021" cy="982555"/>
          </a:xfrm>
          <a:prstGeom prst="bentArrow">
            <a:avLst/>
          </a:prstGeom>
          <a:solidFill>
            <a:srgbClr val="0460A9"/>
          </a:solidFill>
          <a:ln>
            <a:solidFill>
              <a:srgbClr val="0460A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solidFill>
                <a:schemeClr val="tx1"/>
              </a:solidFill>
            </a:endParaRPr>
          </a:p>
        </p:txBody>
      </p:sp>
      <p:sp>
        <p:nvSpPr>
          <p:cNvPr id="6" name="Arrow: Bent 5">
            <a:extLst>
              <a:ext uri="{FF2B5EF4-FFF2-40B4-BE49-F238E27FC236}">
                <a16:creationId xmlns:a16="http://schemas.microsoft.com/office/drawing/2014/main" id="{0FABD4DC-CC8B-22AB-AB1C-0DA4317584FD}"/>
              </a:ext>
            </a:extLst>
          </p:cNvPr>
          <p:cNvSpPr/>
          <p:nvPr/>
        </p:nvSpPr>
        <p:spPr>
          <a:xfrm rot="10800000">
            <a:off x="7623823" y="4091333"/>
            <a:ext cx="836021" cy="982555"/>
          </a:xfrm>
          <a:prstGeom prst="bentArrow">
            <a:avLst/>
          </a:prstGeom>
          <a:solidFill>
            <a:srgbClr val="0460A9"/>
          </a:solidFill>
          <a:ln>
            <a:solidFill>
              <a:srgbClr val="0460A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Rectangle 3">
            <a:extLst>
              <a:ext uri="{FF2B5EF4-FFF2-40B4-BE49-F238E27FC236}">
                <a16:creationId xmlns:a16="http://schemas.microsoft.com/office/drawing/2014/main" id="{BB83FCBB-FA13-AC1D-C815-F6AE8E66D0AD}"/>
              </a:ext>
            </a:extLst>
          </p:cNvPr>
          <p:cNvSpPr/>
          <p:nvPr/>
        </p:nvSpPr>
        <p:spPr>
          <a:xfrm>
            <a:off x="6235907" y="6356498"/>
            <a:ext cx="5162550" cy="322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Thompson </a:t>
            </a:r>
            <a:r>
              <a:rPr lang="en-US" sz="1400" i="1" dirty="0">
                <a:solidFill>
                  <a:schemeClr val="tx1"/>
                </a:solidFill>
              </a:rPr>
              <a:t>et al</a:t>
            </a:r>
            <a:r>
              <a:rPr lang="en-US" sz="1400" dirty="0">
                <a:solidFill>
                  <a:schemeClr val="tx1"/>
                </a:solidFill>
              </a:rPr>
              <a:t>, Artificial Intelligence in the Life Sciences, 2022</a:t>
            </a:r>
          </a:p>
        </p:txBody>
      </p:sp>
    </p:spTree>
    <p:extLst>
      <p:ext uri="{BB962C8B-B14F-4D97-AF65-F5344CB8AC3E}">
        <p14:creationId xmlns:p14="http://schemas.microsoft.com/office/powerpoint/2010/main" val="127513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AEA24F-36CF-17A1-B8DE-E390634584F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1884B-272D-9492-E8A7-BE806EC4B037}"/>
              </a:ext>
            </a:extLst>
          </p:cNvPr>
          <p:cNvSpPr>
            <a:spLocks noGrp="1"/>
          </p:cNvSpPr>
          <p:nvPr>
            <p:ph type="title"/>
          </p:nvPr>
        </p:nvSpPr>
        <p:spPr/>
        <p:txBody>
          <a:bodyPr/>
          <a:lstStyle/>
          <a:p>
            <a:r>
              <a:rPr lang="en-US" dirty="0"/>
              <a:t>Exploration of side-chain position</a:t>
            </a:r>
          </a:p>
        </p:txBody>
      </p:sp>
      <p:sp>
        <p:nvSpPr>
          <p:cNvPr id="5" name="Slide Number Placeholder 4">
            <a:extLst>
              <a:ext uri="{FF2B5EF4-FFF2-40B4-BE49-F238E27FC236}">
                <a16:creationId xmlns:a16="http://schemas.microsoft.com/office/drawing/2014/main" id="{4B178A38-4988-8406-C24F-D351E460F9CD}"/>
              </a:ext>
            </a:extLst>
          </p:cNvPr>
          <p:cNvSpPr>
            <a:spLocks noGrp="1"/>
          </p:cNvSpPr>
          <p:nvPr>
            <p:ph type="sldNum" sz="quarter" idx="12"/>
          </p:nvPr>
        </p:nvSpPr>
        <p:spPr/>
        <p:txBody>
          <a:bodyPr/>
          <a:lstStyle/>
          <a:p>
            <a:fld id="{03CB0E19-F4C8-4F98-96D2-CE1ECDE59975}" type="slidenum">
              <a:rPr lang="en-GB" smtClean="0"/>
              <a:t>32</a:t>
            </a:fld>
            <a:endParaRPr lang="en-GB"/>
          </a:p>
        </p:txBody>
      </p:sp>
      <p:sp>
        <p:nvSpPr>
          <p:cNvPr id="7" name="Content Placeholder 2">
            <a:extLst>
              <a:ext uri="{FF2B5EF4-FFF2-40B4-BE49-F238E27FC236}">
                <a16:creationId xmlns:a16="http://schemas.microsoft.com/office/drawing/2014/main" id="{DCFE6DA8-CD33-CB20-B1E1-6FED00BD381A}"/>
              </a:ext>
            </a:extLst>
          </p:cNvPr>
          <p:cNvSpPr>
            <a:spLocks noGrp="1"/>
          </p:cNvSpPr>
          <p:nvPr>
            <p:ph idx="1"/>
          </p:nvPr>
        </p:nvSpPr>
        <p:spPr>
          <a:xfrm>
            <a:off x="604838" y="1084521"/>
            <a:ext cx="11250464" cy="4967029"/>
          </a:xfrm>
        </p:spPr>
        <p:txBody>
          <a:bodyPr/>
          <a:lstStyle/>
          <a:p>
            <a:r>
              <a:rPr lang="en-US" dirty="0"/>
              <a:t>Active learning relative binding free energy</a:t>
            </a:r>
          </a:p>
          <a:p>
            <a:pPr lvl="2"/>
            <a:r>
              <a:rPr lang="en-GB" sz="2000" dirty="0"/>
              <a:t>Total of three rounds and 235 side-chains sampled</a:t>
            </a:r>
          </a:p>
          <a:p>
            <a:pPr lvl="2"/>
            <a:r>
              <a:rPr lang="en-GB" dirty="0"/>
              <a:t>Reference molecule was well optimized and a replacement group was difficult to identify</a:t>
            </a:r>
            <a:endParaRPr lang="en-GB" sz="2000" dirty="0"/>
          </a:p>
          <a:p>
            <a:pPr marL="0" lvl="2" indent="0">
              <a:buNone/>
            </a:pPr>
            <a:endParaRPr lang="en-US" dirty="0"/>
          </a:p>
        </p:txBody>
      </p:sp>
      <p:pic>
        <p:nvPicPr>
          <p:cNvPr id="8" name="Picture 7" descr="Chart, histogram&#10;&#10;Description automatically generated">
            <a:extLst>
              <a:ext uri="{FF2B5EF4-FFF2-40B4-BE49-F238E27FC236}">
                <a16:creationId xmlns:a16="http://schemas.microsoft.com/office/drawing/2014/main" id="{93C8E11D-BC41-283F-AE54-AB5346C99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5530" y="2404319"/>
            <a:ext cx="5457882" cy="3760916"/>
          </a:xfrm>
          <a:prstGeom prst="rect">
            <a:avLst/>
          </a:prstGeom>
        </p:spPr>
      </p:pic>
      <p:sp>
        <p:nvSpPr>
          <p:cNvPr id="9" name="Arrow: Up 8">
            <a:extLst>
              <a:ext uri="{FF2B5EF4-FFF2-40B4-BE49-F238E27FC236}">
                <a16:creationId xmlns:a16="http://schemas.microsoft.com/office/drawing/2014/main" id="{7C550CC8-08CE-66C9-6DBE-DC0BAC6A0C54}"/>
              </a:ext>
            </a:extLst>
          </p:cNvPr>
          <p:cNvSpPr/>
          <p:nvPr/>
        </p:nvSpPr>
        <p:spPr>
          <a:xfrm>
            <a:off x="3823689" y="5925760"/>
            <a:ext cx="316511" cy="381679"/>
          </a:xfrm>
          <a:prstGeom prst="upArrow">
            <a:avLst/>
          </a:prstGeom>
          <a:solidFill>
            <a:schemeClr val="bg1">
              <a:lumMod val="85000"/>
            </a:schemeClr>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B35BA80-7B10-EC0E-2F4E-B391A3B26718}"/>
              </a:ext>
            </a:extLst>
          </p:cNvPr>
          <p:cNvSpPr txBox="1"/>
          <p:nvPr/>
        </p:nvSpPr>
        <p:spPr>
          <a:xfrm>
            <a:off x="468447" y="4284777"/>
            <a:ext cx="2460692" cy="646331"/>
          </a:xfrm>
          <a:prstGeom prst="rect">
            <a:avLst/>
          </a:prstGeom>
          <a:noFill/>
          <a:ln w="28575">
            <a:noFill/>
          </a:ln>
        </p:spPr>
        <p:txBody>
          <a:bodyPr wrap="square" rtlCol="0">
            <a:spAutoFit/>
          </a:bodyPr>
          <a:lstStyle/>
          <a:p>
            <a:pPr algn="ctr"/>
            <a:r>
              <a:rPr lang="en-US" i="1" dirty="0">
                <a:latin typeface="Arial" panose="020B0604020202020204" pitchFamily="34" charset="0"/>
                <a:cs typeface="Arial" panose="020B0604020202020204" pitchFamily="34" charset="0"/>
              </a:rPr>
              <a:t>very few predicted better than reference</a:t>
            </a:r>
          </a:p>
        </p:txBody>
      </p:sp>
    </p:spTree>
    <p:extLst>
      <p:ext uri="{BB962C8B-B14F-4D97-AF65-F5344CB8AC3E}">
        <p14:creationId xmlns:p14="http://schemas.microsoft.com/office/powerpoint/2010/main" val="332601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884B-272D-9492-E8A7-BE806EC4B037}"/>
              </a:ext>
            </a:extLst>
          </p:cNvPr>
          <p:cNvSpPr>
            <a:spLocks noGrp="1"/>
          </p:cNvSpPr>
          <p:nvPr>
            <p:ph type="title"/>
          </p:nvPr>
        </p:nvSpPr>
        <p:spPr/>
        <p:txBody>
          <a:bodyPr/>
          <a:lstStyle/>
          <a:p>
            <a:r>
              <a:rPr lang="en-US" dirty="0"/>
              <a:t>Exploration of side-chain position</a:t>
            </a:r>
          </a:p>
        </p:txBody>
      </p:sp>
      <p:sp>
        <p:nvSpPr>
          <p:cNvPr id="5" name="Slide Number Placeholder 4">
            <a:extLst>
              <a:ext uri="{FF2B5EF4-FFF2-40B4-BE49-F238E27FC236}">
                <a16:creationId xmlns:a16="http://schemas.microsoft.com/office/drawing/2014/main" id="{4B178A38-4988-8406-C24F-D351E460F9CD}"/>
              </a:ext>
            </a:extLst>
          </p:cNvPr>
          <p:cNvSpPr>
            <a:spLocks noGrp="1"/>
          </p:cNvSpPr>
          <p:nvPr>
            <p:ph type="sldNum" sz="quarter" idx="12"/>
          </p:nvPr>
        </p:nvSpPr>
        <p:spPr/>
        <p:txBody>
          <a:bodyPr/>
          <a:lstStyle/>
          <a:p>
            <a:fld id="{03CB0E19-F4C8-4F98-96D2-CE1ECDE59975}" type="slidenum">
              <a:rPr lang="en-GB" smtClean="0"/>
              <a:t>33</a:t>
            </a:fld>
            <a:endParaRPr lang="en-GB"/>
          </a:p>
        </p:txBody>
      </p:sp>
      <p:sp>
        <p:nvSpPr>
          <p:cNvPr id="7" name="Content Placeholder 2">
            <a:extLst>
              <a:ext uri="{FF2B5EF4-FFF2-40B4-BE49-F238E27FC236}">
                <a16:creationId xmlns:a16="http://schemas.microsoft.com/office/drawing/2014/main" id="{DCFE6DA8-CD33-CB20-B1E1-6FED00BD381A}"/>
              </a:ext>
            </a:extLst>
          </p:cNvPr>
          <p:cNvSpPr>
            <a:spLocks noGrp="1"/>
          </p:cNvSpPr>
          <p:nvPr>
            <p:ph idx="1"/>
          </p:nvPr>
        </p:nvSpPr>
        <p:spPr>
          <a:xfrm>
            <a:off x="604838" y="1084521"/>
            <a:ext cx="11250464" cy="4967029"/>
          </a:xfrm>
        </p:spPr>
        <p:txBody>
          <a:bodyPr/>
          <a:lstStyle/>
          <a:p>
            <a:r>
              <a:rPr lang="en-US" dirty="0"/>
              <a:t>Star map relative binding free energy was predictive</a:t>
            </a:r>
          </a:p>
          <a:p>
            <a:pPr lvl="2"/>
            <a:r>
              <a:rPr lang="en-GB" sz="2000" dirty="0"/>
              <a:t>Of 56 compounds synthesized, 16 had prospective predictions</a:t>
            </a:r>
          </a:p>
          <a:p>
            <a:pPr lvl="2"/>
            <a:r>
              <a:rPr lang="en-GB" dirty="0"/>
              <a:t>Diversity, permeability prediction and </a:t>
            </a:r>
            <a:r>
              <a:rPr lang="en-GB" dirty="0" err="1"/>
              <a:t>pK</a:t>
            </a:r>
            <a:r>
              <a:rPr lang="en-GB" baseline="-25000" dirty="0" err="1"/>
              <a:t>a</a:t>
            </a:r>
            <a:r>
              <a:rPr lang="en-GB" dirty="0"/>
              <a:t> modulation were additional selection criteria</a:t>
            </a:r>
            <a:endParaRPr lang="en-GB" sz="2000" dirty="0"/>
          </a:p>
          <a:p>
            <a:pPr marL="0" lvl="2" indent="0">
              <a:buNone/>
            </a:pPr>
            <a:endParaRPr lang="en-US" dirty="0"/>
          </a:p>
        </p:txBody>
      </p:sp>
      <p:graphicFrame>
        <p:nvGraphicFramePr>
          <p:cNvPr id="3" name="Content Placeholder 2">
            <a:extLst>
              <a:ext uri="{FF2B5EF4-FFF2-40B4-BE49-F238E27FC236}">
                <a16:creationId xmlns:a16="http://schemas.microsoft.com/office/drawing/2014/main" id="{7862758F-FFF5-4F5A-00B6-86BC46F11236}"/>
              </a:ext>
            </a:extLst>
          </p:cNvPr>
          <p:cNvGraphicFramePr>
            <a:graphicFrameLocks/>
          </p:cNvGraphicFramePr>
          <p:nvPr>
            <p:extLst>
              <p:ext uri="{D42A27DB-BD31-4B8C-83A1-F6EECF244321}">
                <p14:modId xmlns:p14="http://schemas.microsoft.com/office/powerpoint/2010/main" val="408954661"/>
              </p:ext>
            </p:extLst>
          </p:nvPr>
        </p:nvGraphicFramePr>
        <p:xfrm>
          <a:off x="5591167" y="2665672"/>
          <a:ext cx="6384759" cy="2614190"/>
        </p:xfrm>
        <a:graphic>
          <a:graphicData uri="http://schemas.openxmlformats.org/drawingml/2006/table">
            <a:tbl>
              <a:tblPr firstRow="1" lastRow="1"/>
              <a:tblGrid>
                <a:gridCol w="1266833">
                  <a:extLst>
                    <a:ext uri="{9D8B030D-6E8A-4147-A177-3AD203B41FA5}">
                      <a16:colId xmlns:a16="http://schemas.microsoft.com/office/drawing/2014/main" val="20000"/>
                    </a:ext>
                  </a:extLst>
                </a:gridCol>
                <a:gridCol w="1647154">
                  <a:extLst>
                    <a:ext uri="{9D8B030D-6E8A-4147-A177-3AD203B41FA5}">
                      <a16:colId xmlns:a16="http://schemas.microsoft.com/office/drawing/2014/main" val="20001"/>
                    </a:ext>
                  </a:extLst>
                </a:gridCol>
                <a:gridCol w="1735386">
                  <a:extLst>
                    <a:ext uri="{9D8B030D-6E8A-4147-A177-3AD203B41FA5}">
                      <a16:colId xmlns:a16="http://schemas.microsoft.com/office/drawing/2014/main" val="1489293838"/>
                    </a:ext>
                  </a:extLst>
                </a:gridCol>
                <a:gridCol w="1735386">
                  <a:extLst>
                    <a:ext uri="{9D8B030D-6E8A-4147-A177-3AD203B41FA5}">
                      <a16:colId xmlns:a16="http://schemas.microsoft.com/office/drawing/2014/main" val="20002"/>
                    </a:ext>
                  </a:extLst>
                </a:gridCol>
              </a:tblGrid>
              <a:tr h="721568">
                <a:tc>
                  <a:txBody>
                    <a:bodyPr/>
                    <a:lstStyle/>
                    <a:p>
                      <a:pPr algn="l"/>
                      <a:endParaRPr lang="en-US" sz="1800" dirty="0">
                        <a:solidFill>
                          <a:srgbClr val="0460A9"/>
                        </a:solidFill>
                        <a:latin typeface="Arial" panose="020B0604020202020204" pitchFamily="34" charset="0"/>
                        <a:cs typeface="Arial" panose="020B0604020202020204" pitchFamily="34" charset="0"/>
                      </a:endParaRPr>
                    </a:p>
                  </a:txBody>
                  <a:tcPr marL="86244" marR="86244">
                    <a:lnL w="12700" cmpd="sng">
                      <a:noFill/>
                      <a:prstDash val="solid"/>
                    </a:lnL>
                    <a:lnR w="12700" cmpd="sng">
                      <a:noFill/>
                      <a:prstDash val="solid"/>
                    </a:lnR>
                    <a:lnT w="12700" cmpd="sng">
                      <a:noFill/>
                      <a:prstDash val="solid"/>
                    </a:lnT>
                    <a:lnB w="19050" cap="flat" cmpd="sng" algn="ctr">
                      <a:solidFill>
                        <a:srgbClr val="0460A9"/>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rgbClr val="0460A9"/>
                          </a:solidFill>
                          <a:latin typeface="Arial" panose="020B0604020202020204" pitchFamily="34" charset="0"/>
                          <a:cs typeface="Arial" panose="020B0604020202020204" pitchFamily="34" charset="0"/>
                        </a:rPr>
                        <a:t>prospective</a:t>
                      </a:r>
                    </a:p>
                  </a:txBody>
                  <a:tcPr marL="86244" marR="86244" anchor="ctr">
                    <a:lnL w="12700" cmpd="sng">
                      <a:noFill/>
                      <a:prstDash val="solid"/>
                    </a:lnL>
                    <a:lnR w="12700" cmpd="sng">
                      <a:noFill/>
                      <a:prstDash val="solid"/>
                    </a:lnR>
                    <a:lnT w="12700" cmpd="sng">
                      <a:noFill/>
                      <a:prstDash val="solid"/>
                    </a:lnT>
                    <a:lnB w="19050" cap="flat" cmpd="sng" algn="ctr">
                      <a:solidFill>
                        <a:srgbClr val="0460A9"/>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rgbClr val="0460A9"/>
                          </a:solidFill>
                          <a:latin typeface="Arial" panose="020B0604020202020204" pitchFamily="34" charset="0"/>
                          <a:cs typeface="Arial" panose="020B0604020202020204" pitchFamily="34" charset="0"/>
                        </a:rPr>
                        <a:t>retrospective</a:t>
                      </a:r>
                    </a:p>
                  </a:txBody>
                  <a:tcPr marL="86244" marR="86244" anchor="ctr">
                    <a:lnL w="12700" cmpd="sng">
                      <a:noFill/>
                      <a:prstDash val="solid"/>
                    </a:lnL>
                    <a:lnR w="12700" cmpd="sng">
                      <a:noFill/>
                      <a:prstDash val="solid"/>
                    </a:lnR>
                    <a:lnT w="12700" cmpd="sng">
                      <a:noFill/>
                      <a:prstDash val="solid"/>
                    </a:lnT>
                    <a:lnB w="19050" cap="flat" cmpd="sng" algn="ctr">
                      <a:solidFill>
                        <a:srgbClr val="0460A9"/>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i="1" dirty="0">
                          <a:solidFill>
                            <a:srgbClr val="0460A9"/>
                          </a:solidFill>
                          <a:latin typeface="Arial" panose="020B0604020202020204" pitchFamily="34" charset="0"/>
                          <a:cs typeface="Arial" panose="020B0604020202020204" pitchFamily="34" charset="0"/>
                        </a:rPr>
                        <a:t>overall</a:t>
                      </a:r>
                    </a:p>
                  </a:txBody>
                  <a:tcPr marL="86244" marR="86244" anchor="ctr">
                    <a:lnL w="12700" cmpd="sng">
                      <a:noFill/>
                      <a:prstDash val="solid"/>
                    </a:lnL>
                    <a:lnR w="12700" cmpd="sng">
                      <a:noFill/>
                      <a:prstDash val="solid"/>
                    </a:lnR>
                    <a:lnT w="12700" cmpd="sng">
                      <a:noFill/>
                      <a:prstDash val="solid"/>
                    </a:lnT>
                    <a:lnB w="19050" cap="flat" cmpd="sng" algn="ctr">
                      <a:solidFill>
                        <a:srgbClr val="0460A9"/>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17514">
                <a:tc>
                  <a:txBody>
                    <a:bodyPr/>
                    <a:lstStyle/>
                    <a:p>
                      <a:pPr algn="l"/>
                      <a:r>
                        <a:rPr lang="en-US" sz="1800" b="1" dirty="0">
                          <a:latin typeface="Arial" panose="020B0604020202020204" pitchFamily="34" charset="0"/>
                          <a:cs typeface="Arial" panose="020B0604020202020204" pitchFamily="34" charset="0"/>
                        </a:rPr>
                        <a:t>N</a:t>
                      </a:r>
                    </a:p>
                  </a:txBody>
                  <a:tcPr marL="86244" marR="86244">
                    <a:lnL w="12700" cmpd="sng">
                      <a:noFill/>
                      <a:prstDash val="solid"/>
                    </a:lnL>
                    <a:lnR w="12700" cmpd="sng">
                      <a:noFill/>
                      <a:prstDash val="solid"/>
                    </a:lnR>
                    <a:lnT w="19050" cap="flat" cmpd="sng" algn="ctr">
                      <a:solidFill>
                        <a:srgbClr val="0460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16</a:t>
                      </a:r>
                    </a:p>
                  </a:txBody>
                  <a:tcPr anchor="ctr">
                    <a:lnL w="12700" cmpd="sng">
                      <a:noFill/>
                      <a:prstDash val="solid"/>
                    </a:lnL>
                    <a:lnR w="12700" cmpd="sng">
                      <a:noFill/>
                      <a:prstDash val="solid"/>
                    </a:lnR>
                    <a:lnT w="19050" cap="flat" cmpd="sng" algn="ctr">
                      <a:solidFill>
                        <a:srgbClr val="0460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40</a:t>
                      </a:r>
                    </a:p>
                  </a:txBody>
                  <a:tcPr anchor="ctr">
                    <a:lnL w="12700" cmpd="sng">
                      <a:noFill/>
                      <a:prstDash val="solid"/>
                    </a:lnL>
                    <a:lnR w="12700" cmpd="sng">
                      <a:noFill/>
                      <a:prstDash val="solid"/>
                    </a:lnR>
                    <a:lnT w="19050" cap="flat" cmpd="sng" algn="ctr">
                      <a:solidFill>
                        <a:srgbClr val="0460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56</a:t>
                      </a:r>
                    </a:p>
                  </a:txBody>
                  <a:tcPr anchor="ctr">
                    <a:lnL w="12700" cmpd="sng">
                      <a:noFill/>
                      <a:prstDash val="solid"/>
                    </a:lnL>
                    <a:lnR w="12700" cmpd="sng">
                      <a:noFill/>
                      <a:prstDash val="solid"/>
                    </a:lnR>
                    <a:lnT w="19050" cap="flat" cmpd="sng" algn="ctr">
                      <a:solidFill>
                        <a:srgbClr val="0460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7514">
                <a:tc>
                  <a:txBody>
                    <a:bodyPr/>
                    <a:lstStyle/>
                    <a:p>
                      <a:pPr algn="l"/>
                      <a:r>
                        <a:rPr lang="en-US" sz="1800" b="1" dirty="0">
                          <a:latin typeface="Arial" panose="020B0604020202020204" pitchFamily="34" charset="0"/>
                          <a:cs typeface="Arial" panose="020B0604020202020204" pitchFamily="34" charset="0"/>
                        </a:rPr>
                        <a:t>r</a:t>
                      </a:r>
                      <a:r>
                        <a:rPr lang="en-US" sz="1800" b="1" baseline="30000" dirty="0">
                          <a:latin typeface="Arial" panose="020B0604020202020204" pitchFamily="34" charset="0"/>
                          <a:cs typeface="Arial" panose="020B0604020202020204" pitchFamily="34" charset="0"/>
                        </a:rPr>
                        <a:t>2</a:t>
                      </a:r>
                    </a:p>
                  </a:txBody>
                  <a:tcPr marL="86244" marR="86244">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0.62</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0.37</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0.43</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7514">
                <a:tc>
                  <a:txBody>
                    <a:bodyPr/>
                    <a:lstStyle/>
                    <a:p>
                      <a:pPr algn="l"/>
                      <a:r>
                        <a:rPr lang="en-US" sz="1800" b="1" dirty="0">
                          <a:latin typeface="Arial" panose="020B0604020202020204" pitchFamily="34" charset="0"/>
                          <a:cs typeface="Arial" panose="020B0604020202020204" pitchFamily="34" charset="0"/>
                        </a:rPr>
                        <a:t>spearman</a:t>
                      </a:r>
                    </a:p>
                  </a:txBody>
                  <a:tcPr marL="86244" marR="86244">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latin typeface="Arial" panose="020B0604020202020204" pitchFamily="34" charset="0"/>
                          <a:cs typeface="Arial" panose="020B0604020202020204" pitchFamily="34" charset="0"/>
                        </a:rPr>
                        <a:t>0.78</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latin typeface="Arial" panose="020B0604020202020204" pitchFamily="34" charset="0"/>
                          <a:cs typeface="Arial" panose="020B0604020202020204" pitchFamily="34" charset="0"/>
                        </a:rPr>
                        <a:t>0.55</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latin typeface="Arial" panose="020B0604020202020204" pitchFamily="34" charset="0"/>
                          <a:cs typeface="Arial" panose="020B0604020202020204" pitchFamily="34" charset="0"/>
                        </a:rPr>
                        <a:t>0.59</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29520">
                <a:tc>
                  <a:txBody>
                    <a:bodyPr/>
                    <a:lstStyle/>
                    <a:p>
                      <a:pPr algn="l"/>
                      <a:r>
                        <a:rPr lang="en-US" sz="1800" b="1" dirty="0">
                          <a:latin typeface="Arial" panose="020B0604020202020204" pitchFamily="34" charset="0"/>
                          <a:cs typeface="Arial" panose="020B0604020202020204" pitchFamily="34" charset="0"/>
                        </a:rPr>
                        <a:t>RMSE (</a:t>
                      </a:r>
                      <a:r>
                        <a:rPr lang="en-US" sz="1800" b="1" dirty="0" err="1">
                          <a:latin typeface="Arial" panose="020B0604020202020204" pitchFamily="34" charset="0"/>
                          <a:cs typeface="Arial" panose="020B0604020202020204" pitchFamily="34" charset="0"/>
                        </a:rPr>
                        <a:t>kca</a:t>
                      </a:r>
                      <a:r>
                        <a:rPr lang="en-US" sz="1800" b="1" dirty="0">
                          <a:latin typeface="Arial" panose="020B0604020202020204" pitchFamily="34" charset="0"/>
                          <a:cs typeface="Arial" panose="020B0604020202020204" pitchFamily="34" charset="0"/>
                        </a:rPr>
                        <a:t>/mol)</a:t>
                      </a:r>
                    </a:p>
                  </a:txBody>
                  <a:tcPr marL="86244" marR="86244">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1.45</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1.91</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latin typeface="Arial" panose="020B0604020202020204" pitchFamily="34" charset="0"/>
                          <a:cs typeface="Arial" panose="020B0604020202020204" pitchFamily="34" charset="0"/>
                        </a:rPr>
                        <a:t>1.79</a:t>
                      </a:r>
                    </a:p>
                  </a:txBody>
                  <a:tcPr anchor="ctr">
                    <a:lnL w="12700" cmpd="sng">
                      <a:noFill/>
                      <a:prstDash val="solid"/>
                    </a:lnL>
                    <a:lnR w="12700" cmpd="sng">
                      <a:noFill/>
                      <a:prstDash val="soli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pic>
        <p:nvPicPr>
          <p:cNvPr id="6" name="Picture 5" descr="Chart, scatter chart&#10;&#10;Description automatically generated">
            <a:extLst>
              <a:ext uri="{FF2B5EF4-FFF2-40B4-BE49-F238E27FC236}">
                <a16:creationId xmlns:a16="http://schemas.microsoft.com/office/drawing/2014/main" id="{62CA0DAD-D019-19C1-2560-0546386D1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698" y="2278136"/>
            <a:ext cx="5254469" cy="3649561"/>
          </a:xfrm>
          <a:prstGeom prst="rect">
            <a:avLst/>
          </a:prstGeom>
        </p:spPr>
      </p:pic>
      <p:sp>
        <p:nvSpPr>
          <p:cNvPr id="11" name="TextBox 10">
            <a:extLst>
              <a:ext uri="{FF2B5EF4-FFF2-40B4-BE49-F238E27FC236}">
                <a16:creationId xmlns:a16="http://schemas.microsoft.com/office/drawing/2014/main" id="{942D74E3-0389-C3C9-99B0-4AD5664E7B02}"/>
              </a:ext>
            </a:extLst>
          </p:cNvPr>
          <p:cNvSpPr txBox="1"/>
          <p:nvPr/>
        </p:nvSpPr>
        <p:spPr>
          <a:xfrm>
            <a:off x="5591167" y="5511933"/>
            <a:ext cx="6384758" cy="738664"/>
          </a:xfrm>
          <a:prstGeom prst="rect">
            <a:avLst/>
          </a:prstGeom>
          <a:noFill/>
        </p:spPr>
        <p:txBody>
          <a:bodyPr wrap="square" rtlCol="0">
            <a:spAutoFit/>
          </a:bodyPr>
          <a:lstStyle/>
          <a:p>
            <a:r>
              <a:rPr lang="en-US" sz="1400" i="1" dirty="0"/>
              <a:t>All transformations involved morphing +1 charged reference side-chain to +1 charge proposal (charge movement). Free energy results are not corrected for </a:t>
            </a:r>
            <a:r>
              <a:rPr lang="en-US" sz="1400" i="1" dirty="0" err="1"/>
              <a:t>pK</a:t>
            </a:r>
            <a:r>
              <a:rPr lang="en-US" sz="1400" i="1" baseline="-25000" dirty="0" err="1"/>
              <a:t>a</a:t>
            </a:r>
            <a:r>
              <a:rPr lang="en-US" sz="1400" i="1" dirty="0"/>
              <a:t> change.</a:t>
            </a:r>
          </a:p>
        </p:txBody>
      </p:sp>
      <p:sp>
        <p:nvSpPr>
          <p:cNvPr id="4" name="Rectangle 3">
            <a:extLst>
              <a:ext uri="{FF2B5EF4-FFF2-40B4-BE49-F238E27FC236}">
                <a16:creationId xmlns:a16="http://schemas.microsoft.com/office/drawing/2014/main" id="{3E916A37-B9E1-3279-AA72-16D604677C5F}"/>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3866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1884B-272D-9492-E8A7-BE806EC4B037}"/>
              </a:ext>
            </a:extLst>
          </p:cNvPr>
          <p:cNvSpPr>
            <a:spLocks noGrp="1"/>
          </p:cNvSpPr>
          <p:nvPr>
            <p:ph type="title"/>
          </p:nvPr>
        </p:nvSpPr>
        <p:spPr/>
        <p:txBody>
          <a:bodyPr/>
          <a:lstStyle/>
          <a:p>
            <a:r>
              <a:rPr lang="en-US" dirty="0"/>
              <a:t>Exploration of side-chain position</a:t>
            </a:r>
          </a:p>
        </p:txBody>
      </p:sp>
      <p:sp>
        <p:nvSpPr>
          <p:cNvPr id="5" name="Slide Number Placeholder 4">
            <a:extLst>
              <a:ext uri="{FF2B5EF4-FFF2-40B4-BE49-F238E27FC236}">
                <a16:creationId xmlns:a16="http://schemas.microsoft.com/office/drawing/2014/main" id="{4B178A38-4988-8406-C24F-D351E460F9CD}"/>
              </a:ext>
            </a:extLst>
          </p:cNvPr>
          <p:cNvSpPr>
            <a:spLocks noGrp="1"/>
          </p:cNvSpPr>
          <p:nvPr>
            <p:ph type="sldNum" sz="quarter" idx="12"/>
          </p:nvPr>
        </p:nvSpPr>
        <p:spPr/>
        <p:txBody>
          <a:bodyPr/>
          <a:lstStyle/>
          <a:p>
            <a:fld id="{03CB0E19-F4C8-4F98-96D2-CE1ECDE59975}" type="slidenum">
              <a:rPr lang="en-GB" smtClean="0"/>
              <a:t>34</a:t>
            </a:fld>
            <a:endParaRPr lang="en-GB"/>
          </a:p>
        </p:txBody>
      </p:sp>
      <p:sp>
        <p:nvSpPr>
          <p:cNvPr id="7" name="Content Placeholder 2">
            <a:extLst>
              <a:ext uri="{FF2B5EF4-FFF2-40B4-BE49-F238E27FC236}">
                <a16:creationId xmlns:a16="http://schemas.microsoft.com/office/drawing/2014/main" id="{DCFE6DA8-CD33-CB20-B1E1-6FED00BD381A}"/>
              </a:ext>
            </a:extLst>
          </p:cNvPr>
          <p:cNvSpPr>
            <a:spLocks noGrp="1"/>
          </p:cNvSpPr>
          <p:nvPr>
            <p:ph idx="1"/>
          </p:nvPr>
        </p:nvSpPr>
        <p:spPr>
          <a:xfrm>
            <a:off x="604838" y="1084521"/>
            <a:ext cx="11250464" cy="4967029"/>
          </a:xfrm>
        </p:spPr>
        <p:txBody>
          <a:bodyPr/>
          <a:lstStyle/>
          <a:p>
            <a:r>
              <a:rPr lang="en-US" dirty="0"/>
              <a:t>Novel side-chains were identified</a:t>
            </a:r>
          </a:p>
          <a:p>
            <a:pPr lvl="2"/>
            <a:r>
              <a:rPr lang="en-GB" sz="2000" dirty="0"/>
              <a:t>The most potent side-chain from the library was also predicted active by </a:t>
            </a:r>
            <a:r>
              <a:rPr lang="en-GB" sz="2000" dirty="0" err="1"/>
              <a:t>AmberTI</a:t>
            </a:r>
            <a:endParaRPr lang="en-GB" sz="2000" dirty="0"/>
          </a:p>
          <a:p>
            <a:pPr lvl="2"/>
            <a:r>
              <a:rPr lang="en-GB" dirty="0"/>
              <a:t>Although slightly weaker (2-fold potency drop), provided chemical diversity</a:t>
            </a:r>
          </a:p>
          <a:p>
            <a:pPr lvl="2"/>
            <a:r>
              <a:rPr lang="en-GB" sz="2000" dirty="0"/>
              <a:t>Passive permeability however was not improved</a:t>
            </a:r>
          </a:p>
          <a:p>
            <a:pPr marL="0" lvl="2" indent="0">
              <a:buNone/>
            </a:pPr>
            <a:endParaRPr lang="en-US" dirty="0"/>
          </a:p>
        </p:txBody>
      </p:sp>
      <p:graphicFrame>
        <p:nvGraphicFramePr>
          <p:cNvPr id="8" name="Table 7">
            <a:extLst>
              <a:ext uri="{FF2B5EF4-FFF2-40B4-BE49-F238E27FC236}">
                <a16:creationId xmlns:a16="http://schemas.microsoft.com/office/drawing/2014/main" id="{1CC21E15-B02F-55B6-B972-C55060078A37}"/>
              </a:ext>
            </a:extLst>
          </p:cNvPr>
          <p:cNvGraphicFramePr>
            <a:graphicFrameLocks noGrp="1"/>
          </p:cNvGraphicFramePr>
          <p:nvPr>
            <p:extLst>
              <p:ext uri="{D42A27DB-BD31-4B8C-83A1-F6EECF244321}">
                <p14:modId xmlns:p14="http://schemas.microsoft.com/office/powerpoint/2010/main" val="1419259133"/>
              </p:ext>
            </p:extLst>
          </p:nvPr>
        </p:nvGraphicFramePr>
        <p:xfrm>
          <a:off x="2204484" y="4290119"/>
          <a:ext cx="7783033" cy="1483360"/>
        </p:xfrm>
        <a:graphic>
          <a:graphicData uri="http://schemas.openxmlformats.org/drawingml/2006/table">
            <a:tbl>
              <a:tblPr firstRow="1" bandRow="1">
                <a:tableStyleId>{5C22544A-7EE6-4342-B048-85BDC9FD1C3A}</a:tableStyleId>
              </a:tblPr>
              <a:tblGrid>
                <a:gridCol w="2785729">
                  <a:extLst>
                    <a:ext uri="{9D8B030D-6E8A-4147-A177-3AD203B41FA5}">
                      <a16:colId xmlns:a16="http://schemas.microsoft.com/office/drawing/2014/main" val="2417892230"/>
                    </a:ext>
                  </a:extLst>
                </a:gridCol>
                <a:gridCol w="2498652">
                  <a:extLst>
                    <a:ext uri="{9D8B030D-6E8A-4147-A177-3AD203B41FA5}">
                      <a16:colId xmlns:a16="http://schemas.microsoft.com/office/drawing/2014/main" val="1763196256"/>
                    </a:ext>
                  </a:extLst>
                </a:gridCol>
                <a:gridCol w="2498652">
                  <a:extLst>
                    <a:ext uri="{9D8B030D-6E8A-4147-A177-3AD203B41FA5}">
                      <a16:colId xmlns:a16="http://schemas.microsoft.com/office/drawing/2014/main" val="1786290364"/>
                    </a:ext>
                  </a:extLst>
                </a:gridCol>
              </a:tblGrid>
              <a:tr h="370840">
                <a:tc>
                  <a:txBody>
                    <a:bodyPr/>
                    <a:lstStyle/>
                    <a:p>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Reference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err="1"/>
                        <a:t>Cmpd</a:t>
                      </a:r>
                      <a:r>
                        <a:rPr lang="en-US" sz="1600" dirty="0"/>
                        <a:t> 1</a:t>
                      </a:r>
                    </a:p>
                  </a:txBody>
                  <a:tcPr/>
                </a:tc>
                <a:extLst>
                  <a:ext uri="{0D108BD9-81ED-4DB2-BD59-A6C34878D82A}">
                    <a16:rowId xmlns:a16="http://schemas.microsoft.com/office/drawing/2014/main" val="1912464815"/>
                  </a:ext>
                </a:extLst>
              </a:tr>
              <a:tr h="370840">
                <a:tc>
                  <a:txBody>
                    <a:bodyPr/>
                    <a:lstStyle/>
                    <a:p>
                      <a:r>
                        <a:rPr lang="el-GR" sz="1600" b="1" dirty="0"/>
                        <a:t>ΔΔ</a:t>
                      </a:r>
                      <a:r>
                        <a:rPr lang="en-US" sz="1600" b="1" dirty="0"/>
                        <a:t>G exp (kcal/mol)</a:t>
                      </a:r>
                    </a:p>
                  </a:txBody>
                  <a:tcPr/>
                </a:tc>
                <a:tc>
                  <a:txBody>
                    <a:bodyPr/>
                    <a:lstStyle/>
                    <a:p>
                      <a:pPr algn="ctr"/>
                      <a:r>
                        <a:rPr lang="en-US" sz="1600" dirty="0"/>
                        <a:t>-</a:t>
                      </a:r>
                    </a:p>
                  </a:txBody>
                  <a:tcPr anchor="ctr"/>
                </a:tc>
                <a:tc>
                  <a:txBody>
                    <a:bodyPr/>
                    <a:lstStyle/>
                    <a:p>
                      <a:pPr algn="ctr"/>
                      <a:r>
                        <a:rPr lang="en-US" sz="1600" dirty="0"/>
                        <a:t>0.54</a:t>
                      </a:r>
                    </a:p>
                  </a:txBody>
                  <a:tcPr anchor="ctr"/>
                </a:tc>
                <a:extLst>
                  <a:ext uri="{0D108BD9-81ED-4DB2-BD59-A6C34878D82A}">
                    <a16:rowId xmlns:a16="http://schemas.microsoft.com/office/drawing/2014/main" val="12843140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600" b="1" dirty="0"/>
                        <a:t>ΔΔ</a:t>
                      </a:r>
                      <a:r>
                        <a:rPr lang="en-US" sz="1600" b="1" dirty="0"/>
                        <a:t>G calc (kcal/mol)</a:t>
                      </a:r>
                    </a:p>
                  </a:txBody>
                  <a:tcPr/>
                </a:tc>
                <a:tc>
                  <a:txBody>
                    <a:bodyPr/>
                    <a:lstStyle/>
                    <a:p>
                      <a:pPr algn="ctr"/>
                      <a:r>
                        <a:rPr lang="en-US" sz="1600" dirty="0"/>
                        <a:t>-</a:t>
                      </a:r>
                    </a:p>
                  </a:txBody>
                  <a:tcPr anchor="ctr"/>
                </a:tc>
                <a:tc>
                  <a:txBody>
                    <a:bodyPr/>
                    <a:lstStyle/>
                    <a:p>
                      <a:pPr algn="ctr"/>
                      <a:r>
                        <a:rPr lang="en-US" sz="1600" dirty="0"/>
                        <a:t>0.19 +/- 0.27</a:t>
                      </a:r>
                    </a:p>
                  </a:txBody>
                  <a:tcPr anchor="ctr"/>
                </a:tc>
                <a:extLst>
                  <a:ext uri="{0D108BD9-81ED-4DB2-BD59-A6C34878D82A}">
                    <a16:rowId xmlns:a16="http://schemas.microsoft.com/office/drawing/2014/main" val="2381916176"/>
                  </a:ext>
                </a:extLst>
              </a:tr>
              <a:tr h="370840">
                <a:tc>
                  <a:txBody>
                    <a:bodyPr/>
                    <a:lstStyle/>
                    <a:p>
                      <a:r>
                        <a:rPr lang="en-US" sz="1600" b="1" dirty="0"/>
                        <a:t>MDCK-LE P</a:t>
                      </a:r>
                      <a:r>
                        <a:rPr lang="en-US" sz="1600" b="1" baseline="-25000" dirty="0"/>
                        <a:t>app</a:t>
                      </a:r>
                      <a:r>
                        <a:rPr lang="en-US" sz="1600" b="1" dirty="0"/>
                        <a:t> (cm/s x 10</a:t>
                      </a:r>
                      <a:r>
                        <a:rPr lang="en-US" sz="1600" b="1" baseline="30000" dirty="0"/>
                        <a:t>-6</a:t>
                      </a:r>
                      <a:r>
                        <a:rPr lang="en-US" sz="1600" b="1" dirty="0"/>
                        <a:t>)</a:t>
                      </a:r>
                    </a:p>
                  </a:txBody>
                  <a:tcPr/>
                </a:tc>
                <a:tc>
                  <a:txBody>
                    <a:bodyPr/>
                    <a:lstStyle/>
                    <a:p>
                      <a:pPr algn="ctr"/>
                      <a:r>
                        <a:rPr lang="en-US" sz="1600" dirty="0"/>
                        <a:t>1.9</a:t>
                      </a:r>
                    </a:p>
                  </a:txBody>
                  <a:tcPr anchor="ctr"/>
                </a:tc>
                <a:tc>
                  <a:txBody>
                    <a:bodyPr/>
                    <a:lstStyle/>
                    <a:p>
                      <a:pPr algn="ctr"/>
                      <a:r>
                        <a:rPr lang="en-US" sz="1600" dirty="0"/>
                        <a:t>0.39</a:t>
                      </a:r>
                    </a:p>
                  </a:txBody>
                  <a:tcPr anchor="ctr"/>
                </a:tc>
                <a:extLst>
                  <a:ext uri="{0D108BD9-81ED-4DB2-BD59-A6C34878D82A}">
                    <a16:rowId xmlns:a16="http://schemas.microsoft.com/office/drawing/2014/main" val="2949211910"/>
                  </a:ext>
                </a:extLst>
              </a:tr>
            </a:tbl>
          </a:graphicData>
        </a:graphic>
      </p:graphicFrame>
      <p:sp>
        <p:nvSpPr>
          <p:cNvPr id="9" name="Oval 8">
            <a:extLst>
              <a:ext uri="{FF2B5EF4-FFF2-40B4-BE49-F238E27FC236}">
                <a16:creationId xmlns:a16="http://schemas.microsoft.com/office/drawing/2014/main" id="{6E5D0B03-B366-FD86-5ADC-B157EF9DA87D}"/>
              </a:ext>
            </a:extLst>
          </p:cNvPr>
          <p:cNvSpPr/>
          <p:nvPr/>
        </p:nvSpPr>
        <p:spPr>
          <a:xfrm>
            <a:off x="5847907" y="3480420"/>
            <a:ext cx="956931" cy="53162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9AF2501-CB48-34C4-6FF6-2D983E0ECA41}"/>
              </a:ext>
            </a:extLst>
          </p:cNvPr>
          <p:cNvSpPr/>
          <p:nvPr/>
        </p:nvSpPr>
        <p:spPr>
          <a:xfrm>
            <a:off x="8275674" y="3480420"/>
            <a:ext cx="956931" cy="53162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C24741FA-F328-5075-0E3F-7A873D07F4F4}"/>
              </a:ext>
            </a:extLst>
          </p:cNvPr>
          <p:cNvSpPr/>
          <p:nvPr/>
        </p:nvSpPr>
        <p:spPr>
          <a:xfrm rot="1009112">
            <a:off x="5639608" y="3035354"/>
            <a:ext cx="467832" cy="409353"/>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EE86EBC3-05F8-C581-3E2B-421143542B59}"/>
              </a:ext>
            </a:extLst>
          </p:cNvPr>
          <p:cNvSpPr/>
          <p:nvPr/>
        </p:nvSpPr>
        <p:spPr>
          <a:xfrm>
            <a:off x="7971075" y="2972006"/>
            <a:ext cx="609197" cy="531628"/>
          </a:xfrm>
          <a:prstGeom prst="star5">
            <a:avLst/>
          </a:prstGeom>
          <a:solidFill>
            <a:srgbClr val="8F2D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C52BA75-461D-37A8-3322-590FE64296C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273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3D0E10-1FBB-2D3B-4397-C06A50BF5F3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6BC55D8-5564-B98F-28DD-2DC4FC83972E}"/>
              </a:ext>
            </a:extLst>
          </p:cNvPr>
          <p:cNvSpPr>
            <a:spLocks noGrp="1"/>
          </p:cNvSpPr>
          <p:nvPr>
            <p:ph type="title"/>
          </p:nvPr>
        </p:nvSpPr>
        <p:spPr/>
        <p:txBody>
          <a:bodyPr/>
          <a:lstStyle/>
          <a:p>
            <a:r>
              <a:rPr lang="en-GB" spc="-150" dirty="0"/>
              <a:t>Conclusions</a:t>
            </a:r>
            <a:endParaRPr lang="en-GB" dirty="0"/>
          </a:p>
        </p:txBody>
      </p:sp>
      <p:sp>
        <p:nvSpPr>
          <p:cNvPr id="5" name="Content Placeholder 4">
            <a:extLst>
              <a:ext uri="{FF2B5EF4-FFF2-40B4-BE49-F238E27FC236}">
                <a16:creationId xmlns:a16="http://schemas.microsoft.com/office/drawing/2014/main" id="{EB1112DE-21C3-0D24-546D-781D86425054}"/>
              </a:ext>
            </a:extLst>
          </p:cNvPr>
          <p:cNvSpPr>
            <a:spLocks noGrp="1"/>
          </p:cNvSpPr>
          <p:nvPr>
            <p:ph idx="1"/>
          </p:nvPr>
        </p:nvSpPr>
        <p:spPr>
          <a:xfrm>
            <a:off x="604838" y="896113"/>
            <a:ext cx="11168062" cy="5155438"/>
          </a:xfrm>
        </p:spPr>
        <p:txBody>
          <a:bodyPr/>
          <a:lstStyle/>
          <a:p>
            <a:pPr lvl="2">
              <a:lnSpc>
                <a:spcPct val="150000"/>
              </a:lnSpc>
            </a:pPr>
            <a:r>
              <a:rPr lang="en-GB" sz="2400" dirty="0" err="1"/>
              <a:t>Atropisomers</a:t>
            </a:r>
            <a:r>
              <a:rPr lang="en-GB" sz="2400" dirty="0"/>
              <a:t> can be predicted with quantum chemical methods</a:t>
            </a:r>
          </a:p>
          <a:p>
            <a:pPr lvl="3">
              <a:lnSpc>
                <a:spcPct val="150000"/>
              </a:lnSpc>
            </a:pPr>
            <a:r>
              <a:rPr lang="en-GB" sz="2200" dirty="0"/>
              <a:t>Large virtual exercise enabled identification of best combination of R-groups for stable </a:t>
            </a:r>
            <a:r>
              <a:rPr lang="en-GB" sz="2200" dirty="0" err="1"/>
              <a:t>atropisomers</a:t>
            </a:r>
            <a:endParaRPr lang="en-GB" sz="2200" dirty="0"/>
          </a:p>
          <a:p>
            <a:pPr lvl="2">
              <a:lnSpc>
                <a:spcPct val="150000"/>
              </a:lnSpc>
            </a:pPr>
            <a:r>
              <a:rPr lang="en-GB" sz="2400" dirty="0"/>
              <a:t>Structural and physics-based methods can be successful in optimizing selectivity and potency</a:t>
            </a:r>
          </a:p>
          <a:p>
            <a:pPr lvl="3">
              <a:lnSpc>
                <a:spcPct val="150000"/>
              </a:lnSpc>
            </a:pPr>
            <a:r>
              <a:rPr lang="en-GB" sz="2200" dirty="0"/>
              <a:t>Novel R-groups bringing selectivity identified from large virtual space</a:t>
            </a:r>
          </a:p>
          <a:p>
            <a:pPr lvl="3">
              <a:lnSpc>
                <a:spcPct val="150000"/>
              </a:lnSpc>
            </a:pPr>
            <a:r>
              <a:rPr lang="en-GB" sz="2200" dirty="0"/>
              <a:t>Chemically diverse side-chains of similar potency prioritized by relative binding free energy calculations enabled by active learning protocol</a:t>
            </a:r>
          </a:p>
          <a:p>
            <a:pPr lvl="2">
              <a:lnSpc>
                <a:spcPct val="150000"/>
              </a:lnSpc>
            </a:pPr>
            <a:r>
              <a:rPr lang="en-GB" sz="2400" dirty="0"/>
              <a:t>Future work: combine potency prediction with property MPO score</a:t>
            </a:r>
          </a:p>
        </p:txBody>
      </p:sp>
      <p:sp>
        <p:nvSpPr>
          <p:cNvPr id="7" name="Slide Number Placeholder 6">
            <a:extLst>
              <a:ext uri="{FF2B5EF4-FFF2-40B4-BE49-F238E27FC236}">
                <a16:creationId xmlns:a16="http://schemas.microsoft.com/office/drawing/2014/main" id="{635F2065-909E-28E4-AC11-076FD4E072C7}"/>
              </a:ext>
            </a:extLst>
          </p:cNvPr>
          <p:cNvSpPr>
            <a:spLocks noGrp="1"/>
          </p:cNvSpPr>
          <p:nvPr>
            <p:ph type="sldNum" sz="quarter" idx="12"/>
          </p:nvPr>
        </p:nvSpPr>
        <p:spPr/>
        <p:txBody>
          <a:bodyPr/>
          <a:lstStyle/>
          <a:p>
            <a:fld id="{03CB0E19-F4C8-4F98-96D2-CE1ECDE59975}" type="slidenum">
              <a:rPr lang="en-GB" smtClean="0"/>
              <a:t>35</a:t>
            </a:fld>
            <a:endParaRPr lang="en-GB"/>
          </a:p>
        </p:txBody>
      </p:sp>
    </p:spTree>
    <p:extLst>
      <p:ext uri="{BB962C8B-B14F-4D97-AF65-F5344CB8AC3E}">
        <p14:creationId xmlns:p14="http://schemas.microsoft.com/office/powerpoint/2010/main" val="2528953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B4EE-F2E9-B1FB-00CE-B80CD43A6F7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58E7A4-E068-269C-DD91-3E8085482E25}"/>
              </a:ext>
            </a:extLst>
          </p:cNvPr>
          <p:cNvSpPr>
            <a:spLocks noGrp="1"/>
          </p:cNvSpPr>
          <p:nvPr>
            <p:ph type="sldNum" sz="quarter" idx="12"/>
          </p:nvPr>
        </p:nvSpPr>
        <p:spPr/>
        <p:txBody>
          <a:bodyPr/>
          <a:lstStyle/>
          <a:p>
            <a:fld id="{03CB0E19-F4C8-4F98-96D2-CE1ECDE59975}" type="slidenum">
              <a:rPr lang="en-GB" smtClean="0"/>
              <a:t>36</a:t>
            </a:fld>
            <a:endParaRPr lang="en-GB"/>
          </a:p>
        </p:txBody>
      </p:sp>
      <p:sp>
        <p:nvSpPr>
          <p:cNvPr id="4" name="Text Placeholder 3">
            <a:extLst>
              <a:ext uri="{FF2B5EF4-FFF2-40B4-BE49-F238E27FC236}">
                <a16:creationId xmlns:a16="http://schemas.microsoft.com/office/drawing/2014/main" id="{D48E5495-0056-C03B-8754-496117CFA8C9}"/>
              </a:ext>
            </a:extLst>
          </p:cNvPr>
          <p:cNvSpPr>
            <a:spLocks noGrp="1"/>
          </p:cNvSpPr>
          <p:nvPr>
            <p:ph type="body" sz="quarter" idx="13"/>
          </p:nvPr>
        </p:nvSpPr>
        <p:spPr>
          <a:xfrm>
            <a:off x="6143625" y="2882587"/>
            <a:ext cx="4702175" cy="1092827"/>
          </a:xfrm>
        </p:spPr>
        <p:txBody>
          <a:bodyPr/>
          <a:lstStyle/>
          <a:p>
            <a:r>
              <a:rPr lang="en-GB" sz="4000" dirty="0"/>
              <a:t>Current research</a:t>
            </a:r>
            <a:r>
              <a:rPr lang="en-GB" dirty="0"/>
              <a:t>: one-sliders</a:t>
            </a:r>
          </a:p>
        </p:txBody>
      </p:sp>
      <p:grpSp>
        <p:nvGrpSpPr>
          <p:cNvPr id="2" name="Group 1">
            <a:extLst>
              <a:ext uri="{FF2B5EF4-FFF2-40B4-BE49-F238E27FC236}">
                <a16:creationId xmlns:a16="http://schemas.microsoft.com/office/drawing/2014/main" id="{C3D43351-9C81-9138-13E7-715C13C917BA}"/>
              </a:ext>
            </a:extLst>
          </p:cNvPr>
          <p:cNvGrpSpPr/>
          <p:nvPr/>
        </p:nvGrpSpPr>
        <p:grpSpPr>
          <a:xfrm>
            <a:off x="8341517" y="4907729"/>
            <a:ext cx="609600" cy="609600"/>
            <a:chOff x="7610475" y="4991100"/>
            <a:chExt cx="609600" cy="609600"/>
          </a:xfrm>
        </p:grpSpPr>
        <p:sp>
          <p:nvSpPr>
            <p:cNvPr id="6" name="Oval 5">
              <a:extLst>
                <a:ext uri="{FF2B5EF4-FFF2-40B4-BE49-F238E27FC236}">
                  <a16:creationId xmlns:a16="http://schemas.microsoft.com/office/drawing/2014/main" id="{8176571C-1A05-B7F5-A214-7C299FFBE432}"/>
                </a:ext>
              </a:extLst>
            </p:cNvPr>
            <p:cNvSpPr/>
            <p:nvPr/>
          </p:nvSpPr>
          <p:spPr>
            <a:xfrm>
              <a:off x="7610475" y="4991100"/>
              <a:ext cx="609600" cy="609600"/>
            </a:xfrm>
            <a:prstGeom prst="ellipse">
              <a:avLst/>
            </a:prstGeom>
            <a:noFill/>
            <a:ln w="38100">
              <a:solidFill>
                <a:srgbClr val="0460A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737AE9A-3BD7-99DC-C26E-FA2AA0B330CD}"/>
                </a:ext>
              </a:extLst>
            </p:cNvPr>
            <p:cNvCxnSpPr/>
            <p:nvPr/>
          </p:nvCxnSpPr>
          <p:spPr>
            <a:xfrm>
              <a:off x="7902575" y="5054452"/>
              <a:ext cx="0" cy="272454"/>
            </a:xfrm>
            <a:prstGeom prst="line">
              <a:avLst/>
            </a:prstGeom>
            <a:ln w="38100">
              <a:solidFill>
                <a:srgbClr val="0460A9"/>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D96AC6A-DCC9-2A61-8B1D-9CA148864DCD}"/>
                </a:ext>
              </a:extLst>
            </p:cNvPr>
            <p:cNvCxnSpPr>
              <a:cxnSpLocks/>
            </p:cNvCxnSpPr>
            <p:nvPr/>
          </p:nvCxnSpPr>
          <p:spPr>
            <a:xfrm rot="2100000">
              <a:off x="7955943" y="5165580"/>
              <a:ext cx="0" cy="186089"/>
            </a:xfrm>
            <a:prstGeom prst="line">
              <a:avLst/>
            </a:prstGeom>
            <a:ln w="38100">
              <a:solidFill>
                <a:srgbClr val="0460A9"/>
              </a:solidFill>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54AEB084-5948-8E89-18D8-EB8D4EB6B4CC}"/>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656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497DC-2410-EFE9-D7A7-F4F459DF3C6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FA10284-4F1F-0CD5-7983-932353430DDE}"/>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04261E-F092-9997-95A7-832984656694}"/>
              </a:ext>
            </a:extLst>
          </p:cNvPr>
          <p:cNvSpPr>
            <a:spLocks noGrp="1"/>
          </p:cNvSpPr>
          <p:nvPr>
            <p:ph type="title"/>
          </p:nvPr>
        </p:nvSpPr>
        <p:spPr>
          <a:xfrm>
            <a:off x="604838" y="311086"/>
            <a:ext cx="11250464" cy="1065278"/>
          </a:xfrm>
        </p:spPr>
        <p:txBody>
          <a:bodyPr/>
          <a:lstStyle/>
          <a:p>
            <a:r>
              <a:rPr lang="en-US" dirty="0"/>
              <a:t>Quantum mechanical transition state scanning</a:t>
            </a:r>
          </a:p>
        </p:txBody>
      </p:sp>
      <p:sp>
        <p:nvSpPr>
          <p:cNvPr id="5" name="Slide Number Placeholder 4">
            <a:extLst>
              <a:ext uri="{FF2B5EF4-FFF2-40B4-BE49-F238E27FC236}">
                <a16:creationId xmlns:a16="http://schemas.microsoft.com/office/drawing/2014/main" id="{1F75417D-4D0A-59DD-3155-1D93C51248A7}"/>
              </a:ext>
            </a:extLst>
          </p:cNvPr>
          <p:cNvSpPr>
            <a:spLocks noGrp="1"/>
          </p:cNvSpPr>
          <p:nvPr>
            <p:ph type="sldNum" sz="quarter" idx="12"/>
          </p:nvPr>
        </p:nvSpPr>
        <p:spPr/>
        <p:txBody>
          <a:bodyPr/>
          <a:lstStyle/>
          <a:p>
            <a:fld id="{03CB0E19-F4C8-4F98-96D2-CE1ECDE59975}" type="slidenum">
              <a:rPr lang="en-GB" smtClean="0"/>
              <a:t>37</a:t>
            </a:fld>
            <a:endParaRPr lang="en-GB"/>
          </a:p>
        </p:txBody>
      </p:sp>
      <p:sp>
        <p:nvSpPr>
          <p:cNvPr id="7" name="Content Placeholder 2">
            <a:extLst>
              <a:ext uri="{FF2B5EF4-FFF2-40B4-BE49-F238E27FC236}">
                <a16:creationId xmlns:a16="http://schemas.microsoft.com/office/drawing/2014/main" id="{EBDEC208-7314-90A5-733C-AB7931943BF3}"/>
              </a:ext>
            </a:extLst>
          </p:cNvPr>
          <p:cNvSpPr>
            <a:spLocks noGrp="1"/>
          </p:cNvSpPr>
          <p:nvPr>
            <p:ph idx="1"/>
          </p:nvPr>
        </p:nvSpPr>
        <p:spPr>
          <a:xfrm>
            <a:off x="604838" y="1084521"/>
            <a:ext cx="11250464" cy="4967029"/>
          </a:xfrm>
        </p:spPr>
        <p:txBody>
          <a:bodyPr/>
          <a:lstStyle/>
          <a:p>
            <a:r>
              <a:rPr lang="en-US" dirty="0"/>
              <a:t>Understanding and predicting reactivity with transition state (TS) scans</a:t>
            </a:r>
          </a:p>
          <a:p>
            <a:pPr lvl="2"/>
            <a:r>
              <a:rPr lang="en-GB" sz="2000" dirty="0"/>
              <a:t>Development of TS scanning workflow to screen ~30 novel reactive warheads per design cycle</a:t>
            </a:r>
          </a:p>
          <a:p>
            <a:pPr marL="0" lvl="2" indent="0">
              <a:buNone/>
            </a:pPr>
            <a:endParaRPr lang="en-US" dirty="0"/>
          </a:p>
        </p:txBody>
      </p:sp>
      <p:pic>
        <p:nvPicPr>
          <p:cNvPr id="4" name="Picture 3" descr="A colorful bars of different colors&#10;&#10;AI-generated content may be incorrect.">
            <a:extLst>
              <a:ext uri="{FF2B5EF4-FFF2-40B4-BE49-F238E27FC236}">
                <a16:creationId xmlns:a16="http://schemas.microsoft.com/office/drawing/2014/main" id="{73536A93-4DB3-0057-7CA9-AE278A27C4E1}"/>
              </a:ext>
            </a:extLst>
          </p:cNvPr>
          <p:cNvPicPr>
            <a:picLocks noChangeAspect="1"/>
          </p:cNvPicPr>
          <p:nvPr/>
        </p:nvPicPr>
        <p:blipFill>
          <a:blip r:embed="rId2">
            <a:extLst>
              <a:ext uri="{28A0092B-C50C-407E-A947-70E740481C1C}">
                <a14:useLocalDpi xmlns:a14="http://schemas.microsoft.com/office/drawing/2010/main" val="0"/>
              </a:ext>
            </a:extLst>
          </a:blip>
          <a:srcRect l="4325" r="4208"/>
          <a:stretch/>
        </p:blipFill>
        <p:spPr>
          <a:xfrm>
            <a:off x="6350810" y="3047234"/>
            <a:ext cx="5128588" cy="3749040"/>
          </a:xfrm>
          <a:prstGeom prst="rect">
            <a:avLst/>
          </a:prstGeom>
        </p:spPr>
      </p:pic>
      <p:sp>
        <p:nvSpPr>
          <p:cNvPr id="6" name="TextBox 5">
            <a:extLst>
              <a:ext uri="{FF2B5EF4-FFF2-40B4-BE49-F238E27FC236}">
                <a16:creationId xmlns:a16="http://schemas.microsoft.com/office/drawing/2014/main" id="{B8CEEDAA-4059-604F-6F6A-DF82ABB925EA}"/>
              </a:ext>
            </a:extLst>
          </p:cNvPr>
          <p:cNvSpPr txBox="1"/>
          <p:nvPr/>
        </p:nvSpPr>
        <p:spPr>
          <a:xfrm>
            <a:off x="3238897" y="1935493"/>
            <a:ext cx="1930755" cy="923330"/>
          </a:xfrm>
          <a:prstGeom prst="rect">
            <a:avLst/>
          </a:prstGeom>
          <a:solidFill>
            <a:schemeClr val="accent6">
              <a:lumMod val="20000"/>
              <a:lumOff val="80000"/>
            </a:schemeClr>
          </a:solidFill>
        </p:spPr>
        <p:txBody>
          <a:bodyPr wrap="square" rtlCol="0">
            <a:spAutoFit/>
          </a:bodyPr>
          <a:lstStyle/>
          <a:p>
            <a:pPr algn="ctr"/>
            <a:r>
              <a:rPr lang="en-US" dirty="0"/>
              <a:t>XTB optimization with dihedral constraints</a:t>
            </a:r>
          </a:p>
        </p:txBody>
      </p:sp>
      <p:sp>
        <p:nvSpPr>
          <p:cNvPr id="13" name="Arrow: Right 12">
            <a:extLst>
              <a:ext uri="{FF2B5EF4-FFF2-40B4-BE49-F238E27FC236}">
                <a16:creationId xmlns:a16="http://schemas.microsoft.com/office/drawing/2014/main" id="{C66E5C09-0CC0-ADF5-5A8D-6C1D43CF034D}"/>
              </a:ext>
            </a:extLst>
          </p:cNvPr>
          <p:cNvSpPr/>
          <p:nvPr/>
        </p:nvSpPr>
        <p:spPr>
          <a:xfrm>
            <a:off x="5160157" y="2049573"/>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FB18491-167D-B2F2-F145-9900A2B7EF7F}"/>
              </a:ext>
            </a:extLst>
          </p:cNvPr>
          <p:cNvSpPr txBox="1"/>
          <p:nvPr/>
        </p:nvSpPr>
        <p:spPr>
          <a:xfrm>
            <a:off x="156089" y="1935493"/>
            <a:ext cx="2772189" cy="923330"/>
          </a:xfrm>
          <a:prstGeom prst="rect">
            <a:avLst/>
          </a:prstGeom>
          <a:solidFill>
            <a:schemeClr val="accent6">
              <a:lumMod val="20000"/>
              <a:lumOff val="80000"/>
            </a:schemeClr>
          </a:solidFill>
        </p:spPr>
        <p:txBody>
          <a:bodyPr wrap="square" rtlCol="0">
            <a:spAutoFit/>
          </a:bodyPr>
          <a:lstStyle/>
          <a:p>
            <a:pPr algn="ctr"/>
            <a:r>
              <a:rPr lang="en-US" dirty="0"/>
              <a:t>Generate 20 starting geometries (</a:t>
            </a:r>
            <a:r>
              <a:rPr lang="en-US" dirty="0" err="1"/>
              <a:t>RDKit</a:t>
            </a:r>
            <a:r>
              <a:rPr lang="en-US" dirty="0"/>
              <a:t> </a:t>
            </a:r>
            <a:r>
              <a:rPr lang="en-US" dirty="0" err="1"/>
              <a:t>ConstrainedEmbed</a:t>
            </a:r>
            <a:r>
              <a:rPr lang="en-US" dirty="0"/>
              <a:t>)</a:t>
            </a:r>
          </a:p>
        </p:txBody>
      </p:sp>
      <p:sp>
        <p:nvSpPr>
          <p:cNvPr id="15" name="TextBox 14">
            <a:extLst>
              <a:ext uri="{FF2B5EF4-FFF2-40B4-BE49-F238E27FC236}">
                <a16:creationId xmlns:a16="http://schemas.microsoft.com/office/drawing/2014/main" id="{3AECBCC5-469C-1C29-9E56-7D8C6A3836B4}"/>
              </a:ext>
            </a:extLst>
          </p:cNvPr>
          <p:cNvSpPr txBox="1"/>
          <p:nvPr/>
        </p:nvSpPr>
        <p:spPr>
          <a:xfrm>
            <a:off x="5480271" y="1796994"/>
            <a:ext cx="3816240" cy="1200329"/>
          </a:xfrm>
          <a:prstGeom prst="rect">
            <a:avLst/>
          </a:prstGeom>
          <a:solidFill>
            <a:schemeClr val="accent6">
              <a:lumMod val="20000"/>
              <a:lumOff val="80000"/>
            </a:schemeClr>
          </a:solidFill>
        </p:spPr>
        <p:txBody>
          <a:bodyPr wrap="square" rtlCol="0">
            <a:spAutoFit/>
          </a:bodyPr>
          <a:lstStyle/>
          <a:p>
            <a:pPr algn="ctr"/>
            <a:r>
              <a:rPr lang="en-US" dirty="0"/>
              <a:t>Progress lowest energy to Gaussian optimization / transition state search</a:t>
            </a:r>
          </a:p>
          <a:p>
            <a:pPr algn="ctr"/>
            <a:r>
              <a:rPr lang="en-US" dirty="0"/>
              <a:t>(B3LYP/6-31g* PCM water)</a:t>
            </a:r>
          </a:p>
        </p:txBody>
      </p:sp>
      <p:sp>
        <p:nvSpPr>
          <p:cNvPr id="16" name="TextBox 15">
            <a:extLst>
              <a:ext uri="{FF2B5EF4-FFF2-40B4-BE49-F238E27FC236}">
                <a16:creationId xmlns:a16="http://schemas.microsoft.com/office/drawing/2014/main" id="{B43A8359-00CB-B91B-60DA-82D40E76D29F}"/>
              </a:ext>
            </a:extLst>
          </p:cNvPr>
          <p:cNvSpPr txBox="1"/>
          <p:nvPr/>
        </p:nvSpPr>
        <p:spPr>
          <a:xfrm>
            <a:off x="9607128" y="1935493"/>
            <a:ext cx="2503378" cy="923330"/>
          </a:xfrm>
          <a:prstGeom prst="rect">
            <a:avLst/>
          </a:prstGeom>
          <a:solidFill>
            <a:schemeClr val="accent6">
              <a:lumMod val="20000"/>
              <a:lumOff val="80000"/>
            </a:schemeClr>
          </a:solidFill>
        </p:spPr>
        <p:txBody>
          <a:bodyPr wrap="square" rtlCol="0">
            <a:spAutoFit/>
          </a:bodyPr>
          <a:lstStyle/>
          <a:p>
            <a:pPr algn="ctr"/>
            <a:r>
              <a:rPr lang="en-US" dirty="0"/>
              <a:t>Confirm reaction coordinate (imaginary frequency)</a:t>
            </a:r>
          </a:p>
        </p:txBody>
      </p:sp>
      <p:sp>
        <p:nvSpPr>
          <p:cNvPr id="17" name="Arrow: Right 16">
            <a:extLst>
              <a:ext uri="{FF2B5EF4-FFF2-40B4-BE49-F238E27FC236}">
                <a16:creationId xmlns:a16="http://schemas.microsoft.com/office/drawing/2014/main" id="{CAE41E47-741C-9940-0F47-C7073CE2E33D}"/>
              </a:ext>
            </a:extLst>
          </p:cNvPr>
          <p:cNvSpPr/>
          <p:nvPr/>
        </p:nvSpPr>
        <p:spPr>
          <a:xfrm>
            <a:off x="2918783" y="2049573"/>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6993F777-0993-57BA-DB47-A186AE274CA6}"/>
              </a:ext>
            </a:extLst>
          </p:cNvPr>
          <p:cNvSpPr/>
          <p:nvPr/>
        </p:nvSpPr>
        <p:spPr>
          <a:xfrm>
            <a:off x="9287016" y="2049573"/>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D1DC200C-D2B9-11D3-FF9A-A45C6DCC7F50}"/>
              </a:ext>
            </a:extLst>
          </p:cNvPr>
          <p:cNvCxnSpPr>
            <a:cxnSpLocks/>
          </p:cNvCxnSpPr>
          <p:nvPr/>
        </p:nvCxnSpPr>
        <p:spPr>
          <a:xfrm>
            <a:off x="188173" y="5356032"/>
            <a:ext cx="1284712"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8226CD-BFF4-DED8-D6BC-EAB35BACF556}"/>
              </a:ext>
            </a:extLst>
          </p:cNvPr>
          <p:cNvCxnSpPr/>
          <p:nvPr/>
        </p:nvCxnSpPr>
        <p:spPr>
          <a:xfrm>
            <a:off x="1646558" y="4154089"/>
            <a:ext cx="2286000"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F967FE-A9D0-8A0F-F762-88FF8C6A3895}"/>
              </a:ext>
            </a:extLst>
          </p:cNvPr>
          <p:cNvCxnSpPr>
            <a:cxnSpLocks/>
          </p:cNvCxnSpPr>
          <p:nvPr/>
        </p:nvCxnSpPr>
        <p:spPr>
          <a:xfrm>
            <a:off x="4252693" y="6345256"/>
            <a:ext cx="1000062"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327889B-15A5-F404-59EF-B25E786A7F22}"/>
              </a:ext>
            </a:extLst>
          </p:cNvPr>
          <p:cNvCxnSpPr>
            <a:cxnSpLocks/>
          </p:cNvCxnSpPr>
          <p:nvPr/>
        </p:nvCxnSpPr>
        <p:spPr>
          <a:xfrm flipV="1">
            <a:off x="1472885" y="4154089"/>
            <a:ext cx="173673" cy="1201943"/>
          </a:xfrm>
          <a:prstGeom prst="line">
            <a:avLst/>
          </a:prstGeom>
          <a:ln w="952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6A73933-FA42-B98F-27EB-F2F8F0A7C475}"/>
              </a:ext>
            </a:extLst>
          </p:cNvPr>
          <p:cNvCxnSpPr>
            <a:cxnSpLocks/>
          </p:cNvCxnSpPr>
          <p:nvPr/>
        </p:nvCxnSpPr>
        <p:spPr>
          <a:xfrm flipH="1" flipV="1">
            <a:off x="3932558" y="4154089"/>
            <a:ext cx="320135" cy="2178751"/>
          </a:xfrm>
          <a:prstGeom prst="line">
            <a:avLst/>
          </a:prstGeom>
          <a:ln w="952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CA409E3-80AD-ABA2-6CF4-86D286358901}"/>
              </a:ext>
            </a:extLst>
          </p:cNvPr>
          <p:cNvSpPr txBox="1"/>
          <p:nvPr/>
        </p:nvSpPr>
        <p:spPr>
          <a:xfrm>
            <a:off x="376632" y="4934184"/>
            <a:ext cx="1029449" cy="338554"/>
          </a:xfrm>
          <a:prstGeom prst="rect">
            <a:avLst/>
          </a:prstGeom>
          <a:noFill/>
        </p:spPr>
        <p:txBody>
          <a:bodyPr wrap="none" rtlCol="0">
            <a:spAutoFit/>
          </a:bodyPr>
          <a:lstStyle/>
          <a:p>
            <a:r>
              <a:rPr lang="en-US" sz="1600" i="1" dirty="0">
                <a:latin typeface="Arial" panose="020B0604020202020204" pitchFamily="34" charset="0"/>
                <a:cs typeface="Arial" panose="020B0604020202020204" pitchFamily="34" charset="0"/>
              </a:rPr>
              <a:t>reactants</a:t>
            </a:r>
          </a:p>
        </p:txBody>
      </p:sp>
      <p:sp>
        <p:nvSpPr>
          <p:cNvPr id="25" name="TextBox 24">
            <a:extLst>
              <a:ext uri="{FF2B5EF4-FFF2-40B4-BE49-F238E27FC236}">
                <a16:creationId xmlns:a16="http://schemas.microsoft.com/office/drawing/2014/main" id="{15D14533-9EF4-52B3-DD06-A61288519D37}"/>
              </a:ext>
            </a:extLst>
          </p:cNvPr>
          <p:cNvSpPr txBox="1"/>
          <p:nvPr/>
        </p:nvSpPr>
        <p:spPr>
          <a:xfrm>
            <a:off x="2020022" y="3197491"/>
            <a:ext cx="1572033" cy="338554"/>
          </a:xfrm>
          <a:prstGeom prst="rect">
            <a:avLst/>
          </a:prstGeom>
          <a:noFill/>
        </p:spPr>
        <p:txBody>
          <a:bodyPr wrap="none" rtlCol="0">
            <a:spAutoFit/>
          </a:bodyPr>
          <a:lstStyle/>
          <a:p>
            <a:r>
              <a:rPr lang="en-US" sz="1600" i="1" dirty="0">
                <a:latin typeface="Arial" panose="020B0604020202020204" pitchFamily="34" charset="0"/>
                <a:cs typeface="Arial" panose="020B0604020202020204" pitchFamily="34" charset="0"/>
              </a:rPr>
              <a:t>transition state</a:t>
            </a:r>
          </a:p>
        </p:txBody>
      </p:sp>
      <p:sp>
        <p:nvSpPr>
          <p:cNvPr id="26" name="TextBox 25">
            <a:extLst>
              <a:ext uri="{FF2B5EF4-FFF2-40B4-BE49-F238E27FC236}">
                <a16:creationId xmlns:a16="http://schemas.microsoft.com/office/drawing/2014/main" id="{20C9C6AB-8699-7140-4EF8-F045D7CEA8C1}"/>
              </a:ext>
            </a:extLst>
          </p:cNvPr>
          <p:cNvSpPr txBox="1"/>
          <p:nvPr/>
        </p:nvSpPr>
        <p:spPr>
          <a:xfrm>
            <a:off x="4383606" y="5920773"/>
            <a:ext cx="869149" cy="338554"/>
          </a:xfrm>
          <a:prstGeom prst="rect">
            <a:avLst/>
          </a:prstGeom>
          <a:noFill/>
        </p:spPr>
        <p:txBody>
          <a:bodyPr wrap="none" rtlCol="0">
            <a:spAutoFit/>
          </a:bodyPr>
          <a:lstStyle/>
          <a:p>
            <a:r>
              <a:rPr lang="en-US" sz="1600" i="1" dirty="0">
                <a:latin typeface="Arial" panose="020B0604020202020204" pitchFamily="34" charset="0"/>
                <a:cs typeface="Arial" panose="020B0604020202020204" pitchFamily="34" charset="0"/>
              </a:rPr>
              <a:t>product</a:t>
            </a:r>
          </a:p>
        </p:txBody>
      </p:sp>
      <p:sp>
        <p:nvSpPr>
          <p:cNvPr id="27" name="TextBox 26">
            <a:extLst>
              <a:ext uri="{FF2B5EF4-FFF2-40B4-BE49-F238E27FC236}">
                <a16:creationId xmlns:a16="http://schemas.microsoft.com/office/drawing/2014/main" id="{10B04161-EE7B-CCEC-8F2C-3F52C00F8FA8}"/>
              </a:ext>
            </a:extLst>
          </p:cNvPr>
          <p:cNvSpPr txBox="1"/>
          <p:nvPr/>
        </p:nvSpPr>
        <p:spPr>
          <a:xfrm>
            <a:off x="3318564" y="4515012"/>
            <a:ext cx="633507" cy="338554"/>
          </a:xfrm>
          <a:prstGeom prst="rect">
            <a:avLst/>
          </a:prstGeom>
          <a:noFill/>
        </p:spPr>
        <p:txBody>
          <a:bodyPr wrap="none" rtlCol="0">
            <a:spAutoFit/>
          </a:bodyPr>
          <a:lstStyle/>
          <a:p>
            <a:r>
              <a:rPr lang="el-GR" sz="1600" i="1" dirty="0">
                <a:latin typeface="Arial" panose="020B0604020202020204" pitchFamily="34" charset="0"/>
                <a:cs typeface="Arial" panose="020B0604020202020204" pitchFamily="34" charset="0"/>
              </a:rPr>
              <a:t>Δ</a:t>
            </a:r>
            <a:r>
              <a:rPr lang="en-US" sz="1600" i="1" dirty="0">
                <a:latin typeface="Arial" panose="020B0604020202020204" pitchFamily="34" charset="0"/>
                <a:cs typeface="Arial" panose="020B0604020202020204" pitchFamily="34" charset="0"/>
              </a:rPr>
              <a:t>E</a:t>
            </a:r>
            <a:r>
              <a:rPr lang="en-US" sz="1600" i="1" baseline="-25000" dirty="0">
                <a:latin typeface="Arial" panose="020B0604020202020204" pitchFamily="34" charset="0"/>
                <a:cs typeface="Arial" panose="020B0604020202020204" pitchFamily="34" charset="0"/>
              </a:rPr>
              <a:t>TS</a:t>
            </a:r>
          </a:p>
        </p:txBody>
      </p:sp>
      <p:cxnSp>
        <p:nvCxnSpPr>
          <p:cNvPr id="28" name="Straight Arrow Connector 27">
            <a:extLst>
              <a:ext uri="{FF2B5EF4-FFF2-40B4-BE49-F238E27FC236}">
                <a16:creationId xmlns:a16="http://schemas.microsoft.com/office/drawing/2014/main" id="{A0367B1A-9512-117D-4577-BA463226FB2F}"/>
              </a:ext>
            </a:extLst>
          </p:cNvPr>
          <p:cNvCxnSpPr>
            <a:cxnSpLocks/>
          </p:cNvCxnSpPr>
          <p:nvPr/>
        </p:nvCxnSpPr>
        <p:spPr>
          <a:xfrm>
            <a:off x="3318564" y="4175945"/>
            <a:ext cx="0" cy="1201943"/>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CD03C2-5E8A-8EB5-5CFF-F2277F7AF870}"/>
              </a:ext>
            </a:extLst>
          </p:cNvPr>
          <p:cNvCxnSpPr/>
          <p:nvPr/>
        </p:nvCxnSpPr>
        <p:spPr>
          <a:xfrm>
            <a:off x="1663038" y="3671489"/>
            <a:ext cx="2286000"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EF51252-18B5-13D3-23AD-71792C322E43}"/>
              </a:ext>
            </a:extLst>
          </p:cNvPr>
          <p:cNvCxnSpPr>
            <a:cxnSpLocks/>
          </p:cNvCxnSpPr>
          <p:nvPr/>
        </p:nvCxnSpPr>
        <p:spPr>
          <a:xfrm flipV="1">
            <a:off x="1468827" y="3671489"/>
            <a:ext cx="177731" cy="1725065"/>
          </a:xfrm>
          <a:prstGeom prst="line">
            <a:avLst/>
          </a:prstGeom>
          <a:ln w="952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63DF8A-2A03-7DC8-097C-25C1083E1206}"/>
              </a:ext>
            </a:extLst>
          </p:cNvPr>
          <p:cNvCxnSpPr>
            <a:cxnSpLocks/>
          </p:cNvCxnSpPr>
          <p:nvPr/>
        </p:nvCxnSpPr>
        <p:spPr>
          <a:xfrm flipH="1" flipV="1">
            <a:off x="3965518" y="3700540"/>
            <a:ext cx="287175" cy="2632300"/>
          </a:xfrm>
          <a:prstGeom prst="line">
            <a:avLst/>
          </a:prstGeom>
          <a:ln w="952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593ADA5-3350-3C5B-09BB-67CA13148FBF}"/>
              </a:ext>
            </a:extLst>
          </p:cNvPr>
          <p:cNvCxnSpPr>
            <a:cxnSpLocks/>
          </p:cNvCxnSpPr>
          <p:nvPr/>
        </p:nvCxnSpPr>
        <p:spPr>
          <a:xfrm>
            <a:off x="3187760" y="3722396"/>
            <a:ext cx="0" cy="1655492"/>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77FB1421-019C-D8DD-6318-77AB4677AA3C}"/>
              </a:ext>
            </a:extLst>
          </p:cNvPr>
          <p:cNvSpPr txBox="1"/>
          <p:nvPr/>
        </p:nvSpPr>
        <p:spPr>
          <a:xfrm rot="16200000">
            <a:off x="10168947" y="4709219"/>
            <a:ext cx="3012363" cy="338554"/>
          </a:xfrm>
          <a:prstGeom prst="rect">
            <a:avLst/>
          </a:prstGeom>
          <a:noFill/>
        </p:spPr>
        <p:txBody>
          <a:bodyPr wrap="none" rtlCol="0">
            <a:spAutoFit/>
          </a:bodyPr>
          <a:lstStyle/>
          <a:p>
            <a:r>
              <a:rPr lang="en-US" sz="1600" dirty="0"/>
              <a:t>% covalent labelling (MS 4 </a:t>
            </a:r>
            <a:r>
              <a:rPr lang="en-US" sz="1600" dirty="0" err="1"/>
              <a:t>hrs</a:t>
            </a:r>
            <a:r>
              <a:rPr lang="en-US" sz="1600" dirty="0"/>
              <a:t>)</a:t>
            </a:r>
          </a:p>
        </p:txBody>
      </p:sp>
      <p:sp>
        <p:nvSpPr>
          <p:cNvPr id="39" name="TextBox 38">
            <a:extLst>
              <a:ext uri="{FF2B5EF4-FFF2-40B4-BE49-F238E27FC236}">
                <a16:creationId xmlns:a16="http://schemas.microsoft.com/office/drawing/2014/main" id="{989213C0-6112-0C2D-FB95-4FF1C98E67AA}"/>
              </a:ext>
            </a:extLst>
          </p:cNvPr>
          <p:cNvSpPr txBox="1"/>
          <p:nvPr/>
        </p:nvSpPr>
        <p:spPr>
          <a:xfrm rot="16200000">
            <a:off x="4802997" y="4709219"/>
            <a:ext cx="2768707" cy="338554"/>
          </a:xfrm>
          <a:prstGeom prst="rect">
            <a:avLst/>
          </a:prstGeom>
          <a:noFill/>
        </p:spPr>
        <p:txBody>
          <a:bodyPr wrap="none" rtlCol="0">
            <a:spAutoFit/>
          </a:bodyPr>
          <a:lstStyle/>
          <a:p>
            <a:r>
              <a:rPr lang="el-GR" sz="1600" dirty="0"/>
              <a:t>Δ</a:t>
            </a:r>
            <a:r>
              <a:rPr lang="en-US" sz="1600" dirty="0"/>
              <a:t>E</a:t>
            </a:r>
            <a:r>
              <a:rPr lang="en-US" sz="1600" baseline="-25000" dirty="0"/>
              <a:t>TS</a:t>
            </a:r>
            <a:r>
              <a:rPr lang="en-US" sz="1600" dirty="0"/>
              <a:t> (kcal/mol) vs reference</a:t>
            </a:r>
          </a:p>
        </p:txBody>
      </p:sp>
    </p:spTree>
    <p:extLst>
      <p:ext uri="{BB962C8B-B14F-4D97-AF65-F5344CB8AC3E}">
        <p14:creationId xmlns:p14="http://schemas.microsoft.com/office/powerpoint/2010/main" val="1750433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946E-4D4F-2F4E-945E-B773B4265CA4}"/>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7C5B18B3-8BD0-B874-4593-53F962918B80}"/>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287C6-1DDD-9E42-AE70-C9E95C7CC322}"/>
              </a:ext>
            </a:extLst>
          </p:cNvPr>
          <p:cNvSpPr>
            <a:spLocks noGrp="1"/>
          </p:cNvSpPr>
          <p:nvPr>
            <p:ph type="title"/>
          </p:nvPr>
        </p:nvSpPr>
        <p:spPr>
          <a:xfrm>
            <a:off x="604838" y="311086"/>
            <a:ext cx="11250464" cy="1065278"/>
          </a:xfrm>
        </p:spPr>
        <p:txBody>
          <a:bodyPr/>
          <a:lstStyle/>
          <a:p>
            <a:r>
              <a:rPr lang="en-US" dirty="0"/>
              <a:t>Strategy and virtual screening of Enamine REAL 10 B</a:t>
            </a:r>
          </a:p>
        </p:txBody>
      </p:sp>
      <p:sp>
        <p:nvSpPr>
          <p:cNvPr id="5" name="Slide Number Placeholder 4">
            <a:extLst>
              <a:ext uri="{FF2B5EF4-FFF2-40B4-BE49-F238E27FC236}">
                <a16:creationId xmlns:a16="http://schemas.microsoft.com/office/drawing/2014/main" id="{FAED9579-C939-027A-5B67-31587A464292}"/>
              </a:ext>
            </a:extLst>
          </p:cNvPr>
          <p:cNvSpPr>
            <a:spLocks noGrp="1"/>
          </p:cNvSpPr>
          <p:nvPr>
            <p:ph type="sldNum" sz="quarter" idx="12"/>
          </p:nvPr>
        </p:nvSpPr>
        <p:spPr/>
        <p:txBody>
          <a:bodyPr/>
          <a:lstStyle/>
          <a:p>
            <a:fld id="{03CB0E19-F4C8-4F98-96D2-CE1ECDE59975}" type="slidenum">
              <a:rPr lang="en-GB" smtClean="0"/>
              <a:t>38</a:t>
            </a:fld>
            <a:endParaRPr lang="en-GB"/>
          </a:p>
        </p:txBody>
      </p:sp>
      <p:sp>
        <p:nvSpPr>
          <p:cNvPr id="7" name="Content Placeholder 2">
            <a:extLst>
              <a:ext uri="{FF2B5EF4-FFF2-40B4-BE49-F238E27FC236}">
                <a16:creationId xmlns:a16="http://schemas.microsoft.com/office/drawing/2014/main" id="{9A32B891-92E1-7F7E-627E-A552EDD85A74}"/>
              </a:ext>
            </a:extLst>
          </p:cNvPr>
          <p:cNvSpPr>
            <a:spLocks noGrp="1"/>
          </p:cNvSpPr>
          <p:nvPr>
            <p:ph idx="1"/>
          </p:nvPr>
        </p:nvSpPr>
        <p:spPr>
          <a:xfrm>
            <a:off x="604838" y="1084521"/>
            <a:ext cx="11250464" cy="4967029"/>
          </a:xfrm>
        </p:spPr>
        <p:txBody>
          <a:bodyPr/>
          <a:lstStyle/>
          <a:p>
            <a:r>
              <a:rPr lang="en-US" dirty="0"/>
              <a:t>Prioritization of allosteric pockets for GPCR target &amp; hit identification from REAL space</a:t>
            </a:r>
          </a:p>
          <a:p>
            <a:pPr lvl="2"/>
            <a:r>
              <a:rPr lang="en-GB" sz="2000" dirty="0"/>
              <a:t>Evaluation of allosteric sites for desired cross-reactivity</a:t>
            </a:r>
          </a:p>
          <a:p>
            <a:pPr lvl="2"/>
            <a:r>
              <a:rPr lang="en-GB" dirty="0"/>
              <a:t>Docking Enamine REAL space yielded novel hits</a:t>
            </a:r>
            <a:endParaRPr lang="en-GB" sz="2000" dirty="0"/>
          </a:p>
          <a:p>
            <a:pPr marL="0" lvl="2" indent="0">
              <a:buNone/>
            </a:pPr>
            <a:endParaRPr lang="en-US" dirty="0"/>
          </a:p>
        </p:txBody>
      </p:sp>
      <p:pic>
        <p:nvPicPr>
          <p:cNvPr id="4" name="Picture 3">
            <a:extLst>
              <a:ext uri="{FF2B5EF4-FFF2-40B4-BE49-F238E27FC236}">
                <a16:creationId xmlns:a16="http://schemas.microsoft.com/office/drawing/2014/main" id="{5B780F56-CDC1-D019-33B4-652611D0B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6230" y="1358821"/>
            <a:ext cx="3959072" cy="2926080"/>
          </a:xfrm>
          <a:prstGeom prst="rect">
            <a:avLst/>
          </a:prstGeom>
        </p:spPr>
      </p:pic>
      <p:pic>
        <p:nvPicPr>
          <p:cNvPr id="3" name="Picture 2" descr="A bunch of sticks with colorful balls&#10;&#10;Description automatically generated with medium confidence">
            <a:extLst>
              <a:ext uri="{FF2B5EF4-FFF2-40B4-BE49-F238E27FC236}">
                <a16:creationId xmlns:a16="http://schemas.microsoft.com/office/drawing/2014/main" id="{2BEBA14A-18C9-F4A0-EB1A-94382D77F30E}"/>
              </a:ext>
            </a:extLst>
          </p:cNvPr>
          <p:cNvPicPr>
            <a:picLocks noChangeAspect="1"/>
          </p:cNvPicPr>
          <p:nvPr/>
        </p:nvPicPr>
        <p:blipFill rotWithShape="1">
          <a:blip r:embed="rId3">
            <a:extLst>
              <a:ext uri="{28A0092B-C50C-407E-A947-70E740481C1C}">
                <a14:useLocalDpi xmlns:a14="http://schemas.microsoft.com/office/drawing/2010/main" val="0"/>
              </a:ext>
            </a:extLst>
          </a:blip>
          <a:srcRect l="40875" r="10516" b="26486"/>
          <a:stretch/>
        </p:blipFill>
        <p:spPr>
          <a:xfrm>
            <a:off x="1092529" y="2470702"/>
            <a:ext cx="2367725" cy="3580848"/>
          </a:xfrm>
          <a:prstGeom prst="rect">
            <a:avLst/>
          </a:prstGeom>
        </p:spPr>
      </p:pic>
      <p:sp>
        <p:nvSpPr>
          <p:cNvPr id="6" name="TextBox 5">
            <a:extLst>
              <a:ext uri="{FF2B5EF4-FFF2-40B4-BE49-F238E27FC236}">
                <a16:creationId xmlns:a16="http://schemas.microsoft.com/office/drawing/2014/main" id="{DDC28919-6934-B0CF-A53F-120E41C57D27}"/>
              </a:ext>
            </a:extLst>
          </p:cNvPr>
          <p:cNvSpPr txBox="1"/>
          <p:nvPr/>
        </p:nvSpPr>
        <p:spPr>
          <a:xfrm>
            <a:off x="4757659" y="3149403"/>
            <a:ext cx="1793950" cy="646331"/>
          </a:xfrm>
          <a:prstGeom prst="rect">
            <a:avLst/>
          </a:prstGeom>
          <a:solidFill>
            <a:schemeClr val="accent6">
              <a:lumMod val="20000"/>
              <a:lumOff val="80000"/>
            </a:schemeClr>
          </a:solidFill>
        </p:spPr>
        <p:txBody>
          <a:bodyPr wrap="square" rtlCol="0">
            <a:spAutoFit/>
          </a:bodyPr>
          <a:lstStyle/>
          <a:p>
            <a:pPr algn="ctr"/>
            <a:r>
              <a:rPr lang="en-US" dirty="0" err="1"/>
              <a:t>Openeye</a:t>
            </a:r>
            <a:r>
              <a:rPr lang="en-US" dirty="0"/>
              <a:t> Orion </a:t>
            </a:r>
            <a:r>
              <a:rPr lang="en-US" dirty="0" err="1"/>
              <a:t>Gigadock</a:t>
            </a:r>
            <a:r>
              <a:rPr lang="en-US" dirty="0"/>
              <a:t> Warp</a:t>
            </a:r>
          </a:p>
        </p:txBody>
      </p:sp>
      <p:sp>
        <p:nvSpPr>
          <p:cNvPr id="8" name="Arrow: Right 7">
            <a:extLst>
              <a:ext uri="{FF2B5EF4-FFF2-40B4-BE49-F238E27FC236}">
                <a16:creationId xmlns:a16="http://schemas.microsoft.com/office/drawing/2014/main" id="{4B19D7F8-B049-5254-C058-1FCBAD7CC116}"/>
              </a:ext>
            </a:extLst>
          </p:cNvPr>
          <p:cNvSpPr/>
          <p:nvPr/>
        </p:nvSpPr>
        <p:spPr>
          <a:xfrm rot="5400000">
            <a:off x="5489830" y="2658817"/>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8E26C03-AC08-47BF-1BE0-9FAE670C2430}"/>
              </a:ext>
            </a:extLst>
          </p:cNvPr>
          <p:cNvSpPr txBox="1"/>
          <p:nvPr/>
        </p:nvSpPr>
        <p:spPr>
          <a:xfrm>
            <a:off x="4079793" y="2217069"/>
            <a:ext cx="3149682" cy="646331"/>
          </a:xfrm>
          <a:prstGeom prst="rect">
            <a:avLst/>
          </a:prstGeom>
          <a:solidFill>
            <a:schemeClr val="accent6">
              <a:lumMod val="20000"/>
              <a:lumOff val="80000"/>
            </a:schemeClr>
          </a:solidFill>
        </p:spPr>
        <p:txBody>
          <a:bodyPr wrap="square" rtlCol="0">
            <a:spAutoFit/>
          </a:bodyPr>
          <a:lstStyle/>
          <a:p>
            <a:pPr algn="ctr"/>
            <a:r>
              <a:rPr lang="en-US" dirty="0"/>
              <a:t>Filter Enamine Diverse 97 M -&gt;20 M (</a:t>
            </a:r>
            <a:r>
              <a:rPr lang="en-US" dirty="0" err="1"/>
              <a:t>phys</a:t>
            </a:r>
            <a:r>
              <a:rPr lang="en-US" dirty="0"/>
              <a:t> chem space)</a:t>
            </a:r>
          </a:p>
        </p:txBody>
      </p:sp>
      <p:sp>
        <p:nvSpPr>
          <p:cNvPr id="10" name="TextBox 9">
            <a:extLst>
              <a:ext uri="{FF2B5EF4-FFF2-40B4-BE49-F238E27FC236}">
                <a16:creationId xmlns:a16="http://schemas.microsoft.com/office/drawing/2014/main" id="{AF63018E-D3C1-AC12-2C6E-E46478994DB7}"/>
              </a:ext>
            </a:extLst>
          </p:cNvPr>
          <p:cNvSpPr txBox="1"/>
          <p:nvPr/>
        </p:nvSpPr>
        <p:spPr>
          <a:xfrm>
            <a:off x="4757659" y="4081737"/>
            <a:ext cx="1793950" cy="646331"/>
          </a:xfrm>
          <a:prstGeom prst="rect">
            <a:avLst/>
          </a:prstGeom>
          <a:solidFill>
            <a:schemeClr val="accent6">
              <a:lumMod val="20000"/>
              <a:lumOff val="80000"/>
            </a:schemeClr>
          </a:solidFill>
        </p:spPr>
        <p:txBody>
          <a:bodyPr wrap="square" rtlCol="0">
            <a:spAutoFit/>
          </a:bodyPr>
          <a:lstStyle/>
          <a:p>
            <a:pPr algn="ctr"/>
            <a:r>
              <a:rPr lang="en-US" dirty="0"/>
              <a:t>Re-scoring and hit analysis</a:t>
            </a:r>
          </a:p>
        </p:txBody>
      </p:sp>
      <p:sp>
        <p:nvSpPr>
          <p:cNvPr id="11" name="TextBox 10">
            <a:extLst>
              <a:ext uri="{FF2B5EF4-FFF2-40B4-BE49-F238E27FC236}">
                <a16:creationId xmlns:a16="http://schemas.microsoft.com/office/drawing/2014/main" id="{C85E615C-5A6F-E0E0-0A41-130671450965}"/>
              </a:ext>
            </a:extLst>
          </p:cNvPr>
          <p:cNvSpPr txBox="1"/>
          <p:nvPr/>
        </p:nvSpPr>
        <p:spPr>
          <a:xfrm>
            <a:off x="4625334" y="5014071"/>
            <a:ext cx="2058600" cy="646331"/>
          </a:xfrm>
          <a:prstGeom prst="rect">
            <a:avLst/>
          </a:prstGeom>
          <a:solidFill>
            <a:schemeClr val="accent6">
              <a:lumMod val="20000"/>
              <a:lumOff val="80000"/>
            </a:schemeClr>
          </a:solidFill>
        </p:spPr>
        <p:txBody>
          <a:bodyPr wrap="square" rtlCol="0">
            <a:spAutoFit/>
          </a:bodyPr>
          <a:lstStyle/>
          <a:p>
            <a:pPr algn="ctr"/>
            <a:r>
              <a:rPr lang="en-US" dirty="0"/>
              <a:t>2D search in 10 B -&gt;hit expansion</a:t>
            </a:r>
          </a:p>
        </p:txBody>
      </p:sp>
      <p:sp>
        <p:nvSpPr>
          <p:cNvPr id="12" name="TextBox 11">
            <a:extLst>
              <a:ext uri="{FF2B5EF4-FFF2-40B4-BE49-F238E27FC236}">
                <a16:creationId xmlns:a16="http://schemas.microsoft.com/office/drawing/2014/main" id="{28E6069C-5039-41E8-E605-68873426313C}"/>
              </a:ext>
            </a:extLst>
          </p:cNvPr>
          <p:cNvSpPr txBox="1"/>
          <p:nvPr/>
        </p:nvSpPr>
        <p:spPr>
          <a:xfrm>
            <a:off x="4493009" y="5946407"/>
            <a:ext cx="2323250" cy="646331"/>
          </a:xfrm>
          <a:prstGeom prst="rect">
            <a:avLst/>
          </a:prstGeom>
          <a:solidFill>
            <a:schemeClr val="accent6">
              <a:lumMod val="20000"/>
              <a:lumOff val="80000"/>
            </a:schemeClr>
          </a:solidFill>
        </p:spPr>
        <p:txBody>
          <a:bodyPr wrap="square" rtlCol="0">
            <a:spAutoFit/>
          </a:bodyPr>
          <a:lstStyle/>
          <a:p>
            <a:pPr algn="ctr"/>
            <a:r>
              <a:rPr lang="en-US" dirty="0"/>
              <a:t>Docking, re-scoring, final selection</a:t>
            </a:r>
          </a:p>
        </p:txBody>
      </p:sp>
      <p:graphicFrame>
        <p:nvGraphicFramePr>
          <p:cNvPr id="13" name="Table 12">
            <a:extLst>
              <a:ext uri="{FF2B5EF4-FFF2-40B4-BE49-F238E27FC236}">
                <a16:creationId xmlns:a16="http://schemas.microsoft.com/office/drawing/2014/main" id="{FAD63D0B-38D3-A424-5DC3-4D10EAB780BB}"/>
              </a:ext>
            </a:extLst>
          </p:cNvPr>
          <p:cNvGraphicFramePr>
            <a:graphicFrameLocks noGrp="1"/>
          </p:cNvGraphicFramePr>
          <p:nvPr>
            <p:extLst>
              <p:ext uri="{D42A27DB-BD31-4B8C-83A1-F6EECF244321}">
                <p14:modId xmlns:p14="http://schemas.microsoft.com/office/powerpoint/2010/main" val="2753654355"/>
              </p:ext>
            </p:extLst>
          </p:nvPr>
        </p:nvGraphicFramePr>
        <p:xfrm>
          <a:off x="7624187" y="4671534"/>
          <a:ext cx="3963951" cy="1691640"/>
        </p:xfrm>
        <a:graphic>
          <a:graphicData uri="http://schemas.openxmlformats.org/drawingml/2006/table">
            <a:tbl>
              <a:tblPr firstRow="1" bandRow="1">
                <a:tableStyleId>{9D7B26C5-4107-4FEC-AEDC-1716B250A1EF}</a:tableStyleId>
              </a:tblPr>
              <a:tblGrid>
                <a:gridCol w="1868360">
                  <a:extLst>
                    <a:ext uri="{9D8B030D-6E8A-4147-A177-3AD203B41FA5}">
                      <a16:colId xmlns:a16="http://schemas.microsoft.com/office/drawing/2014/main" val="556430745"/>
                    </a:ext>
                  </a:extLst>
                </a:gridCol>
                <a:gridCol w="2095591">
                  <a:extLst>
                    <a:ext uri="{9D8B030D-6E8A-4147-A177-3AD203B41FA5}">
                      <a16:colId xmlns:a16="http://schemas.microsoft.com/office/drawing/2014/main" val="943293861"/>
                    </a:ext>
                  </a:extLst>
                </a:gridCol>
              </a:tblGrid>
              <a:tr h="370840">
                <a:tc>
                  <a:txBody>
                    <a:bodyPr/>
                    <a:lstStyle/>
                    <a:p>
                      <a:r>
                        <a:rPr lang="en-US" sz="1600" b="1" dirty="0"/>
                        <a:t>Enamine request</a:t>
                      </a:r>
                    </a:p>
                  </a:txBody>
                  <a:tcPr/>
                </a:tc>
                <a:tc>
                  <a:txBody>
                    <a:bodyPr/>
                    <a:lstStyle/>
                    <a:p>
                      <a:pPr algn="l"/>
                      <a:r>
                        <a:rPr lang="en-US" sz="1600" b="0" dirty="0"/>
                        <a:t>150</a:t>
                      </a:r>
                    </a:p>
                  </a:txBody>
                  <a:tcPr anchor="ctr"/>
                </a:tc>
                <a:extLst>
                  <a:ext uri="{0D108BD9-81ED-4DB2-BD59-A6C34878D82A}">
                    <a16:rowId xmlns:a16="http://schemas.microsoft.com/office/drawing/2014/main" val="3848482220"/>
                  </a:ext>
                </a:extLst>
              </a:tr>
              <a:tr h="370840">
                <a:tc>
                  <a:txBody>
                    <a:bodyPr/>
                    <a:lstStyle/>
                    <a:p>
                      <a:r>
                        <a:rPr lang="en-US" sz="1600" b="1" dirty="0"/>
                        <a:t>Synthesized + delivered</a:t>
                      </a:r>
                    </a:p>
                  </a:txBody>
                  <a:tcPr/>
                </a:tc>
                <a:tc>
                  <a:txBody>
                    <a:bodyPr/>
                    <a:lstStyle/>
                    <a:p>
                      <a:pPr algn="l"/>
                      <a:r>
                        <a:rPr lang="en-US" sz="1600" dirty="0"/>
                        <a:t>124 (82 %)</a:t>
                      </a:r>
                    </a:p>
                  </a:txBody>
                  <a:tcPr anchor="ctr"/>
                </a:tc>
                <a:extLst>
                  <a:ext uri="{0D108BD9-81ED-4DB2-BD59-A6C34878D82A}">
                    <a16:rowId xmlns:a16="http://schemas.microsoft.com/office/drawing/2014/main" val="2278982556"/>
                  </a:ext>
                </a:extLst>
              </a:tr>
              <a:tr h="370840">
                <a:tc>
                  <a:txBody>
                    <a:bodyPr/>
                    <a:lstStyle/>
                    <a:p>
                      <a:r>
                        <a:rPr lang="en-US" sz="1600" b="1" dirty="0"/>
                        <a:t>Hits</a:t>
                      </a:r>
                    </a:p>
                  </a:txBody>
                  <a:tcPr/>
                </a:tc>
                <a:tc>
                  <a:txBody>
                    <a:bodyPr/>
                    <a:lstStyle/>
                    <a:p>
                      <a:pPr algn="l"/>
                      <a:r>
                        <a:rPr lang="en-US" sz="1600" dirty="0"/>
                        <a:t>27 (Hit rate 21.7 %)</a:t>
                      </a:r>
                    </a:p>
                  </a:txBody>
                  <a:tcPr anchor="ctr"/>
                </a:tc>
                <a:extLst>
                  <a:ext uri="{0D108BD9-81ED-4DB2-BD59-A6C34878D82A}">
                    <a16:rowId xmlns:a16="http://schemas.microsoft.com/office/drawing/2014/main" val="1031104018"/>
                  </a:ext>
                </a:extLst>
              </a:tr>
              <a:tr h="370840">
                <a:tc>
                  <a:txBody>
                    <a:bodyPr/>
                    <a:lstStyle/>
                    <a:p>
                      <a:r>
                        <a:rPr lang="en-US" sz="1600" b="1" dirty="0"/>
                        <a:t>AC50 &lt; 5uM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9 (Hit rate 7.25 %)</a:t>
                      </a:r>
                    </a:p>
                  </a:txBody>
                  <a:tcPr anchor="ctr"/>
                </a:tc>
                <a:extLst>
                  <a:ext uri="{0D108BD9-81ED-4DB2-BD59-A6C34878D82A}">
                    <a16:rowId xmlns:a16="http://schemas.microsoft.com/office/drawing/2014/main" val="3019994515"/>
                  </a:ext>
                </a:extLst>
              </a:tr>
            </a:tbl>
          </a:graphicData>
        </a:graphic>
      </p:graphicFrame>
      <p:sp>
        <p:nvSpPr>
          <p:cNvPr id="14" name="TextBox 13">
            <a:extLst>
              <a:ext uri="{FF2B5EF4-FFF2-40B4-BE49-F238E27FC236}">
                <a16:creationId xmlns:a16="http://schemas.microsoft.com/office/drawing/2014/main" id="{2E0A53B8-A37A-AAE0-A2EF-11132F9E923B}"/>
              </a:ext>
            </a:extLst>
          </p:cNvPr>
          <p:cNvSpPr txBox="1"/>
          <p:nvPr/>
        </p:nvSpPr>
        <p:spPr>
          <a:xfrm>
            <a:off x="8617118" y="4224170"/>
            <a:ext cx="2690608" cy="307777"/>
          </a:xfrm>
          <a:prstGeom prst="rect">
            <a:avLst/>
          </a:prstGeom>
          <a:noFill/>
        </p:spPr>
        <p:txBody>
          <a:bodyPr wrap="none" rtlCol="0">
            <a:spAutoFit/>
          </a:bodyPr>
          <a:lstStyle/>
          <a:p>
            <a:r>
              <a:rPr lang="en-US" sz="1400" dirty="0"/>
              <a:t>Target A (% response at 10 </a:t>
            </a:r>
            <a:r>
              <a:rPr lang="en-US" sz="1400" dirty="0" err="1"/>
              <a:t>uM</a:t>
            </a:r>
            <a:r>
              <a:rPr lang="en-US" sz="1400" dirty="0"/>
              <a:t>)</a:t>
            </a:r>
          </a:p>
        </p:txBody>
      </p:sp>
      <p:sp>
        <p:nvSpPr>
          <p:cNvPr id="15" name="TextBox 14">
            <a:extLst>
              <a:ext uri="{FF2B5EF4-FFF2-40B4-BE49-F238E27FC236}">
                <a16:creationId xmlns:a16="http://schemas.microsoft.com/office/drawing/2014/main" id="{A6811A4B-019A-80AB-4B0D-C46538003052}"/>
              </a:ext>
            </a:extLst>
          </p:cNvPr>
          <p:cNvSpPr txBox="1"/>
          <p:nvPr/>
        </p:nvSpPr>
        <p:spPr>
          <a:xfrm rot="16200000">
            <a:off x="6432772" y="2587205"/>
            <a:ext cx="2690608" cy="307777"/>
          </a:xfrm>
          <a:prstGeom prst="rect">
            <a:avLst/>
          </a:prstGeom>
          <a:noFill/>
        </p:spPr>
        <p:txBody>
          <a:bodyPr wrap="none" rtlCol="0">
            <a:spAutoFit/>
          </a:bodyPr>
          <a:lstStyle/>
          <a:p>
            <a:r>
              <a:rPr lang="en-US" sz="1400" dirty="0"/>
              <a:t>Target B (% response at 10 </a:t>
            </a:r>
            <a:r>
              <a:rPr lang="en-US" sz="1400" dirty="0" err="1"/>
              <a:t>uM</a:t>
            </a:r>
            <a:r>
              <a:rPr lang="en-US" sz="1400" dirty="0"/>
              <a:t>)</a:t>
            </a:r>
          </a:p>
        </p:txBody>
      </p:sp>
      <p:sp>
        <p:nvSpPr>
          <p:cNvPr id="16" name="TextBox 15">
            <a:extLst>
              <a:ext uri="{FF2B5EF4-FFF2-40B4-BE49-F238E27FC236}">
                <a16:creationId xmlns:a16="http://schemas.microsoft.com/office/drawing/2014/main" id="{30514AB3-5EA0-F7C3-2484-8ADF67D34032}"/>
              </a:ext>
            </a:extLst>
          </p:cNvPr>
          <p:cNvSpPr txBox="1"/>
          <p:nvPr/>
        </p:nvSpPr>
        <p:spPr>
          <a:xfrm>
            <a:off x="7340638" y="6396335"/>
            <a:ext cx="4199675" cy="369332"/>
          </a:xfrm>
          <a:prstGeom prst="rect">
            <a:avLst/>
          </a:prstGeom>
          <a:solidFill>
            <a:schemeClr val="bg1"/>
          </a:solidFill>
        </p:spPr>
        <p:txBody>
          <a:bodyPr wrap="square" rtlCol="0">
            <a:spAutoFit/>
          </a:bodyPr>
          <a:lstStyle/>
          <a:p>
            <a:pPr algn="ctr"/>
            <a:r>
              <a:rPr lang="en-US" i="1" dirty="0"/>
              <a:t>*orthogonal hit validation in progress</a:t>
            </a:r>
          </a:p>
        </p:txBody>
      </p:sp>
      <p:sp>
        <p:nvSpPr>
          <p:cNvPr id="17" name="Arrow: Right 16">
            <a:extLst>
              <a:ext uri="{FF2B5EF4-FFF2-40B4-BE49-F238E27FC236}">
                <a16:creationId xmlns:a16="http://schemas.microsoft.com/office/drawing/2014/main" id="{42E70722-F60F-785A-C9A5-BFA117EBF53F}"/>
              </a:ext>
            </a:extLst>
          </p:cNvPr>
          <p:cNvSpPr/>
          <p:nvPr/>
        </p:nvSpPr>
        <p:spPr>
          <a:xfrm rot="5400000">
            <a:off x="5489830" y="3591151"/>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84E10BBC-A4EB-2B0F-C99E-34D75CD08831}"/>
              </a:ext>
            </a:extLst>
          </p:cNvPr>
          <p:cNvSpPr/>
          <p:nvPr/>
        </p:nvSpPr>
        <p:spPr>
          <a:xfrm rot="5400000">
            <a:off x="5489830" y="4523485"/>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444C85B8-E881-C80B-ED4E-3EA668A7E918}"/>
              </a:ext>
            </a:extLst>
          </p:cNvPr>
          <p:cNvSpPr/>
          <p:nvPr/>
        </p:nvSpPr>
        <p:spPr>
          <a:xfrm rot="5400000">
            <a:off x="5489830" y="5455819"/>
            <a:ext cx="329609" cy="6951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4EFE3A1-BECA-0AC4-6A6C-43DF4D1D8614}"/>
              </a:ext>
            </a:extLst>
          </p:cNvPr>
          <p:cNvSpPr txBox="1"/>
          <p:nvPr/>
        </p:nvSpPr>
        <p:spPr>
          <a:xfrm>
            <a:off x="702203" y="2801875"/>
            <a:ext cx="1197764" cy="369332"/>
          </a:xfrm>
          <a:prstGeom prst="rect">
            <a:avLst/>
          </a:prstGeom>
          <a:noFill/>
        </p:spPr>
        <p:txBody>
          <a:bodyPr wrap="none" rtlCol="0">
            <a:spAutoFit/>
          </a:bodyPr>
          <a:lstStyle/>
          <a:p>
            <a:r>
              <a:rPr lang="en-US" b="1" i="1" dirty="0"/>
              <a:t>allosteric</a:t>
            </a:r>
          </a:p>
        </p:txBody>
      </p:sp>
      <p:sp>
        <p:nvSpPr>
          <p:cNvPr id="23" name="TextBox 22">
            <a:extLst>
              <a:ext uri="{FF2B5EF4-FFF2-40B4-BE49-F238E27FC236}">
                <a16:creationId xmlns:a16="http://schemas.microsoft.com/office/drawing/2014/main" id="{ABA510DE-2A86-8416-8EA8-3937E4B1B2DD}"/>
              </a:ext>
            </a:extLst>
          </p:cNvPr>
          <p:cNvSpPr txBox="1"/>
          <p:nvPr/>
        </p:nvSpPr>
        <p:spPr>
          <a:xfrm>
            <a:off x="247195" y="3888008"/>
            <a:ext cx="1390124" cy="369332"/>
          </a:xfrm>
          <a:prstGeom prst="rect">
            <a:avLst/>
          </a:prstGeom>
          <a:noFill/>
        </p:spPr>
        <p:txBody>
          <a:bodyPr wrap="none" rtlCol="0">
            <a:spAutoFit/>
          </a:bodyPr>
          <a:lstStyle/>
          <a:p>
            <a:r>
              <a:rPr lang="en-US" b="1" i="1" dirty="0" err="1"/>
              <a:t>orthosteric</a:t>
            </a:r>
            <a:endParaRPr lang="en-US" b="1" i="1" dirty="0"/>
          </a:p>
        </p:txBody>
      </p:sp>
    </p:spTree>
    <p:extLst>
      <p:ext uri="{BB962C8B-B14F-4D97-AF65-F5344CB8AC3E}">
        <p14:creationId xmlns:p14="http://schemas.microsoft.com/office/powerpoint/2010/main" val="2562995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7FDB5-1B41-CD82-2758-5B0582787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B9CC3-56C4-DD25-7421-DF49916D926E}"/>
              </a:ext>
            </a:extLst>
          </p:cNvPr>
          <p:cNvSpPr>
            <a:spLocks noGrp="1"/>
          </p:cNvSpPr>
          <p:nvPr>
            <p:ph type="title"/>
          </p:nvPr>
        </p:nvSpPr>
        <p:spPr>
          <a:xfrm>
            <a:off x="604838" y="311086"/>
            <a:ext cx="11250464" cy="1065278"/>
          </a:xfrm>
        </p:spPr>
        <p:txBody>
          <a:bodyPr/>
          <a:lstStyle/>
          <a:p>
            <a:r>
              <a:rPr lang="en-US" dirty="0"/>
              <a:t>Methods to search large make-on-demand spaces</a:t>
            </a:r>
          </a:p>
        </p:txBody>
      </p:sp>
      <p:sp>
        <p:nvSpPr>
          <p:cNvPr id="5" name="Slide Number Placeholder 4">
            <a:extLst>
              <a:ext uri="{FF2B5EF4-FFF2-40B4-BE49-F238E27FC236}">
                <a16:creationId xmlns:a16="http://schemas.microsoft.com/office/drawing/2014/main" id="{6E8C6CA7-E074-A9A0-A442-9E5B9AC242D4}"/>
              </a:ext>
            </a:extLst>
          </p:cNvPr>
          <p:cNvSpPr>
            <a:spLocks noGrp="1"/>
          </p:cNvSpPr>
          <p:nvPr>
            <p:ph type="sldNum" sz="quarter" idx="12"/>
          </p:nvPr>
        </p:nvSpPr>
        <p:spPr/>
        <p:txBody>
          <a:bodyPr/>
          <a:lstStyle/>
          <a:p>
            <a:fld id="{03CB0E19-F4C8-4F98-96D2-CE1ECDE59975}" type="slidenum">
              <a:rPr lang="en-GB" smtClean="0"/>
              <a:t>39</a:t>
            </a:fld>
            <a:endParaRPr lang="en-GB"/>
          </a:p>
        </p:txBody>
      </p:sp>
      <p:sp>
        <p:nvSpPr>
          <p:cNvPr id="7" name="Content Placeholder 2">
            <a:extLst>
              <a:ext uri="{FF2B5EF4-FFF2-40B4-BE49-F238E27FC236}">
                <a16:creationId xmlns:a16="http://schemas.microsoft.com/office/drawing/2014/main" id="{68102D70-ED47-845D-9EB8-CB1124C0F7BE}"/>
              </a:ext>
            </a:extLst>
          </p:cNvPr>
          <p:cNvSpPr>
            <a:spLocks noGrp="1"/>
          </p:cNvSpPr>
          <p:nvPr>
            <p:ph idx="1"/>
          </p:nvPr>
        </p:nvSpPr>
        <p:spPr>
          <a:xfrm>
            <a:off x="604838" y="1084521"/>
            <a:ext cx="11250464" cy="4967029"/>
          </a:xfrm>
        </p:spPr>
        <p:txBody>
          <a:bodyPr/>
          <a:lstStyle/>
          <a:p>
            <a:r>
              <a:rPr lang="en-US" dirty="0"/>
              <a:t>Current work in progress to explore combinatorial chemically accessible virtual spaces</a:t>
            </a:r>
          </a:p>
          <a:p>
            <a:pPr lvl="2"/>
            <a:r>
              <a:rPr lang="en-GB" sz="2000" dirty="0"/>
              <a:t>Benchmarking active learning methods</a:t>
            </a:r>
          </a:p>
          <a:p>
            <a:pPr lvl="3"/>
            <a:r>
              <a:rPr lang="en-GB" dirty="0"/>
              <a:t>Genetic Algorithm</a:t>
            </a:r>
          </a:p>
          <a:p>
            <a:pPr lvl="3"/>
            <a:r>
              <a:rPr lang="en-GB" dirty="0"/>
              <a:t>Thompson Sampling</a:t>
            </a:r>
          </a:p>
          <a:p>
            <a:pPr lvl="3"/>
            <a:r>
              <a:rPr lang="en-GB" dirty="0" err="1"/>
              <a:t>ComboBO</a:t>
            </a:r>
            <a:r>
              <a:rPr lang="en-GB" dirty="0"/>
              <a:t> (Coley lab)</a:t>
            </a:r>
          </a:p>
          <a:p>
            <a:pPr marL="0" lvl="2" indent="0">
              <a:buNone/>
            </a:pPr>
            <a:endParaRPr lang="en-US" dirty="0"/>
          </a:p>
        </p:txBody>
      </p:sp>
      <p:graphicFrame>
        <p:nvGraphicFramePr>
          <p:cNvPr id="6" name="Object 5">
            <a:extLst>
              <a:ext uri="{FF2B5EF4-FFF2-40B4-BE49-F238E27FC236}">
                <a16:creationId xmlns:a16="http://schemas.microsoft.com/office/drawing/2014/main" id="{1E06DF29-EEF4-FE85-7D38-B1D5F9282CD1}"/>
              </a:ext>
            </a:extLst>
          </p:cNvPr>
          <p:cNvGraphicFramePr>
            <a:graphicFrameLocks noChangeAspect="1"/>
          </p:cNvGraphicFramePr>
          <p:nvPr>
            <p:extLst>
              <p:ext uri="{D42A27DB-BD31-4B8C-83A1-F6EECF244321}">
                <p14:modId xmlns:p14="http://schemas.microsoft.com/office/powerpoint/2010/main" val="3687918019"/>
              </p:ext>
            </p:extLst>
          </p:nvPr>
        </p:nvGraphicFramePr>
        <p:xfrm>
          <a:off x="738296" y="4216183"/>
          <a:ext cx="4884737" cy="638175"/>
        </p:xfrm>
        <a:graphic>
          <a:graphicData uri="http://schemas.openxmlformats.org/presentationml/2006/ole">
            <mc:AlternateContent xmlns:mc="http://schemas.openxmlformats.org/markup-compatibility/2006">
              <mc:Choice xmlns:v="urn:schemas-microsoft-com:vml" Requires="v">
                <p:oleObj name="CS ChemDraw 64-bit Drawing" r:id="rId2" imgW="4884242" imgH="638219" progId="ChemDraw_x64.Document.6.0">
                  <p:embed/>
                </p:oleObj>
              </mc:Choice>
              <mc:Fallback>
                <p:oleObj name="CS ChemDraw 64-bit Drawing" r:id="rId2" imgW="4884242" imgH="638219" progId="ChemDraw_x64.Document.6.0">
                  <p:embed/>
                  <p:pic>
                    <p:nvPicPr>
                      <p:cNvPr id="6" name="Object 5">
                        <a:extLst>
                          <a:ext uri="{FF2B5EF4-FFF2-40B4-BE49-F238E27FC236}">
                            <a16:creationId xmlns:a16="http://schemas.microsoft.com/office/drawing/2014/main" id="{1E06DF29-EEF4-FE85-7D38-B1D5F9282CD1}"/>
                          </a:ext>
                        </a:extLst>
                      </p:cNvPr>
                      <p:cNvPicPr/>
                      <p:nvPr/>
                    </p:nvPicPr>
                    <p:blipFill>
                      <a:blip r:embed="rId3"/>
                      <a:stretch>
                        <a:fillRect/>
                      </a:stretch>
                    </p:blipFill>
                    <p:spPr>
                      <a:xfrm>
                        <a:off x="738296" y="4216183"/>
                        <a:ext cx="4884737" cy="638175"/>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44B3D56B-B5EF-63AA-0E3B-30354B260B74}"/>
              </a:ext>
            </a:extLst>
          </p:cNvPr>
          <p:cNvSpPr txBox="1"/>
          <p:nvPr/>
        </p:nvSpPr>
        <p:spPr>
          <a:xfrm>
            <a:off x="336698" y="3568035"/>
            <a:ext cx="246253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a:ea typeface="+mn-ea"/>
                <a:cs typeface="+mn-cs"/>
              </a:rPr>
              <a:t>Enamine REAL: 275592</a:t>
            </a:r>
          </a:p>
        </p:txBody>
      </p:sp>
      <p:sp>
        <p:nvSpPr>
          <p:cNvPr id="9" name="TextBox 8">
            <a:extLst>
              <a:ext uri="{FF2B5EF4-FFF2-40B4-BE49-F238E27FC236}">
                <a16:creationId xmlns:a16="http://schemas.microsoft.com/office/drawing/2014/main" id="{DB903BA9-5191-04F2-6CF8-818AE4CDCBB0}"/>
              </a:ext>
            </a:extLst>
          </p:cNvPr>
          <p:cNvSpPr txBox="1"/>
          <p:nvPr/>
        </p:nvSpPr>
        <p:spPr>
          <a:xfrm>
            <a:off x="336698" y="4936390"/>
            <a:ext cx="504016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Acylated-acylated diamine: diamine (mono Boc) + acid + acid</a:t>
            </a:r>
          </a:p>
        </p:txBody>
      </p:sp>
      <p:pic>
        <p:nvPicPr>
          <p:cNvPr id="11" name="Picture 10" descr="A graph of different colored lines&#10;&#10;AI-generated content may be incorrect.">
            <a:extLst>
              <a:ext uri="{FF2B5EF4-FFF2-40B4-BE49-F238E27FC236}">
                <a16:creationId xmlns:a16="http://schemas.microsoft.com/office/drawing/2014/main" id="{F801CABF-C85D-96E0-4E45-7E2A73F173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2888" y="1594864"/>
            <a:ext cx="5140816" cy="3946341"/>
          </a:xfrm>
          <a:prstGeom prst="rect">
            <a:avLst/>
          </a:prstGeom>
        </p:spPr>
      </p:pic>
      <p:sp>
        <p:nvSpPr>
          <p:cNvPr id="3" name="Rectangle 2">
            <a:extLst>
              <a:ext uri="{FF2B5EF4-FFF2-40B4-BE49-F238E27FC236}">
                <a16:creationId xmlns:a16="http://schemas.microsoft.com/office/drawing/2014/main" id="{A45F57A6-4E5B-D61B-0CFB-151687CE0009}"/>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5312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137E5-518B-0199-43F8-9E05A6044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13C86-29A8-3EDA-6249-326CB20320DF}"/>
              </a:ext>
            </a:extLst>
          </p:cNvPr>
          <p:cNvSpPr>
            <a:spLocks noGrp="1"/>
          </p:cNvSpPr>
          <p:nvPr>
            <p:ph type="title"/>
          </p:nvPr>
        </p:nvSpPr>
        <p:spPr>
          <a:xfrm>
            <a:off x="604838" y="311086"/>
            <a:ext cx="11250464" cy="1065278"/>
          </a:xfrm>
        </p:spPr>
        <p:txBody>
          <a:bodyPr/>
          <a:lstStyle/>
          <a:p>
            <a:r>
              <a:rPr lang="en-US" dirty="0"/>
              <a:t>Acknowledgements</a:t>
            </a:r>
          </a:p>
        </p:txBody>
      </p:sp>
      <p:sp>
        <p:nvSpPr>
          <p:cNvPr id="5" name="Slide Number Placeholder 4">
            <a:extLst>
              <a:ext uri="{FF2B5EF4-FFF2-40B4-BE49-F238E27FC236}">
                <a16:creationId xmlns:a16="http://schemas.microsoft.com/office/drawing/2014/main" id="{2D3611FD-BAFE-44DF-2A68-347B9B739885}"/>
              </a:ext>
            </a:extLst>
          </p:cNvPr>
          <p:cNvSpPr>
            <a:spLocks noGrp="1"/>
          </p:cNvSpPr>
          <p:nvPr>
            <p:ph type="sldNum" sz="quarter" idx="12"/>
          </p:nvPr>
        </p:nvSpPr>
        <p:spPr/>
        <p:txBody>
          <a:bodyPr/>
          <a:lstStyle/>
          <a:p>
            <a:fld id="{03CB0E19-F4C8-4F98-96D2-CE1ECDE59975}" type="slidenum">
              <a:rPr lang="en-GB" smtClean="0"/>
              <a:t>40</a:t>
            </a:fld>
            <a:endParaRPr lang="en-GB"/>
          </a:p>
        </p:txBody>
      </p:sp>
      <p:sp>
        <p:nvSpPr>
          <p:cNvPr id="7" name="Content Placeholder 2">
            <a:extLst>
              <a:ext uri="{FF2B5EF4-FFF2-40B4-BE49-F238E27FC236}">
                <a16:creationId xmlns:a16="http://schemas.microsoft.com/office/drawing/2014/main" id="{E9F4B276-59A0-E272-B53B-61544352CD8A}"/>
              </a:ext>
            </a:extLst>
          </p:cNvPr>
          <p:cNvSpPr>
            <a:spLocks noGrp="1"/>
          </p:cNvSpPr>
          <p:nvPr>
            <p:ph idx="1"/>
          </p:nvPr>
        </p:nvSpPr>
        <p:spPr>
          <a:xfrm>
            <a:off x="604837" y="1084520"/>
            <a:ext cx="5902289" cy="4967029"/>
          </a:xfrm>
        </p:spPr>
        <p:txBody>
          <a:bodyPr/>
          <a:lstStyle/>
          <a:p>
            <a:r>
              <a:rPr lang="en-US" dirty="0"/>
              <a:t>Novartis Biomedical Research – CADD group (Cambridge / Basel / California)</a:t>
            </a:r>
          </a:p>
          <a:p>
            <a:pPr lvl="2"/>
            <a:r>
              <a:rPr lang="en-GB" sz="1800" dirty="0"/>
              <a:t>Cihan Soylu – machine learning models, active learning strategies</a:t>
            </a:r>
          </a:p>
          <a:p>
            <a:pPr lvl="2"/>
            <a:r>
              <a:rPr lang="en-GB" sz="1800" dirty="0"/>
              <a:t>Mike Fortunato – active learning strategies</a:t>
            </a:r>
          </a:p>
          <a:p>
            <a:pPr lvl="2"/>
            <a:r>
              <a:rPr lang="en-GB" sz="1800" dirty="0"/>
              <a:t>Matthias Bauer – free energy</a:t>
            </a:r>
          </a:p>
          <a:p>
            <a:pPr lvl="2"/>
            <a:r>
              <a:rPr lang="en-GB" sz="1800" dirty="0"/>
              <a:t>Aaron Danilack – quantum mechanics</a:t>
            </a:r>
          </a:p>
          <a:p>
            <a:pPr lvl="2"/>
            <a:r>
              <a:rPr lang="en-GB" sz="1800" dirty="0"/>
              <a:t>Rainer Wilcken (former) – quantum mechanics</a:t>
            </a:r>
          </a:p>
          <a:p>
            <a:pPr lvl="2"/>
            <a:r>
              <a:rPr lang="en-GB" sz="1800" dirty="0"/>
              <a:t>Troy Smith – Enamine REAL space orders</a:t>
            </a:r>
          </a:p>
          <a:p>
            <a:pPr lvl="2"/>
            <a:r>
              <a:rPr lang="en-GB" sz="1800" dirty="0"/>
              <a:t>John Manchester, Jose Duca, Viktor Hornak (former) – leadership </a:t>
            </a:r>
          </a:p>
          <a:p>
            <a:pPr marL="0" lvl="2" indent="0">
              <a:buNone/>
            </a:pPr>
            <a:endParaRPr lang="en-US" dirty="0"/>
          </a:p>
          <a:p>
            <a:r>
              <a:rPr lang="en-US" dirty="0"/>
              <a:t>Novartis Biomedical Research – Oncology</a:t>
            </a:r>
          </a:p>
          <a:p>
            <a:pPr lvl="2"/>
            <a:r>
              <a:rPr lang="en-GB" sz="1800" dirty="0"/>
              <a:t>Oncology chemistry teams</a:t>
            </a:r>
            <a:endParaRPr kumimoji="0" lang="en-US" sz="2000" b="1" i="0" u="none" strike="noStrike" kern="1200" cap="none" spc="0" normalizeH="0" baseline="0" noProof="0" dirty="0">
              <a:ln>
                <a:noFill/>
              </a:ln>
              <a:solidFill>
                <a:srgbClr val="0460A9"/>
              </a:solidFill>
              <a:effectLst/>
              <a:uLnTx/>
              <a:uFillTx/>
              <a:latin typeface="Arial" panose="020B0604020202020204"/>
              <a:ea typeface="+mn-ea"/>
              <a:cs typeface="+mn-cs"/>
            </a:endParaRPr>
          </a:p>
          <a:p>
            <a:pPr marL="0" lvl="2" indent="0">
              <a:buNone/>
            </a:pPr>
            <a:endParaRPr lang="en-US" dirty="0"/>
          </a:p>
        </p:txBody>
      </p:sp>
      <p:sp>
        <p:nvSpPr>
          <p:cNvPr id="3" name="Content Placeholder 2">
            <a:extLst>
              <a:ext uri="{FF2B5EF4-FFF2-40B4-BE49-F238E27FC236}">
                <a16:creationId xmlns:a16="http://schemas.microsoft.com/office/drawing/2014/main" id="{CEF01B23-FAE2-53AE-FE3E-393247EAB391}"/>
              </a:ext>
            </a:extLst>
          </p:cNvPr>
          <p:cNvSpPr txBox="1">
            <a:spLocks/>
          </p:cNvSpPr>
          <p:nvPr/>
        </p:nvSpPr>
        <p:spPr>
          <a:xfrm>
            <a:off x="7083610" y="1084520"/>
            <a:ext cx="4367656" cy="4967029"/>
          </a:xfrm>
          <a:prstGeom prst="rect">
            <a:avLst/>
          </a:prstGeom>
        </p:spPr>
        <p:txBody>
          <a:bodyPr vert="horz" lIns="0" tIns="0" rIns="0" bIns="0" rtlCol="0" anchor="t" anchorCtr="0">
            <a:noAutofit/>
          </a:bodyPr>
          <a:lstStyle>
            <a:lvl1pPr marL="0" indent="0" algn="l" defTabSz="914400" rtl="0" eaLnBrk="1" latinLnBrk="0" hangingPunct="1">
              <a:lnSpc>
                <a:spcPct val="95000"/>
              </a:lnSpc>
              <a:spcBef>
                <a:spcPts val="1000"/>
              </a:spcBef>
              <a:buFontTx/>
              <a:buNone/>
              <a:defRPr sz="2000" b="1" kern="1200">
                <a:solidFill>
                  <a:srgbClr val="0460A9"/>
                </a:solidFill>
                <a:latin typeface="+mn-lt"/>
                <a:ea typeface="+mn-ea"/>
                <a:cs typeface="+mn-cs"/>
              </a:defRPr>
            </a:lvl1pPr>
            <a:lvl2pPr marL="0" indent="0" algn="l" defTabSz="914400" rtl="0" eaLnBrk="1" latinLnBrk="0" hangingPunct="1">
              <a:lnSpc>
                <a:spcPct val="95000"/>
              </a:lnSpc>
              <a:spcBef>
                <a:spcPts val="700"/>
              </a:spcBef>
              <a:buFontTx/>
              <a:buNone/>
              <a:defRPr sz="2000" kern="1200">
                <a:solidFill>
                  <a:schemeClr val="tx1"/>
                </a:solidFill>
                <a:latin typeface="+mn-lt"/>
                <a:ea typeface="+mn-ea"/>
                <a:cs typeface="+mn-cs"/>
              </a:defRPr>
            </a:lvl2pPr>
            <a:lvl3pPr marL="216000" indent="-216000" algn="l" defTabSz="914400" rtl="0" eaLnBrk="1" latinLnBrk="0" hangingPunct="1">
              <a:lnSpc>
                <a:spcPct val="95000"/>
              </a:lnSpc>
              <a:spcBef>
                <a:spcPts val="600"/>
              </a:spcBef>
              <a:buClr>
                <a:srgbClr val="0460A9"/>
              </a:buClr>
              <a:buFont typeface="Ping LCG Medium" pitchFamily="50" charset="0"/>
              <a:buChar char="•"/>
              <a:defRPr sz="2000" kern="1200">
                <a:solidFill>
                  <a:schemeClr val="tx1"/>
                </a:solidFill>
                <a:latin typeface="+mn-lt"/>
                <a:ea typeface="+mn-ea"/>
                <a:cs typeface="+mn-cs"/>
              </a:defRPr>
            </a:lvl3pPr>
            <a:lvl4pPr marL="490538" indent="-268288"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4pPr>
            <a:lvl5pPr marL="773113" indent="-277813" algn="l" defTabSz="914400" rtl="0" eaLnBrk="1" latinLnBrk="0" hangingPunct="1">
              <a:lnSpc>
                <a:spcPct val="95000"/>
              </a:lnSpc>
              <a:spcBef>
                <a:spcPts val="600"/>
              </a:spcBef>
              <a:buClr>
                <a:srgbClr val="0460A9"/>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latin typeface="Arial" panose="020B0604020202020204"/>
              </a:rPr>
              <a:t>Novartis Biomedical Research – Cardiovascular &amp; Metabolism</a:t>
            </a:r>
          </a:p>
          <a:p>
            <a:pPr lvl="2">
              <a:defRPr/>
            </a:pPr>
            <a:r>
              <a:rPr lang="en-GB" sz="1800" dirty="0">
                <a:solidFill>
                  <a:srgbClr val="000000"/>
                </a:solidFill>
                <a:latin typeface="Arial" panose="020B0604020202020204"/>
              </a:rPr>
              <a:t>CVM chemistry teams</a:t>
            </a:r>
          </a:p>
          <a:p>
            <a:pPr>
              <a:defRPr/>
            </a:pPr>
            <a:endParaRPr lang="en-US" dirty="0">
              <a:latin typeface="Arial" panose="020B0604020202020204"/>
            </a:endParaRPr>
          </a:p>
          <a:p>
            <a:pPr>
              <a:defRPr/>
            </a:pPr>
            <a:r>
              <a:rPr lang="en-US" dirty="0">
                <a:latin typeface="Arial" panose="020B0604020202020204"/>
              </a:rPr>
              <a:t>Novartis Biomedical Research – Research Informatics</a:t>
            </a:r>
          </a:p>
          <a:p>
            <a:pPr lvl="2">
              <a:defRPr/>
            </a:pPr>
            <a:r>
              <a:rPr lang="en-GB" sz="1800" dirty="0">
                <a:solidFill>
                  <a:srgbClr val="000000"/>
                </a:solidFill>
                <a:latin typeface="Arial" panose="020B0604020202020204"/>
              </a:rPr>
              <a:t>HPC team</a:t>
            </a:r>
          </a:p>
          <a:p>
            <a:pPr>
              <a:defRPr/>
            </a:pPr>
            <a:endParaRPr lang="en-US" dirty="0">
              <a:latin typeface="Arial" panose="020B0604020202020204"/>
            </a:endParaRPr>
          </a:p>
          <a:p>
            <a:pPr>
              <a:defRPr/>
            </a:pPr>
            <a:r>
              <a:rPr lang="en-US" dirty="0">
                <a:latin typeface="Arial" panose="020B0604020202020204"/>
              </a:rPr>
              <a:t>Amber MD developers</a:t>
            </a:r>
          </a:p>
          <a:p>
            <a:pPr lvl="2">
              <a:defRPr/>
            </a:pPr>
            <a:r>
              <a:rPr lang="en-GB" sz="1800" dirty="0">
                <a:solidFill>
                  <a:srgbClr val="000000"/>
                </a:solidFill>
                <a:latin typeface="Arial" panose="020B0604020202020204"/>
              </a:rPr>
              <a:t>TI Free energy code &amp; tutorials</a:t>
            </a:r>
          </a:p>
          <a:p>
            <a:pPr>
              <a:defRPr/>
            </a:pPr>
            <a:endParaRPr lang="en-US" dirty="0">
              <a:latin typeface="Arial" panose="020B0604020202020204"/>
            </a:endParaRPr>
          </a:p>
          <a:p>
            <a:pPr>
              <a:defRPr/>
            </a:pPr>
            <a:r>
              <a:rPr lang="en-US" dirty="0">
                <a:latin typeface="Arial" panose="020B0604020202020204"/>
              </a:rPr>
              <a:t>Enamine</a:t>
            </a:r>
          </a:p>
          <a:p>
            <a:pPr lvl="2">
              <a:defRPr/>
            </a:pPr>
            <a:r>
              <a:rPr lang="en-GB" sz="1800" dirty="0">
                <a:solidFill>
                  <a:srgbClr val="000000"/>
                </a:solidFill>
                <a:latin typeface="Arial" panose="020B0604020202020204"/>
              </a:rPr>
              <a:t>Enamine chemistry</a:t>
            </a:r>
          </a:p>
          <a:p>
            <a:pPr marL="0" lvl="2" indent="0">
              <a:buFont typeface="Ping LCG Medium" pitchFamily="50" charset="0"/>
              <a:buNone/>
            </a:pPr>
            <a:endParaRPr lang="en-US" dirty="0"/>
          </a:p>
        </p:txBody>
      </p:sp>
      <p:sp>
        <p:nvSpPr>
          <p:cNvPr id="4" name="Rectangle 3">
            <a:extLst>
              <a:ext uri="{FF2B5EF4-FFF2-40B4-BE49-F238E27FC236}">
                <a16:creationId xmlns:a16="http://schemas.microsoft.com/office/drawing/2014/main" id="{399255B5-509B-D602-B07F-8C1F6F645F2F}"/>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1640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8A90-2600-6F3F-39EA-7B7397913476}"/>
              </a:ext>
            </a:extLst>
          </p:cNvPr>
          <p:cNvSpPr>
            <a:spLocks noGrp="1"/>
          </p:cNvSpPr>
          <p:nvPr>
            <p:ph type="ctrTitle"/>
          </p:nvPr>
        </p:nvSpPr>
        <p:spPr/>
        <p:txBody>
          <a:bodyPr/>
          <a:lstStyle/>
          <a:p>
            <a:r>
              <a:rPr lang="en-GB" dirty="0"/>
              <a:t>Thank you</a:t>
            </a:r>
          </a:p>
        </p:txBody>
      </p:sp>
      <p:sp>
        <p:nvSpPr>
          <p:cNvPr id="3" name="Rectangle 2">
            <a:extLst>
              <a:ext uri="{FF2B5EF4-FFF2-40B4-BE49-F238E27FC236}">
                <a16:creationId xmlns:a16="http://schemas.microsoft.com/office/drawing/2014/main" id="{F5C95242-CEA1-428C-BDA8-2A05BBDDB04E}"/>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92445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7ADC-58BA-BA57-59CA-BD6EC87F4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61EC8-E584-7C6D-DD53-B6EB6F460E27}"/>
              </a:ext>
            </a:extLst>
          </p:cNvPr>
          <p:cNvSpPr>
            <a:spLocks noGrp="1"/>
          </p:cNvSpPr>
          <p:nvPr>
            <p:ph type="title"/>
          </p:nvPr>
        </p:nvSpPr>
        <p:spPr>
          <a:xfrm>
            <a:off x="604838" y="311086"/>
            <a:ext cx="11250464" cy="1065278"/>
          </a:xfrm>
        </p:spPr>
        <p:txBody>
          <a:bodyPr/>
          <a:lstStyle/>
          <a:p>
            <a:r>
              <a:rPr lang="en-US" dirty="0"/>
              <a:t>NK7-902 degrades both human and mouse NEK7</a:t>
            </a:r>
          </a:p>
        </p:txBody>
      </p:sp>
      <p:sp>
        <p:nvSpPr>
          <p:cNvPr id="3" name="Rectangle 2">
            <a:extLst>
              <a:ext uri="{FF2B5EF4-FFF2-40B4-BE49-F238E27FC236}">
                <a16:creationId xmlns:a16="http://schemas.microsoft.com/office/drawing/2014/main" id="{FF19AF66-5FEE-7293-7F59-540D5D6B5165}"/>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a:extLst>
              <a:ext uri="{FF2B5EF4-FFF2-40B4-BE49-F238E27FC236}">
                <a16:creationId xmlns:a16="http://schemas.microsoft.com/office/drawing/2014/main" id="{6E9AAA4F-9E2A-33A8-6F60-F5BD149F6311}"/>
              </a:ext>
            </a:extLst>
          </p:cNvPr>
          <p:cNvGraphicFramePr>
            <a:graphicFrameLocks noChangeAspect="1"/>
          </p:cNvGraphicFramePr>
          <p:nvPr>
            <p:extLst>
              <p:ext uri="{D42A27DB-BD31-4B8C-83A1-F6EECF244321}">
                <p14:modId xmlns:p14="http://schemas.microsoft.com/office/powerpoint/2010/main" val="2537120899"/>
              </p:ext>
            </p:extLst>
          </p:nvPr>
        </p:nvGraphicFramePr>
        <p:xfrm>
          <a:off x="107372" y="1323159"/>
          <a:ext cx="2346108" cy="974563"/>
        </p:xfrm>
        <a:graphic>
          <a:graphicData uri="http://schemas.openxmlformats.org/presentationml/2006/ole">
            <mc:AlternateContent xmlns:mc="http://schemas.openxmlformats.org/markup-compatibility/2006">
              <mc:Choice xmlns:v="urn:schemas-microsoft-com:vml" Requires="v">
                <p:oleObj name="CS ChemDraw Drawing" r:id="rId2" imgW="2288631" imgH="950529" progId="ChemDraw.Document.6.0">
                  <p:embed/>
                </p:oleObj>
              </mc:Choice>
              <mc:Fallback>
                <p:oleObj name="CS ChemDraw Drawing" r:id="rId2" imgW="2288631" imgH="950529" progId="ChemDraw.Document.6.0">
                  <p:embed/>
                  <p:pic>
                    <p:nvPicPr>
                      <p:cNvPr id="12" name="Object 11">
                        <a:extLst>
                          <a:ext uri="{FF2B5EF4-FFF2-40B4-BE49-F238E27FC236}">
                            <a16:creationId xmlns:a16="http://schemas.microsoft.com/office/drawing/2014/main" id="{6E9AAA4F-9E2A-33A8-6F60-F5BD149F6311}"/>
                          </a:ext>
                        </a:extLst>
                      </p:cNvPr>
                      <p:cNvPicPr/>
                      <p:nvPr/>
                    </p:nvPicPr>
                    <p:blipFill>
                      <a:blip r:embed="rId3"/>
                      <a:stretch>
                        <a:fillRect/>
                      </a:stretch>
                    </p:blipFill>
                    <p:spPr>
                      <a:xfrm>
                        <a:off x="107372" y="1323159"/>
                        <a:ext cx="2346108" cy="974563"/>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FC190F86-AEB4-E8BA-B235-B2B5054D1EDC}"/>
              </a:ext>
            </a:extLst>
          </p:cNvPr>
          <p:cNvSpPr txBox="1"/>
          <p:nvPr/>
        </p:nvSpPr>
        <p:spPr>
          <a:xfrm>
            <a:off x="1014790" y="1010944"/>
            <a:ext cx="750526" cy="261610"/>
          </a:xfrm>
          <a:prstGeom prst="rect">
            <a:avLst/>
          </a:prstGeom>
          <a:noFill/>
        </p:spPr>
        <p:txBody>
          <a:bodyPr wrap="none" rtlCol="0">
            <a:spAutoFit/>
          </a:bodyPr>
          <a:lstStyle/>
          <a:p>
            <a:pPr algn="ctr"/>
            <a:r>
              <a:rPr lang="en-US" sz="1100" b="1"/>
              <a:t>NK7-902</a:t>
            </a:r>
            <a:endParaRPr lang="en-US" sz="800"/>
          </a:p>
        </p:txBody>
      </p:sp>
      <p:pic>
        <p:nvPicPr>
          <p:cNvPr id="14" name="Picture 13" descr="A screenshot of a computer&#10;&#10;Description automatically generated">
            <a:extLst>
              <a:ext uri="{FF2B5EF4-FFF2-40B4-BE49-F238E27FC236}">
                <a16:creationId xmlns:a16="http://schemas.microsoft.com/office/drawing/2014/main" id="{B0E34830-DBFD-EE0C-5258-1E1BF03CCCC3}"/>
              </a:ext>
            </a:extLst>
          </p:cNvPr>
          <p:cNvPicPr>
            <a:picLocks noChangeAspect="1"/>
          </p:cNvPicPr>
          <p:nvPr/>
        </p:nvPicPr>
        <p:blipFill rotWithShape="1">
          <a:blip r:embed="rId4"/>
          <a:srcRect l="55021" t="67421"/>
          <a:stretch/>
        </p:blipFill>
        <p:spPr>
          <a:xfrm>
            <a:off x="2661033" y="4319459"/>
            <a:ext cx="3165995" cy="2443124"/>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E653278E-0F13-9CD4-65DD-AC179B159F06}"/>
              </a:ext>
            </a:extLst>
          </p:cNvPr>
          <p:cNvPicPr>
            <a:picLocks noChangeAspect="1"/>
          </p:cNvPicPr>
          <p:nvPr/>
        </p:nvPicPr>
        <p:blipFill rotWithShape="1">
          <a:blip r:embed="rId4"/>
          <a:srcRect l="30298" t="69452" r="45363"/>
          <a:stretch/>
        </p:blipFill>
        <p:spPr>
          <a:xfrm>
            <a:off x="85049" y="2929607"/>
            <a:ext cx="2705170" cy="3617307"/>
          </a:xfrm>
          <a:prstGeom prst="rect">
            <a:avLst/>
          </a:prstGeom>
        </p:spPr>
      </p:pic>
      <p:grpSp>
        <p:nvGrpSpPr>
          <p:cNvPr id="40" name="Group 39">
            <a:extLst>
              <a:ext uri="{FF2B5EF4-FFF2-40B4-BE49-F238E27FC236}">
                <a16:creationId xmlns:a16="http://schemas.microsoft.com/office/drawing/2014/main" id="{2B8A7A03-F25C-1D8C-7DA3-2D79A3EFD516}"/>
              </a:ext>
            </a:extLst>
          </p:cNvPr>
          <p:cNvGrpSpPr/>
          <p:nvPr/>
        </p:nvGrpSpPr>
        <p:grpSpPr>
          <a:xfrm>
            <a:off x="2669598" y="1093503"/>
            <a:ext cx="3261133" cy="1255330"/>
            <a:chOff x="439231" y="2464918"/>
            <a:chExt cx="3261133" cy="1255330"/>
          </a:xfrm>
        </p:grpSpPr>
        <p:sp>
          <p:nvSpPr>
            <p:cNvPr id="41" name="TextBox 40">
              <a:extLst>
                <a:ext uri="{FF2B5EF4-FFF2-40B4-BE49-F238E27FC236}">
                  <a16:creationId xmlns:a16="http://schemas.microsoft.com/office/drawing/2014/main" id="{ED38C81B-5D68-E0BA-87E2-49EF4C3D5AA2}"/>
                </a:ext>
              </a:extLst>
            </p:cNvPr>
            <p:cNvSpPr txBox="1"/>
            <p:nvPr/>
          </p:nvSpPr>
          <p:spPr>
            <a:xfrm>
              <a:off x="1131454" y="3474027"/>
              <a:ext cx="1820997" cy="246221"/>
            </a:xfrm>
            <a:prstGeom prst="rect">
              <a:avLst/>
            </a:prstGeom>
            <a:noFill/>
          </p:spPr>
          <p:txBody>
            <a:bodyPr wrap="square" rtlCol="0">
              <a:spAutoFit/>
            </a:bodyPr>
            <a:lstStyle/>
            <a:p>
              <a:r>
                <a:rPr lang="en-US" sz="1000"/>
                <a:t>DC</a:t>
              </a:r>
              <a:r>
                <a:rPr lang="en-US" sz="1000" baseline="-25000"/>
                <a:t>50</a:t>
              </a:r>
              <a:r>
                <a:rPr lang="en-US" sz="1000"/>
                <a:t> = 1.6 </a:t>
              </a:r>
              <a:r>
                <a:rPr lang="en-US" sz="1000" err="1"/>
                <a:t>nM</a:t>
              </a:r>
              <a:r>
                <a:rPr lang="en-US" sz="1000"/>
                <a:t>, </a:t>
              </a:r>
              <a:r>
                <a:rPr lang="en-US" sz="1000" err="1"/>
                <a:t>D</a:t>
              </a:r>
              <a:r>
                <a:rPr lang="en-US" sz="1000" baseline="-25000" err="1"/>
                <a:t>max</a:t>
              </a:r>
              <a:r>
                <a:rPr lang="en-US" sz="1000"/>
                <a:t> &gt; 95%</a:t>
              </a:r>
            </a:p>
          </p:txBody>
        </p:sp>
        <p:grpSp>
          <p:nvGrpSpPr>
            <p:cNvPr id="42" name="Group 41">
              <a:extLst>
                <a:ext uri="{FF2B5EF4-FFF2-40B4-BE49-F238E27FC236}">
                  <a16:creationId xmlns:a16="http://schemas.microsoft.com/office/drawing/2014/main" id="{167E9185-F8D3-F946-B50F-0BBD53091731}"/>
                </a:ext>
              </a:extLst>
            </p:cNvPr>
            <p:cNvGrpSpPr/>
            <p:nvPr/>
          </p:nvGrpSpPr>
          <p:grpSpPr>
            <a:xfrm>
              <a:off x="439231" y="2464918"/>
              <a:ext cx="3261133" cy="1113696"/>
              <a:chOff x="253278" y="708508"/>
              <a:chExt cx="3261133" cy="1113696"/>
            </a:xfrm>
          </p:grpSpPr>
          <p:grpSp>
            <p:nvGrpSpPr>
              <p:cNvPr id="43" name="Group 42">
                <a:extLst>
                  <a:ext uri="{FF2B5EF4-FFF2-40B4-BE49-F238E27FC236}">
                    <a16:creationId xmlns:a16="http://schemas.microsoft.com/office/drawing/2014/main" id="{3D55B0BC-E3B4-0068-0A24-E560D96DD83A}"/>
                  </a:ext>
                </a:extLst>
              </p:cNvPr>
              <p:cNvGrpSpPr/>
              <p:nvPr/>
            </p:nvGrpSpPr>
            <p:grpSpPr>
              <a:xfrm>
                <a:off x="466769" y="708508"/>
                <a:ext cx="3047642" cy="1113696"/>
                <a:chOff x="2981546" y="1357674"/>
                <a:chExt cx="3047642" cy="1113696"/>
              </a:xfrm>
            </p:grpSpPr>
            <p:pic>
              <p:nvPicPr>
                <p:cNvPr id="45" name="Picture 44">
                  <a:extLst>
                    <a:ext uri="{FF2B5EF4-FFF2-40B4-BE49-F238E27FC236}">
                      <a16:creationId xmlns:a16="http://schemas.microsoft.com/office/drawing/2014/main" id="{4F94D1F0-90B1-78CD-9286-1EC4E9825711}"/>
                    </a:ext>
                  </a:extLst>
                </p:cNvPr>
                <p:cNvPicPr>
                  <a:picLocks noChangeAspect="1"/>
                </p:cNvPicPr>
                <p:nvPr/>
              </p:nvPicPr>
              <p:blipFill rotWithShape="1">
                <a:blip r:embed="rId5"/>
                <a:srcRect l="6231" t="47044" r="18727" b="39367"/>
                <a:stretch/>
              </p:blipFill>
              <p:spPr>
                <a:xfrm>
                  <a:off x="3048000" y="1885950"/>
                  <a:ext cx="2456301" cy="444404"/>
                </a:xfrm>
                <a:prstGeom prst="rect">
                  <a:avLst/>
                </a:prstGeom>
              </p:spPr>
            </p:pic>
            <p:sp>
              <p:nvSpPr>
                <p:cNvPr id="46" name="TextBox 45">
                  <a:extLst>
                    <a:ext uri="{FF2B5EF4-FFF2-40B4-BE49-F238E27FC236}">
                      <a16:creationId xmlns:a16="http://schemas.microsoft.com/office/drawing/2014/main" id="{E095846A-D165-C797-FD66-3A29868ED2FB}"/>
                    </a:ext>
                  </a:extLst>
                </p:cNvPr>
                <p:cNvSpPr txBox="1"/>
                <p:nvPr/>
              </p:nvSpPr>
              <p:spPr>
                <a:xfrm rot="19128528">
                  <a:off x="5246052" y="1675794"/>
                  <a:ext cx="505267" cy="230832"/>
                </a:xfrm>
                <a:prstGeom prst="rect">
                  <a:avLst/>
                </a:prstGeom>
                <a:noFill/>
              </p:spPr>
              <p:txBody>
                <a:bodyPr wrap="none" rtlCol="0">
                  <a:spAutoFit/>
                </a:bodyPr>
                <a:lstStyle/>
                <a:p>
                  <a:r>
                    <a:rPr lang="en-US" sz="900"/>
                    <a:t>10000</a:t>
                  </a:r>
                </a:p>
              </p:txBody>
            </p:sp>
            <p:sp>
              <p:nvSpPr>
                <p:cNvPr id="47" name="TextBox 46">
                  <a:extLst>
                    <a:ext uri="{FF2B5EF4-FFF2-40B4-BE49-F238E27FC236}">
                      <a16:creationId xmlns:a16="http://schemas.microsoft.com/office/drawing/2014/main" id="{80E6A99A-BFEB-E75D-893A-9A78AC5C16A7}"/>
                    </a:ext>
                  </a:extLst>
                </p:cNvPr>
                <p:cNvSpPr txBox="1"/>
                <p:nvPr/>
              </p:nvSpPr>
              <p:spPr>
                <a:xfrm rot="19128528">
                  <a:off x="5038656" y="1695563"/>
                  <a:ext cx="441146" cy="230832"/>
                </a:xfrm>
                <a:prstGeom prst="rect">
                  <a:avLst/>
                </a:prstGeom>
                <a:noFill/>
              </p:spPr>
              <p:txBody>
                <a:bodyPr wrap="none" rtlCol="0">
                  <a:spAutoFit/>
                </a:bodyPr>
                <a:lstStyle/>
                <a:p>
                  <a:r>
                    <a:rPr lang="en-US" sz="900"/>
                    <a:t>2500</a:t>
                  </a:r>
                </a:p>
              </p:txBody>
            </p:sp>
            <p:sp>
              <p:nvSpPr>
                <p:cNvPr id="48" name="TextBox 47">
                  <a:extLst>
                    <a:ext uri="{FF2B5EF4-FFF2-40B4-BE49-F238E27FC236}">
                      <a16:creationId xmlns:a16="http://schemas.microsoft.com/office/drawing/2014/main" id="{BE706508-B03D-85B5-251F-EDE461BE5E6C}"/>
                    </a:ext>
                  </a:extLst>
                </p:cNvPr>
                <p:cNvSpPr txBox="1"/>
                <p:nvPr/>
              </p:nvSpPr>
              <p:spPr>
                <a:xfrm rot="19128528">
                  <a:off x="4867525" y="1715331"/>
                  <a:ext cx="377026" cy="230832"/>
                </a:xfrm>
                <a:prstGeom prst="rect">
                  <a:avLst/>
                </a:prstGeom>
                <a:noFill/>
              </p:spPr>
              <p:txBody>
                <a:bodyPr wrap="none" rtlCol="0">
                  <a:spAutoFit/>
                </a:bodyPr>
                <a:lstStyle/>
                <a:p>
                  <a:r>
                    <a:rPr lang="en-US" sz="900"/>
                    <a:t>625</a:t>
                  </a:r>
                </a:p>
              </p:txBody>
            </p:sp>
            <p:sp>
              <p:nvSpPr>
                <p:cNvPr id="49" name="TextBox 48">
                  <a:extLst>
                    <a:ext uri="{FF2B5EF4-FFF2-40B4-BE49-F238E27FC236}">
                      <a16:creationId xmlns:a16="http://schemas.microsoft.com/office/drawing/2014/main" id="{740ACCC5-67B2-9A20-9EF3-F4349470DAD7}"/>
                    </a:ext>
                  </a:extLst>
                </p:cNvPr>
                <p:cNvSpPr txBox="1"/>
                <p:nvPr/>
              </p:nvSpPr>
              <p:spPr>
                <a:xfrm rot="19128528">
                  <a:off x="4620954" y="1685678"/>
                  <a:ext cx="473206" cy="230832"/>
                </a:xfrm>
                <a:prstGeom prst="rect">
                  <a:avLst/>
                </a:prstGeom>
                <a:noFill/>
              </p:spPr>
              <p:txBody>
                <a:bodyPr wrap="none" rtlCol="0">
                  <a:spAutoFit/>
                </a:bodyPr>
                <a:lstStyle/>
                <a:p>
                  <a:r>
                    <a:rPr lang="en-US" sz="900"/>
                    <a:t>156.2</a:t>
                  </a:r>
                </a:p>
              </p:txBody>
            </p:sp>
            <p:sp>
              <p:nvSpPr>
                <p:cNvPr id="50" name="TextBox 49">
                  <a:extLst>
                    <a:ext uri="{FF2B5EF4-FFF2-40B4-BE49-F238E27FC236}">
                      <a16:creationId xmlns:a16="http://schemas.microsoft.com/office/drawing/2014/main" id="{DBBBC425-6DDB-4ED1-C539-A7A5C13DC0BC}"/>
                    </a:ext>
                  </a:extLst>
                </p:cNvPr>
                <p:cNvSpPr txBox="1"/>
                <p:nvPr/>
              </p:nvSpPr>
              <p:spPr>
                <a:xfrm rot="19128528">
                  <a:off x="4460685" y="1735099"/>
                  <a:ext cx="312906" cy="230832"/>
                </a:xfrm>
                <a:prstGeom prst="rect">
                  <a:avLst/>
                </a:prstGeom>
                <a:noFill/>
              </p:spPr>
              <p:txBody>
                <a:bodyPr wrap="none" rtlCol="0">
                  <a:spAutoFit/>
                </a:bodyPr>
                <a:lstStyle/>
                <a:p>
                  <a:r>
                    <a:rPr lang="en-US" sz="900"/>
                    <a:t>39</a:t>
                  </a:r>
                </a:p>
              </p:txBody>
            </p:sp>
            <p:sp>
              <p:nvSpPr>
                <p:cNvPr id="51" name="TextBox 50">
                  <a:extLst>
                    <a:ext uri="{FF2B5EF4-FFF2-40B4-BE49-F238E27FC236}">
                      <a16:creationId xmlns:a16="http://schemas.microsoft.com/office/drawing/2014/main" id="{477921E2-3803-D9DD-C771-E6EBEA8203AD}"/>
                    </a:ext>
                  </a:extLst>
                </p:cNvPr>
                <p:cNvSpPr txBox="1"/>
                <p:nvPr/>
              </p:nvSpPr>
              <p:spPr>
                <a:xfrm rot="19128528">
                  <a:off x="4252755" y="1725215"/>
                  <a:ext cx="344966" cy="230832"/>
                </a:xfrm>
                <a:prstGeom prst="rect">
                  <a:avLst/>
                </a:prstGeom>
                <a:noFill/>
              </p:spPr>
              <p:txBody>
                <a:bodyPr wrap="none" rtlCol="0">
                  <a:spAutoFit/>
                </a:bodyPr>
                <a:lstStyle/>
                <a:p>
                  <a:r>
                    <a:rPr lang="en-US" sz="900"/>
                    <a:t>9.7</a:t>
                  </a:r>
                </a:p>
              </p:txBody>
            </p:sp>
            <p:sp>
              <p:nvSpPr>
                <p:cNvPr id="52" name="TextBox 51">
                  <a:extLst>
                    <a:ext uri="{FF2B5EF4-FFF2-40B4-BE49-F238E27FC236}">
                      <a16:creationId xmlns:a16="http://schemas.microsoft.com/office/drawing/2014/main" id="{49CAF533-1074-3EDE-9090-FA2FAE9810DD}"/>
                    </a:ext>
                  </a:extLst>
                </p:cNvPr>
                <p:cNvSpPr txBox="1"/>
                <p:nvPr/>
              </p:nvSpPr>
              <p:spPr>
                <a:xfrm rot="19128528">
                  <a:off x="4058242" y="1725215"/>
                  <a:ext cx="344966" cy="230832"/>
                </a:xfrm>
                <a:prstGeom prst="rect">
                  <a:avLst/>
                </a:prstGeom>
                <a:noFill/>
              </p:spPr>
              <p:txBody>
                <a:bodyPr wrap="none" rtlCol="0">
                  <a:spAutoFit/>
                </a:bodyPr>
                <a:lstStyle/>
                <a:p>
                  <a:r>
                    <a:rPr lang="en-US" sz="900"/>
                    <a:t>2.4</a:t>
                  </a:r>
                </a:p>
              </p:txBody>
            </p:sp>
            <p:sp>
              <p:nvSpPr>
                <p:cNvPr id="53" name="TextBox 52">
                  <a:extLst>
                    <a:ext uri="{FF2B5EF4-FFF2-40B4-BE49-F238E27FC236}">
                      <a16:creationId xmlns:a16="http://schemas.microsoft.com/office/drawing/2014/main" id="{00F46E4B-DD8C-31AC-3038-837B7617028E}"/>
                    </a:ext>
                  </a:extLst>
                </p:cNvPr>
                <p:cNvSpPr txBox="1"/>
                <p:nvPr/>
              </p:nvSpPr>
              <p:spPr>
                <a:xfrm rot="19128528">
                  <a:off x="3861165" y="1725215"/>
                  <a:ext cx="344966" cy="230832"/>
                </a:xfrm>
                <a:prstGeom prst="rect">
                  <a:avLst/>
                </a:prstGeom>
                <a:noFill/>
              </p:spPr>
              <p:txBody>
                <a:bodyPr wrap="none" rtlCol="0">
                  <a:spAutoFit/>
                </a:bodyPr>
                <a:lstStyle/>
                <a:p>
                  <a:r>
                    <a:rPr lang="en-US" sz="900"/>
                    <a:t>0.6</a:t>
                  </a:r>
                </a:p>
              </p:txBody>
            </p:sp>
            <p:sp>
              <p:nvSpPr>
                <p:cNvPr id="54" name="TextBox 53">
                  <a:extLst>
                    <a:ext uri="{FF2B5EF4-FFF2-40B4-BE49-F238E27FC236}">
                      <a16:creationId xmlns:a16="http://schemas.microsoft.com/office/drawing/2014/main" id="{8A355D2C-CF12-6A3A-4067-ACD6F61CEBC6}"/>
                    </a:ext>
                  </a:extLst>
                </p:cNvPr>
                <p:cNvSpPr txBox="1"/>
                <p:nvPr/>
              </p:nvSpPr>
              <p:spPr>
                <a:xfrm rot="19128528">
                  <a:off x="3633035" y="1705447"/>
                  <a:ext cx="409086" cy="230832"/>
                </a:xfrm>
                <a:prstGeom prst="rect">
                  <a:avLst/>
                </a:prstGeom>
                <a:noFill/>
              </p:spPr>
              <p:txBody>
                <a:bodyPr wrap="none" rtlCol="0">
                  <a:spAutoFit/>
                </a:bodyPr>
                <a:lstStyle/>
                <a:p>
                  <a:r>
                    <a:rPr lang="en-US" sz="900"/>
                    <a:t>0.15</a:t>
                  </a:r>
                </a:p>
              </p:txBody>
            </p:sp>
            <p:sp>
              <p:nvSpPr>
                <p:cNvPr id="55" name="TextBox 54">
                  <a:extLst>
                    <a:ext uri="{FF2B5EF4-FFF2-40B4-BE49-F238E27FC236}">
                      <a16:creationId xmlns:a16="http://schemas.microsoft.com/office/drawing/2014/main" id="{AB001240-052B-A00D-F163-75A208EC9700}"/>
                    </a:ext>
                  </a:extLst>
                </p:cNvPr>
                <p:cNvSpPr txBox="1"/>
                <p:nvPr/>
              </p:nvSpPr>
              <p:spPr>
                <a:xfrm rot="19128528">
                  <a:off x="3430022" y="1685678"/>
                  <a:ext cx="473206" cy="230832"/>
                </a:xfrm>
                <a:prstGeom prst="rect">
                  <a:avLst/>
                </a:prstGeom>
                <a:noFill/>
              </p:spPr>
              <p:txBody>
                <a:bodyPr wrap="none" rtlCol="0">
                  <a:spAutoFit/>
                </a:bodyPr>
                <a:lstStyle/>
                <a:p>
                  <a:r>
                    <a:rPr lang="en-US" sz="900"/>
                    <a:t>0.038</a:t>
                  </a:r>
                </a:p>
              </p:txBody>
            </p:sp>
            <p:sp>
              <p:nvSpPr>
                <p:cNvPr id="56" name="TextBox 55">
                  <a:extLst>
                    <a:ext uri="{FF2B5EF4-FFF2-40B4-BE49-F238E27FC236}">
                      <a16:creationId xmlns:a16="http://schemas.microsoft.com/office/drawing/2014/main" id="{B69ACDB2-24F7-FF88-52B9-9E6AA00D5041}"/>
                    </a:ext>
                  </a:extLst>
                </p:cNvPr>
                <p:cNvSpPr txBox="1"/>
                <p:nvPr/>
              </p:nvSpPr>
              <p:spPr>
                <a:xfrm rot="19128528">
                  <a:off x="2981546" y="1667887"/>
                  <a:ext cx="530915" cy="230832"/>
                </a:xfrm>
                <a:prstGeom prst="rect">
                  <a:avLst/>
                </a:prstGeom>
                <a:noFill/>
              </p:spPr>
              <p:txBody>
                <a:bodyPr wrap="none" rtlCol="0">
                  <a:spAutoFit/>
                </a:bodyPr>
                <a:lstStyle/>
                <a:p>
                  <a:r>
                    <a:rPr lang="en-US" sz="900"/>
                    <a:t>DMSO</a:t>
                  </a:r>
                </a:p>
              </p:txBody>
            </p:sp>
            <p:sp>
              <p:nvSpPr>
                <p:cNvPr id="57" name="TextBox 56">
                  <a:extLst>
                    <a:ext uri="{FF2B5EF4-FFF2-40B4-BE49-F238E27FC236}">
                      <a16:creationId xmlns:a16="http://schemas.microsoft.com/office/drawing/2014/main" id="{06B34736-5AE9-6555-9477-748C3555E846}"/>
                    </a:ext>
                  </a:extLst>
                </p:cNvPr>
                <p:cNvSpPr txBox="1"/>
                <p:nvPr/>
              </p:nvSpPr>
              <p:spPr>
                <a:xfrm>
                  <a:off x="3499167" y="1357674"/>
                  <a:ext cx="1914307" cy="246221"/>
                </a:xfrm>
                <a:prstGeom prst="rect">
                  <a:avLst/>
                </a:prstGeom>
                <a:noFill/>
              </p:spPr>
              <p:txBody>
                <a:bodyPr wrap="none" rtlCol="0">
                  <a:spAutoFit/>
                </a:bodyPr>
                <a:lstStyle/>
                <a:p>
                  <a:r>
                    <a:rPr lang="en-US" sz="1000"/>
                    <a:t>NK7-902 (</a:t>
                  </a:r>
                  <a:r>
                    <a:rPr lang="en-US" sz="1000" err="1"/>
                    <a:t>nM</a:t>
                  </a:r>
                  <a:r>
                    <a:rPr lang="en-US" sz="1000"/>
                    <a:t>) – 18h treatment</a:t>
                  </a:r>
                </a:p>
              </p:txBody>
            </p:sp>
            <p:sp>
              <p:nvSpPr>
                <p:cNvPr id="58" name="Rectangle 57">
                  <a:extLst>
                    <a:ext uri="{FF2B5EF4-FFF2-40B4-BE49-F238E27FC236}">
                      <a16:creationId xmlns:a16="http://schemas.microsoft.com/office/drawing/2014/main" id="{0392DE3B-ECFB-766E-4533-B52DA2BE07DC}"/>
                    </a:ext>
                  </a:extLst>
                </p:cNvPr>
                <p:cNvSpPr/>
                <p:nvPr/>
              </p:nvSpPr>
              <p:spPr>
                <a:xfrm>
                  <a:off x="5492406" y="1857666"/>
                  <a:ext cx="75732" cy="61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9" name="TextBox 58">
                  <a:extLst>
                    <a:ext uri="{FF2B5EF4-FFF2-40B4-BE49-F238E27FC236}">
                      <a16:creationId xmlns:a16="http://schemas.microsoft.com/office/drawing/2014/main" id="{A07A2941-E97D-1F2D-EF73-F99BB9B3ADB0}"/>
                    </a:ext>
                  </a:extLst>
                </p:cNvPr>
                <p:cNvSpPr txBox="1"/>
                <p:nvPr/>
              </p:nvSpPr>
              <p:spPr>
                <a:xfrm>
                  <a:off x="5443771" y="1882912"/>
                  <a:ext cx="585417" cy="246221"/>
                </a:xfrm>
                <a:prstGeom prst="rect">
                  <a:avLst/>
                </a:prstGeom>
                <a:noFill/>
              </p:spPr>
              <p:txBody>
                <a:bodyPr wrap="none" rtlCol="0">
                  <a:spAutoFit/>
                </a:bodyPr>
                <a:lstStyle/>
                <a:p>
                  <a:r>
                    <a:rPr lang="el-GR" sz="1000"/>
                    <a:t>β</a:t>
                  </a:r>
                  <a:r>
                    <a:rPr lang="en-US" sz="1000"/>
                    <a:t>-Actin</a:t>
                  </a:r>
                </a:p>
              </p:txBody>
            </p:sp>
            <p:sp>
              <p:nvSpPr>
                <p:cNvPr id="60" name="TextBox 59">
                  <a:extLst>
                    <a:ext uri="{FF2B5EF4-FFF2-40B4-BE49-F238E27FC236}">
                      <a16:creationId xmlns:a16="http://schemas.microsoft.com/office/drawing/2014/main" id="{EDA08F66-24EA-F11A-0904-9F722219982D}"/>
                    </a:ext>
                  </a:extLst>
                </p:cNvPr>
                <p:cNvSpPr txBox="1"/>
                <p:nvPr/>
              </p:nvSpPr>
              <p:spPr>
                <a:xfrm>
                  <a:off x="5443771" y="2084783"/>
                  <a:ext cx="518091" cy="246221"/>
                </a:xfrm>
                <a:prstGeom prst="rect">
                  <a:avLst/>
                </a:prstGeom>
                <a:noFill/>
              </p:spPr>
              <p:txBody>
                <a:bodyPr wrap="none" rtlCol="0">
                  <a:spAutoFit/>
                </a:bodyPr>
                <a:lstStyle/>
                <a:p>
                  <a:r>
                    <a:rPr lang="en-US" sz="1000"/>
                    <a:t>NEK7</a:t>
                  </a:r>
                </a:p>
              </p:txBody>
            </p:sp>
            <p:sp>
              <p:nvSpPr>
                <p:cNvPr id="61" name="Rectangle 60">
                  <a:extLst>
                    <a:ext uri="{FF2B5EF4-FFF2-40B4-BE49-F238E27FC236}">
                      <a16:creationId xmlns:a16="http://schemas.microsoft.com/office/drawing/2014/main" id="{197FB188-30A5-D2C3-36B4-DA57ACF50723}"/>
                    </a:ext>
                  </a:extLst>
                </p:cNvPr>
                <p:cNvSpPr/>
                <p:nvPr/>
              </p:nvSpPr>
              <p:spPr>
                <a:xfrm>
                  <a:off x="3022029" y="1824803"/>
                  <a:ext cx="75732" cy="61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62" name="TextBox 61">
                  <a:extLst>
                    <a:ext uri="{FF2B5EF4-FFF2-40B4-BE49-F238E27FC236}">
                      <a16:creationId xmlns:a16="http://schemas.microsoft.com/office/drawing/2014/main" id="{6E11A380-AD36-394F-CEFA-DAE7B6E12FD9}"/>
                    </a:ext>
                  </a:extLst>
                </p:cNvPr>
                <p:cNvSpPr txBox="1"/>
                <p:nvPr/>
              </p:nvSpPr>
              <p:spPr>
                <a:xfrm rot="19128528">
                  <a:off x="3217992" y="1685678"/>
                  <a:ext cx="473206" cy="230832"/>
                </a:xfrm>
                <a:prstGeom prst="rect">
                  <a:avLst/>
                </a:prstGeom>
                <a:noFill/>
              </p:spPr>
              <p:txBody>
                <a:bodyPr wrap="none" rtlCol="0">
                  <a:spAutoFit/>
                </a:bodyPr>
                <a:lstStyle/>
                <a:p>
                  <a:r>
                    <a:rPr lang="en-US" sz="900"/>
                    <a:t>0.009</a:t>
                  </a:r>
                </a:p>
              </p:txBody>
            </p:sp>
            <p:cxnSp>
              <p:nvCxnSpPr>
                <p:cNvPr id="63" name="Straight Connector 62">
                  <a:extLst>
                    <a:ext uri="{FF2B5EF4-FFF2-40B4-BE49-F238E27FC236}">
                      <a16:creationId xmlns:a16="http://schemas.microsoft.com/office/drawing/2014/main" id="{6090F4DA-9C76-8F86-09C0-0D0146EC82E9}"/>
                    </a:ext>
                  </a:extLst>
                </p:cNvPr>
                <p:cNvCxnSpPr/>
                <p:nvPr/>
              </p:nvCxnSpPr>
              <p:spPr>
                <a:xfrm>
                  <a:off x="3360143" y="1581150"/>
                  <a:ext cx="2148354" cy="0"/>
                </a:xfrm>
                <a:prstGeom prst="line">
                  <a:avLst/>
                </a:prstGeom>
              </p:spPr>
              <p:style>
                <a:lnRef idx="1">
                  <a:schemeClr val="dk1"/>
                </a:lnRef>
                <a:fillRef idx="0">
                  <a:schemeClr val="dk1"/>
                </a:fillRef>
                <a:effectRef idx="0">
                  <a:schemeClr val="dk1"/>
                </a:effectRef>
                <a:fontRef idx="minor">
                  <a:schemeClr val="tx1"/>
                </a:fontRef>
              </p:style>
            </p:cxnSp>
          </p:grpSp>
          <p:sp>
            <p:nvSpPr>
              <p:cNvPr id="44" name="TextBox 43">
                <a:extLst>
                  <a:ext uri="{FF2B5EF4-FFF2-40B4-BE49-F238E27FC236}">
                    <a16:creationId xmlns:a16="http://schemas.microsoft.com/office/drawing/2014/main" id="{B6D40B4E-06CB-348F-484C-F79D034D3495}"/>
                  </a:ext>
                </a:extLst>
              </p:cNvPr>
              <p:cNvSpPr txBox="1"/>
              <p:nvPr/>
            </p:nvSpPr>
            <p:spPr>
              <a:xfrm>
                <a:off x="253278" y="1410272"/>
                <a:ext cx="412292" cy="230832"/>
              </a:xfrm>
              <a:prstGeom prst="rect">
                <a:avLst/>
              </a:prstGeom>
              <a:noFill/>
            </p:spPr>
            <p:txBody>
              <a:bodyPr wrap="none" rtlCol="0">
                <a:spAutoFit/>
              </a:bodyPr>
              <a:lstStyle/>
              <a:p>
                <a:r>
                  <a:rPr lang="en-US" sz="900"/>
                  <a:t>40 -</a:t>
                </a:r>
                <a:r>
                  <a:rPr lang="en-US" sz="800"/>
                  <a:t> </a:t>
                </a:r>
              </a:p>
            </p:txBody>
          </p:sp>
        </p:grpSp>
      </p:grpSp>
      <p:sp>
        <p:nvSpPr>
          <p:cNvPr id="84" name="TextBox 83">
            <a:extLst>
              <a:ext uri="{FF2B5EF4-FFF2-40B4-BE49-F238E27FC236}">
                <a16:creationId xmlns:a16="http://schemas.microsoft.com/office/drawing/2014/main" id="{4326045B-A1D5-0F4B-1E13-08A60CC6A7B4}"/>
              </a:ext>
            </a:extLst>
          </p:cNvPr>
          <p:cNvSpPr txBox="1"/>
          <p:nvPr/>
        </p:nvSpPr>
        <p:spPr>
          <a:xfrm>
            <a:off x="3277194" y="2549093"/>
            <a:ext cx="2040943" cy="261610"/>
          </a:xfrm>
          <a:prstGeom prst="rect">
            <a:avLst/>
          </a:prstGeom>
          <a:noFill/>
        </p:spPr>
        <p:txBody>
          <a:bodyPr wrap="none" rtlCol="0">
            <a:spAutoFit/>
          </a:bodyPr>
          <a:lstStyle/>
          <a:p>
            <a:r>
              <a:rPr lang="en-US" sz="1100" b="1" dirty="0"/>
              <a:t>Mouse primary splenocytes</a:t>
            </a:r>
            <a:endParaRPr lang="en-US" sz="1100" dirty="0"/>
          </a:p>
        </p:txBody>
      </p:sp>
      <p:grpSp>
        <p:nvGrpSpPr>
          <p:cNvPr id="85" name="Group 84">
            <a:extLst>
              <a:ext uri="{FF2B5EF4-FFF2-40B4-BE49-F238E27FC236}">
                <a16:creationId xmlns:a16="http://schemas.microsoft.com/office/drawing/2014/main" id="{E610DBCE-DE08-FEF2-DE4A-48AF3C916C7A}"/>
              </a:ext>
            </a:extLst>
          </p:cNvPr>
          <p:cNvGrpSpPr/>
          <p:nvPr/>
        </p:nvGrpSpPr>
        <p:grpSpPr>
          <a:xfrm>
            <a:off x="2669598" y="2828699"/>
            <a:ext cx="2933255" cy="1197167"/>
            <a:chOff x="631088" y="2470814"/>
            <a:chExt cx="2933255" cy="1197167"/>
          </a:xfrm>
        </p:grpSpPr>
        <p:sp>
          <p:nvSpPr>
            <p:cNvPr id="86" name="TextBox 85">
              <a:extLst>
                <a:ext uri="{FF2B5EF4-FFF2-40B4-BE49-F238E27FC236}">
                  <a16:creationId xmlns:a16="http://schemas.microsoft.com/office/drawing/2014/main" id="{DE84B4DC-27EF-3BD8-96F2-CEAF611C7499}"/>
                </a:ext>
              </a:extLst>
            </p:cNvPr>
            <p:cNvSpPr txBox="1"/>
            <p:nvPr/>
          </p:nvSpPr>
          <p:spPr>
            <a:xfrm>
              <a:off x="1236334" y="3421760"/>
              <a:ext cx="1798890" cy="246221"/>
            </a:xfrm>
            <a:prstGeom prst="rect">
              <a:avLst/>
            </a:prstGeom>
            <a:noFill/>
          </p:spPr>
          <p:txBody>
            <a:bodyPr wrap="none" rtlCol="0">
              <a:spAutoFit/>
            </a:bodyPr>
            <a:lstStyle/>
            <a:p>
              <a:r>
                <a:rPr lang="en-US" sz="1000"/>
                <a:t>DC</a:t>
              </a:r>
              <a:r>
                <a:rPr lang="en-US" sz="1000" baseline="-25000"/>
                <a:t>50</a:t>
              </a:r>
              <a:r>
                <a:rPr lang="en-US" sz="1000"/>
                <a:t> = 54.2 </a:t>
              </a:r>
              <a:r>
                <a:rPr lang="en-US" sz="1000" err="1"/>
                <a:t>nM</a:t>
              </a:r>
              <a:r>
                <a:rPr lang="en-US" sz="1000"/>
                <a:t>, </a:t>
              </a:r>
              <a:r>
                <a:rPr lang="en-US" sz="1000" err="1"/>
                <a:t>D</a:t>
              </a:r>
              <a:r>
                <a:rPr lang="en-US" sz="1000" baseline="-25000" err="1"/>
                <a:t>max</a:t>
              </a:r>
              <a:r>
                <a:rPr lang="en-US" sz="1000"/>
                <a:t> &gt; 95%</a:t>
              </a:r>
            </a:p>
          </p:txBody>
        </p:sp>
        <p:sp>
          <p:nvSpPr>
            <p:cNvPr id="87" name="Rectangle 86">
              <a:extLst>
                <a:ext uri="{FF2B5EF4-FFF2-40B4-BE49-F238E27FC236}">
                  <a16:creationId xmlns:a16="http://schemas.microsoft.com/office/drawing/2014/main" id="{D59C6B0C-1496-49F3-4450-648FC09FC19F}"/>
                </a:ext>
              </a:extLst>
            </p:cNvPr>
            <p:cNvSpPr/>
            <p:nvPr/>
          </p:nvSpPr>
          <p:spPr>
            <a:xfrm>
              <a:off x="631088" y="2696482"/>
              <a:ext cx="104108" cy="38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pic>
          <p:nvPicPr>
            <p:cNvPr id="88" name="Picture 87">
              <a:extLst>
                <a:ext uri="{FF2B5EF4-FFF2-40B4-BE49-F238E27FC236}">
                  <a16:creationId xmlns:a16="http://schemas.microsoft.com/office/drawing/2014/main" id="{804956E7-DC64-650E-C00C-9D83E4B95BB5}"/>
                </a:ext>
              </a:extLst>
            </p:cNvPr>
            <p:cNvPicPr preferRelativeResize="0">
              <a:picLocks/>
            </p:cNvPicPr>
            <p:nvPr/>
          </p:nvPicPr>
          <p:blipFill rotWithShape="1">
            <a:blip r:embed="rId6"/>
            <a:srcRect l="7601" t="53899" r="30449" b="34355"/>
            <a:stretch/>
          </p:blipFill>
          <p:spPr>
            <a:xfrm>
              <a:off x="1103272" y="3047673"/>
              <a:ext cx="1914307" cy="337550"/>
            </a:xfrm>
            <a:prstGeom prst="rect">
              <a:avLst/>
            </a:prstGeom>
          </p:spPr>
        </p:pic>
        <p:sp>
          <p:nvSpPr>
            <p:cNvPr id="89" name="TextBox 88">
              <a:extLst>
                <a:ext uri="{FF2B5EF4-FFF2-40B4-BE49-F238E27FC236}">
                  <a16:creationId xmlns:a16="http://schemas.microsoft.com/office/drawing/2014/main" id="{E44934D9-2320-5122-A6CE-41F279363DAF}"/>
                </a:ext>
              </a:extLst>
            </p:cNvPr>
            <p:cNvSpPr txBox="1"/>
            <p:nvPr/>
          </p:nvSpPr>
          <p:spPr>
            <a:xfrm>
              <a:off x="2978926" y="3015705"/>
              <a:ext cx="585417" cy="246221"/>
            </a:xfrm>
            <a:prstGeom prst="rect">
              <a:avLst/>
            </a:prstGeom>
            <a:noFill/>
          </p:spPr>
          <p:txBody>
            <a:bodyPr wrap="none" rtlCol="0">
              <a:spAutoFit/>
            </a:bodyPr>
            <a:lstStyle/>
            <a:p>
              <a:r>
                <a:rPr lang="el-GR" sz="1000"/>
                <a:t>β</a:t>
              </a:r>
              <a:r>
                <a:rPr lang="en-US" sz="1000"/>
                <a:t>-Actin</a:t>
              </a:r>
            </a:p>
          </p:txBody>
        </p:sp>
        <p:sp>
          <p:nvSpPr>
            <p:cNvPr id="90" name="TextBox 89">
              <a:extLst>
                <a:ext uri="{FF2B5EF4-FFF2-40B4-BE49-F238E27FC236}">
                  <a16:creationId xmlns:a16="http://schemas.microsoft.com/office/drawing/2014/main" id="{943726D6-3EF8-02B8-D2C1-27E9724B34D1}"/>
                </a:ext>
              </a:extLst>
            </p:cNvPr>
            <p:cNvSpPr txBox="1"/>
            <p:nvPr/>
          </p:nvSpPr>
          <p:spPr>
            <a:xfrm>
              <a:off x="2978926" y="3178281"/>
              <a:ext cx="518091" cy="246221"/>
            </a:xfrm>
            <a:prstGeom prst="rect">
              <a:avLst/>
            </a:prstGeom>
            <a:noFill/>
          </p:spPr>
          <p:txBody>
            <a:bodyPr wrap="none" rtlCol="0">
              <a:spAutoFit/>
            </a:bodyPr>
            <a:lstStyle/>
            <a:p>
              <a:r>
                <a:rPr lang="en-US" sz="1000"/>
                <a:t>NEK7</a:t>
              </a:r>
            </a:p>
          </p:txBody>
        </p:sp>
        <p:sp>
          <p:nvSpPr>
            <p:cNvPr id="91" name="TextBox 90">
              <a:extLst>
                <a:ext uri="{FF2B5EF4-FFF2-40B4-BE49-F238E27FC236}">
                  <a16:creationId xmlns:a16="http://schemas.microsoft.com/office/drawing/2014/main" id="{F3B04F67-7968-EBD9-563C-97A8AB48926F}"/>
                </a:ext>
              </a:extLst>
            </p:cNvPr>
            <p:cNvSpPr txBox="1"/>
            <p:nvPr/>
          </p:nvSpPr>
          <p:spPr>
            <a:xfrm rot="19128528">
              <a:off x="2706609" y="2790317"/>
              <a:ext cx="505267" cy="230832"/>
            </a:xfrm>
            <a:prstGeom prst="rect">
              <a:avLst/>
            </a:prstGeom>
            <a:noFill/>
          </p:spPr>
          <p:txBody>
            <a:bodyPr wrap="none" rtlCol="0">
              <a:spAutoFit/>
            </a:bodyPr>
            <a:lstStyle/>
            <a:p>
              <a:r>
                <a:rPr lang="en-US" sz="900"/>
                <a:t>10000</a:t>
              </a:r>
            </a:p>
          </p:txBody>
        </p:sp>
        <p:sp>
          <p:nvSpPr>
            <p:cNvPr id="92" name="TextBox 91">
              <a:extLst>
                <a:ext uri="{FF2B5EF4-FFF2-40B4-BE49-F238E27FC236}">
                  <a16:creationId xmlns:a16="http://schemas.microsoft.com/office/drawing/2014/main" id="{61433540-E752-4C92-9603-B12001262366}"/>
                </a:ext>
              </a:extLst>
            </p:cNvPr>
            <p:cNvSpPr txBox="1"/>
            <p:nvPr/>
          </p:nvSpPr>
          <p:spPr>
            <a:xfrm rot="19128528">
              <a:off x="2532908" y="2794860"/>
              <a:ext cx="441146" cy="230832"/>
            </a:xfrm>
            <a:prstGeom prst="rect">
              <a:avLst/>
            </a:prstGeom>
            <a:noFill/>
          </p:spPr>
          <p:txBody>
            <a:bodyPr wrap="none" rtlCol="0">
              <a:spAutoFit/>
            </a:bodyPr>
            <a:lstStyle/>
            <a:p>
              <a:r>
                <a:rPr lang="en-US" sz="900"/>
                <a:t>3000</a:t>
              </a:r>
            </a:p>
          </p:txBody>
        </p:sp>
        <p:sp>
          <p:nvSpPr>
            <p:cNvPr id="93" name="TextBox 92">
              <a:extLst>
                <a:ext uri="{FF2B5EF4-FFF2-40B4-BE49-F238E27FC236}">
                  <a16:creationId xmlns:a16="http://schemas.microsoft.com/office/drawing/2014/main" id="{F97F7756-BAFC-8B99-6564-73A701BE4B2A}"/>
                </a:ext>
              </a:extLst>
            </p:cNvPr>
            <p:cNvSpPr txBox="1"/>
            <p:nvPr/>
          </p:nvSpPr>
          <p:spPr>
            <a:xfrm rot="19128528">
              <a:off x="2332976" y="2794860"/>
              <a:ext cx="441146" cy="230832"/>
            </a:xfrm>
            <a:prstGeom prst="rect">
              <a:avLst/>
            </a:prstGeom>
            <a:noFill/>
          </p:spPr>
          <p:txBody>
            <a:bodyPr wrap="none" rtlCol="0">
              <a:spAutoFit/>
            </a:bodyPr>
            <a:lstStyle/>
            <a:p>
              <a:r>
                <a:rPr lang="en-US" sz="900"/>
                <a:t>1000</a:t>
              </a:r>
            </a:p>
          </p:txBody>
        </p:sp>
        <p:sp>
          <p:nvSpPr>
            <p:cNvPr id="94" name="TextBox 93">
              <a:extLst>
                <a:ext uri="{FF2B5EF4-FFF2-40B4-BE49-F238E27FC236}">
                  <a16:creationId xmlns:a16="http://schemas.microsoft.com/office/drawing/2014/main" id="{B2A71462-B62F-2529-31F2-0727F67AA2F2}"/>
                </a:ext>
              </a:extLst>
            </p:cNvPr>
            <p:cNvSpPr txBox="1"/>
            <p:nvPr/>
          </p:nvSpPr>
          <p:spPr>
            <a:xfrm rot="19128528">
              <a:off x="2173077" y="2814141"/>
              <a:ext cx="377026" cy="230832"/>
            </a:xfrm>
            <a:prstGeom prst="rect">
              <a:avLst/>
            </a:prstGeom>
            <a:noFill/>
          </p:spPr>
          <p:txBody>
            <a:bodyPr wrap="none" rtlCol="0">
              <a:spAutoFit/>
            </a:bodyPr>
            <a:lstStyle/>
            <a:p>
              <a:r>
                <a:rPr lang="en-US" sz="900"/>
                <a:t>300</a:t>
              </a:r>
            </a:p>
          </p:txBody>
        </p:sp>
        <p:sp>
          <p:nvSpPr>
            <p:cNvPr id="95" name="TextBox 94">
              <a:extLst>
                <a:ext uri="{FF2B5EF4-FFF2-40B4-BE49-F238E27FC236}">
                  <a16:creationId xmlns:a16="http://schemas.microsoft.com/office/drawing/2014/main" id="{0292BC3A-0314-8928-D09D-339D94B4DD47}"/>
                </a:ext>
              </a:extLst>
            </p:cNvPr>
            <p:cNvSpPr txBox="1"/>
            <p:nvPr/>
          </p:nvSpPr>
          <p:spPr>
            <a:xfrm rot="19128528">
              <a:off x="1972020" y="2814141"/>
              <a:ext cx="377026" cy="230832"/>
            </a:xfrm>
            <a:prstGeom prst="rect">
              <a:avLst/>
            </a:prstGeom>
            <a:noFill/>
          </p:spPr>
          <p:txBody>
            <a:bodyPr wrap="none" rtlCol="0">
              <a:spAutoFit/>
            </a:bodyPr>
            <a:lstStyle/>
            <a:p>
              <a:r>
                <a:rPr lang="en-US" sz="900"/>
                <a:t>100</a:t>
              </a:r>
            </a:p>
          </p:txBody>
        </p:sp>
        <p:sp>
          <p:nvSpPr>
            <p:cNvPr id="96" name="TextBox 95">
              <a:extLst>
                <a:ext uri="{FF2B5EF4-FFF2-40B4-BE49-F238E27FC236}">
                  <a16:creationId xmlns:a16="http://schemas.microsoft.com/office/drawing/2014/main" id="{17FB2EBC-9CE2-5363-408C-A9B9D12507BC}"/>
                </a:ext>
              </a:extLst>
            </p:cNvPr>
            <p:cNvSpPr txBox="1"/>
            <p:nvPr/>
          </p:nvSpPr>
          <p:spPr>
            <a:xfrm rot="19128528">
              <a:off x="1795551" y="2833422"/>
              <a:ext cx="312906" cy="230832"/>
            </a:xfrm>
            <a:prstGeom prst="rect">
              <a:avLst/>
            </a:prstGeom>
            <a:noFill/>
          </p:spPr>
          <p:txBody>
            <a:bodyPr wrap="none" rtlCol="0">
              <a:spAutoFit/>
            </a:bodyPr>
            <a:lstStyle/>
            <a:p>
              <a:r>
                <a:rPr lang="en-US" sz="900"/>
                <a:t>30</a:t>
              </a:r>
            </a:p>
          </p:txBody>
        </p:sp>
        <p:sp>
          <p:nvSpPr>
            <p:cNvPr id="97" name="TextBox 96">
              <a:extLst>
                <a:ext uri="{FF2B5EF4-FFF2-40B4-BE49-F238E27FC236}">
                  <a16:creationId xmlns:a16="http://schemas.microsoft.com/office/drawing/2014/main" id="{9D7C0C24-BF48-858D-9680-A644BE7A0AF5}"/>
                </a:ext>
              </a:extLst>
            </p:cNvPr>
            <p:cNvSpPr txBox="1"/>
            <p:nvPr/>
          </p:nvSpPr>
          <p:spPr>
            <a:xfrm rot="19128528">
              <a:off x="1604928" y="2833422"/>
              <a:ext cx="312906" cy="230832"/>
            </a:xfrm>
            <a:prstGeom prst="rect">
              <a:avLst/>
            </a:prstGeom>
            <a:noFill/>
          </p:spPr>
          <p:txBody>
            <a:bodyPr wrap="none" rtlCol="0">
              <a:spAutoFit/>
            </a:bodyPr>
            <a:lstStyle/>
            <a:p>
              <a:r>
                <a:rPr lang="en-US" sz="900"/>
                <a:t>10</a:t>
              </a:r>
            </a:p>
          </p:txBody>
        </p:sp>
        <p:sp>
          <p:nvSpPr>
            <p:cNvPr id="98" name="TextBox 97">
              <a:extLst>
                <a:ext uri="{FF2B5EF4-FFF2-40B4-BE49-F238E27FC236}">
                  <a16:creationId xmlns:a16="http://schemas.microsoft.com/office/drawing/2014/main" id="{A67D765E-0A2A-0CC3-8C6A-F472479E1913}"/>
                </a:ext>
              </a:extLst>
            </p:cNvPr>
            <p:cNvSpPr txBox="1"/>
            <p:nvPr/>
          </p:nvSpPr>
          <p:spPr>
            <a:xfrm rot="19128528">
              <a:off x="1457644" y="2852703"/>
              <a:ext cx="248786" cy="230832"/>
            </a:xfrm>
            <a:prstGeom prst="rect">
              <a:avLst/>
            </a:prstGeom>
            <a:noFill/>
          </p:spPr>
          <p:txBody>
            <a:bodyPr wrap="none" rtlCol="0">
              <a:spAutoFit/>
            </a:bodyPr>
            <a:lstStyle/>
            <a:p>
              <a:r>
                <a:rPr lang="en-US" sz="900"/>
                <a:t>3</a:t>
              </a:r>
            </a:p>
          </p:txBody>
        </p:sp>
        <p:sp>
          <p:nvSpPr>
            <p:cNvPr id="99" name="TextBox 98">
              <a:extLst>
                <a:ext uri="{FF2B5EF4-FFF2-40B4-BE49-F238E27FC236}">
                  <a16:creationId xmlns:a16="http://schemas.microsoft.com/office/drawing/2014/main" id="{DFBF8CDE-ABFB-15A6-E6D9-453CBA48F016}"/>
                </a:ext>
              </a:extLst>
            </p:cNvPr>
            <p:cNvSpPr txBox="1"/>
            <p:nvPr/>
          </p:nvSpPr>
          <p:spPr>
            <a:xfrm rot="19128528">
              <a:off x="1272023" y="2852703"/>
              <a:ext cx="248786" cy="230832"/>
            </a:xfrm>
            <a:prstGeom prst="rect">
              <a:avLst/>
            </a:prstGeom>
            <a:noFill/>
          </p:spPr>
          <p:txBody>
            <a:bodyPr wrap="none" rtlCol="0">
              <a:spAutoFit/>
            </a:bodyPr>
            <a:lstStyle/>
            <a:p>
              <a:r>
                <a:rPr lang="en-US" sz="900"/>
                <a:t>1</a:t>
              </a:r>
            </a:p>
          </p:txBody>
        </p:sp>
        <p:sp>
          <p:nvSpPr>
            <p:cNvPr id="100" name="TextBox 99">
              <a:extLst>
                <a:ext uri="{FF2B5EF4-FFF2-40B4-BE49-F238E27FC236}">
                  <a16:creationId xmlns:a16="http://schemas.microsoft.com/office/drawing/2014/main" id="{92D07EF4-B647-A4E9-7D2C-7E71445DC35D}"/>
                </a:ext>
              </a:extLst>
            </p:cNvPr>
            <p:cNvSpPr txBox="1"/>
            <p:nvPr/>
          </p:nvSpPr>
          <p:spPr>
            <a:xfrm rot="19128528">
              <a:off x="1036171" y="2783096"/>
              <a:ext cx="530915" cy="230832"/>
            </a:xfrm>
            <a:prstGeom prst="rect">
              <a:avLst/>
            </a:prstGeom>
            <a:noFill/>
          </p:spPr>
          <p:txBody>
            <a:bodyPr wrap="none" rtlCol="0">
              <a:spAutoFit/>
            </a:bodyPr>
            <a:lstStyle/>
            <a:p>
              <a:r>
                <a:rPr lang="en-US" sz="900"/>
                <a:t>DMSO</a:t>
              </a:r>
            </a:p>
          </p:txBody>
        </p:sp>
        <p:cxnSp>
          <p:nvCxnSpPr>
            <p:cNvPr id="101" name="Straight Connector 100">
              <a:extLst>
                <a:ext uri="{FF2B5EF4-FFF2-40B4-BE49-F238E27FC236}">
                  <a16:creationId xmlns:a16="http://schemas.microsoft.com/office/drawing/2014/main" id="{F0CA0B75-4317-4086-A056-0B8CB327947D}"/>
                </a:ext>
              </a:extLst>
            </p:cNvPr>
            <p:cNvCxnSpPr>
              <a:cxnSpLocks/>
            </p:cNvCxnSpPr>
            <p:nvPr/>
          </p:nvCxnSpPr>
          <p:spPr>
            <a:xfrm>
              <a:off x="1345912" y="2712882"/>
              <a:ext cx="1719219" cy="0"/>
            </a:xfrm>
            <a:prstGeom prst="line">
              <a:avLst/>
            </a:prstGeom>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8DD9E3A6-55C0-11BF-8A95-CB69A0281957}"/>
                </a:ext>
              </a:extLst>
            </p:cNvPr>
            <p:cNvSpPr txBox="1"/>
            <p:nvPr/>
          </p:nvSpPr>
          <p:spPr>
            <a:xfrm>
              <a:off x="1268075" y="2470814"/>
              <a:ext cx="1914307" cy="246221"/>
            </a:xfrm>
            <a:prstGeom prst="rect">
              <a:avLst/>
            </a:prstGeom>
            <a:noFill/>
          </p:spPr>
          <p:txBody>
            <a:bodyPr wrap="none" rtlCol="0">
              <a:spAutoFit/>
            </a:bodyPr>
            <a:lstStyle/>
            <a:p>
              <a:r>
                <a:rPr lang="en-US" sz="1000"/>
                <a:t>NK7-902 (</a:t>
              </a:r>
              <a:r>
                <a:rPr lang="en-US" sz="1000" err="1"/>
                <a:t>nM</a:t>
              </a:r>
              <a:r>
                <a:rPr lang="en-US" sz="1000"/>
                <a:t>) – 18h treatment</a:t>
              </a:r>
            </a:p>
          </p:txBody>
        </p:sp>
        <p:sp>
          <p:nvSpPr>
            <p:cNvPr id="103" name="TextBox 102">
              <a:extLst>
                <a:ext uri="{FF2B5EF4-FFF2-40B4-BE49-F238E27FC236}">
                  <a16:creationId xmlns:a16="http://schemas.microsoft.com/office/drawing/2014/main" id="{CAD94BB3-289A-57B3-D898-54E2A048736D}"/>
                </a:ext>
              </a:extLst>
            </p:cNvPr>
            <p:cNvSpPr txBox="1"/>
            <p:nvPr/>
          </p:nvSpPr>
          <p:spPr>
            <a:xfrm>
              <a:off x="807762" y="3157290"/>
              <a:ext cx="412292" cy="230832"/>
            </a:xfrm>
            <a:prstGeom prst="rect">
              <a:avLst/>
            </a:prstGeom>
            <a:noFill/>
          </p:spPr>
          <p:txBody>
            <a:bodyPr wrap="none" rtlCol="0">
              <a:spAutoFit/>
            </a:bodyPr>
            <a:lstStyle/>
            <a:p>
              <a:r>
                <a:rPr lang="en-US" sz="900"/>
                <a:t>40 -</a:t>
              </a:r>
              <a:r>
                <a:rPr lang="en-US" sz="800"/>
                <a:t> </a:t>
              </a:r>
            </a:p>
          </p:txBody>
        </p:sp>
      </p:grpSp>
      <p:sp>
        <p:nvSpPr>
          <p:cNvPr id="104" name="TextBox 103">
            <a:extLst>
              <a:ext uri="{FF2B5EF4-FFF2-40B4-BE49-F238E27FC236}">
                <a16:creationId xmlns:a16="http://schemas.microsoft.com/office/drawing/2014/main" id="{98E8FC1C-000C-BBD3-36DA-5ABC7EDB3BDB}"/>
              </a:ext>
            </a:extLst>
          </p:cNvPr>
          <p:cNvSpPr txBox="1"/>
          <p:nvPr/>
        </p:nvSpPr>
        <p:spPr>
          <a:xfrm>
            <a:off x="3731845" y="815252"/>
            <a:ext cx="1197764" cy="261610"/>
          </a:xfrm>
          <a:prstGeom prst="rect">
            <a:avLst/>
          </a:prstGeom>
          <a:noFill/>
        </p:spPr>
        <p:txBody>
          <a:bodyPr wrap="none" rtlCol="0">
            <a:spAutoFit/>
          </a:bodyPr>
          <a:lstStyle/>
          <a:p>
            <a:r>
              <a:rPr lang="en-US" sz="1100" b="1"/>
              <a:t>Human PBMCs</a:t>
            </a:r>
            <a:endParaRPr lang="en-US" sz="1100"/>
          </a:p>
        </p:txBody>
      </p:sp>
      <p:pic>
        <p:nvPicPr>
          <p:cNvPr id="117" name="Picture 116" descr="A computer generated image of a molecule&#10;&#10;Description automatically generated">
            <a:extLst>
              <a:ext uri="{FF2B5EF4-FFF2-40B4-BE49-F238E27FC236}">
                <a16:creationId xmlns:a16="http://schemas.microsoft.com/office/drawing/2014/main" id="{2AE05B57-2E70-594B-EC2A-079FE7CA02D8}"/>
              </a:ext>
            </a:extLst>
          </p:cNvPr>
          <p:cNvPicPr>
            <a:picLocks noChangeAspect="1"/>
          </p:cNvPicPr>
          <p:nvPr/>
        </p:nvPicPr>
        <p:blipFill>
          <a:blip r:embed="rId7"/>
          <a:stretch>
            <a:fillRect/>
          </a:stretch>
        </p:blipFill>
        <p:spPr>
          <a:xfrm>
            <a:off x="6339809" y="928483"/>
            <a:ext cx="2834640" cy="2834640"/>
          </a:xfrm>
          <a:prstGeom prst="rect">
            <a:avLst/>
          </a:prstGeom>
          <a:ln w="19050">
            <a:solidFill>
              <a:schemeClr val="accent6"/>
            </a:solidFill>
          </a:ln>
        </p:spPr>
      </p:pic>
      <p:pic>
        <p:nvPicPr>
          <p:cNvPr id="118" name="Picture 117" descr="A cartoon of a structure&#10;&#10;Description automatically generated with medium confidence">
            <a:extLst>
              <a:ext uri="{FF2B5EF4-FFF2-40B4-BE49-F238E27FC236}">
                <a16:creationId xmlns:a16="http://schemas.microsoft.com/office/drawing/2014/main" id="{51E0E3A9-F44A-E508-22F0-D0911362B9EE}"/>
              </a:ext>
            </a:extLst>
          </p:cNvPr>
          <p:cNvPicPr>
            <a:picLocks noChangeAspect="1"/>
          </p:cNvPicPr>
          <p:nvPr/>
        </p:nvPicPr>
        <p:blipFill>
          <a:blip r:embed="rId8"/>
          <a:stretch>
            <a:fillRect/>
          </a:stretch>
        </p:blipFill>
        <p:spPr>
          <a:xfrm>
            <a:off x="9306467" y="928483"/>
            <a:ext cx="2834640" cy="2834640"/>
          </a:xfrm>
          <a:prstGeom prst="rect">
            <a:avLst/>
          </a:prstGeom>
          <a:ln w="19050">
            <a:solidFill>
              <a:schemeClr val="accent6"/>
            </a:solidFill>
          </a:ln>
        </p:spPr>
      </p:pic>
      <p:pic>
        <p:nvPicPr>
          <p:cNvPr id="119" name="Picture 118" descr="A close up of a structure&#10;&#10;Description automatically generated">
            <a:extLst>
              <a:ext uri="{FF2B5EF4-FFF2-40B4-BE49-F238E27FC236}">
                <a16:creationId xmlns:a16="http://schemas.microsoft.com/office/drawing/2014/main" id="{DAEC789D-2C5D-62B3-AFCE-99FD272FC434}"/>
              </a:ext>
            </a:extLst>
          </p:cNvPr>
          <p:cNvPicPr>
            <a:picLocks noChangeAspect="1"/>
          </p:cNvPicPr>
          <p:nvPr/>
        </p:nvPicPr>
        <p:blipFill>
          <a:blip r:embed="rId9"/>
          <a:stretch>
            <a:fillRect/>
          </a:stretch>
        </p:blipFill>
        <p:spPr>
          <a:xfrm>
            <a:off x="6339809" y="3919210"/>
            <a:ext cx="2834640" cy="2834640"/>
          </a:xfrm>
          <a:prstGeom prst="rect">
            <a:avLst/>
          </a:prstGeom>
          <a:ln w="19050">
            <a:solidFill>
              <a:schemeClr val="accent6"/>
            </a:solidFill>
          </a:ln>
        </p:spPr>
      </p:pic>
      <p:pic>
        <p:nvPicPr>
          <p:cNvPr id="120" name="Picture 119" descr="A close up of a structure&#10;&#10;Description automatically generated">
            <a:extLst>
              <a:ext uri="{FF2B5EF4-FFF2-40B4-BE49-F238E27FC236}">
                <a16:creationId xmlns:a16="http://schemas.microsoft.com/office/drawing/2014/main" id="{2E9D69BC-E2BF-3694-C5BA-815817EB9EA3}"/>
              </a:ext>
            </a:extLst>
          </p:cNvPr>
          <p:cNvPicPr>
            <a:picLocks noChangeAspect="1"/>
          </p:cNvPicPr>
          <p:nvPr/>
        </p:nvPicPr>
        <p:blipFill>
          <a:blip r:embed="rId10"/>
          <a:stretch>
            <a:fillRect/>
          </a:stretch>
        </p:blipFill>
        <p:spPr>
          <a:xfrm>
            <a:off x="9306467" y="3919210"/>
            <a:ext cx="2834640" cy="2834640"/>
          </a:xfrm>
          <a:prstGeom prst="rect">
            <a:avLst/>
          </a:prstGeom>
          <a:ln w="19050">
            <a:solidFill>
              <a:schemeClr val="accent6"/>
            </a:solidFill>
          </a:ln>
        </p:spPr>
      </p:pic>
      <p:sp>
        <p:nvSpPr>
          <p:cNvPr id="121" name="Arc 120">
            <a:extLst>
              <a:ext uri="{FF2B5EF4-FFF2-40B4-BE49-F238E27FC236}">
                <a16:creationId xmlns:a16="http://schemas.microsoft.com/office/drawing/2014/main" id="{85C40D36-F392-5930-C96E-81CC8D1F7712}"/>
              </a:ext>
            </a:extLst>
          </p:cNvPr>
          <p:cNvSpPr/>
          <p:nvPr/>
        </p:nvSpPr>
        <p:spPr>
          <a:xfrm rot="18181048">
            <a:off x="10922389" y="4696692"/>
            <a:ext cx="946297" cy="987316"/>
          </a:xfrm>
          <a:prstGeom prst="arc">
            <a:avLst>
              <a:gd name="adj1" fmla="val 16200000"/>
              <a:gd name="adj2" fmla="val 19677284"/>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2" name="Arc 121">
            <a:extLst>
              <a:ext uri="{FF2B5EF4-FFF2-40B4-BE49-F238E27FC236}">
                <a16:creationId xmlns:a16="http://schemas.microsoft.com/office/drawing/2014/main" id="{D374C32B-8B7E-B802-A714-FA4CE9638760}"/>
              </a:ext>
            </a:extLst>
          </p:cNvPr>
          <p:cNvSpPr/>
          <p:nvPr/>
        </p:nvSpPr>
        <p:spPr>
          <a:xfrm rot="18181048">
            <a:off x="7966532" y="4696691"/>
            <a:ext cx="946297" cy="987316"/>
          </a:xfrm>
          <a:prstGeom prst="arc">
            <a:avLst>
              <a:gd name="adj1" fmla="val 16200000"/>
              <a:gd name="adj2" fmla="val 19677284"/>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3" name="Arc 122">
            <a:extLst>
              <a:ext uri="{FF2B5EF4-FFF2-40B4-BE49-F238E27FC236}">
                <a16:creationId xmlns:a16="http://schemas.microsoft.com/office/drawing/2014/main" id="{106A689B-F1C2-02B3-D3C7-F10A2301E921}"/>
              </a:ext>
            </a:extLst>
          </p:cNvPr>
          <p:cNvSpPr/>
          <p:nvPr/>
        </p:nvSpPr>
        <p:spPr>
          <a:xfrm rot="17039199">
            <a:off x="10766445" y="1903140"/>
            <a:ext cx="946297" cy="987316"/>
          </a:xfrm>
          <a:prstGeom prst="arc">
            <a:avLst>
              <a:gd name="adj1" fmla="val 16200000"/>
              <a:gd name="adj2" fmla="val 19677284"/>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4" name="Arc 123">
            <a:extLst>
              <a:ext uri="{FF2B5EF4-FFF2-40B4-BE49-F238E27FC236}">
                <a16:creationId xmlns:a16="http://schemas.microsoft.com/office/drawing/2014/main" id="{7D80DC73-8F43-9208-D2F4-1B36CE400B5B}"/>
              </a:ext>
            </a:extLst>
          </p:cNvPr>
          <p:cNvSpPr/>
          <p:nvPr/>
        </p:nvSpPr>
        <p:spPr>
          <a:xfrm rot="16909935">
            <a:off x="7810589" y="1871245"/>
            <a:ext cx="946297" cy="987316"/>
          </a:xfrm>
          <a:prstGeom prst="arc">
            <a:avLst>
              <a:gd name="adj1" fmla="val 16200000"/>
              <a:gd name="adj2" fmla="val 19677284"/>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9" name="TextBox 128">
            <a:extLst>
              <a:ext uri="{FF2B5EF4-FFF2-40B4-BE49-F238E27FC236}">
                <a16:creationId xmlns:a16="http://schemas.microsoft.com/office/drawing/2014/main" id="{F160CF8F-C4CA-2636-5FD9-26CD07FB8452}"/>
              </a:ext>
            </a:extLst>
          </p:cNvPr>
          <p:cNvSpPr txBox="1"/>
          <p:nvPr/>
        </p:nvSpPr>
        <p:spPr>
          <a:xfrm>
            <a:off x="6339809" y="972708"/>
            <a:ext cx="788999" cy="369332"/>
          </a:xfrm>
          <a:prstGeom prst="rect">
            <a:avLst/>
          </a:prstGeom>
          <a:noFill/>
        </p:spPr>
        <p:txBody>
          <a:bodyPr wrap="none" rtlCol="0">
            <a:spAutoFit/>
          </a:bodyPr>
          <a:lstStyle/>
          <a:p>
            <a:r>
              <a:rPr lang="en-US" sz="1800" b="1" dirty="0">
                <a:solidFill>
                  <a:schemeClr val="bg1"/>
                </a:solidFill>
                <a:effectLst/>
                <a:latin typeface="Arial" panose="020B0604020202020204" pitchFamily="34" charset="0"/>
                <a:ea typeface="Calibri" panose="020F0502020204030204" pitchFamily="34" charset="0"/>
              </a:rPr>
              <a:t>CK1</a:t>
            </a:r>
            <a:r>
              <a:rPr lang="el-GR" sz="1800" b="1" dirty="0">
                <a:solidFill>
                  <a:schemeClr val="bg1"/>
                </a:solidFill>
                <a:effectLst/>
                <a:latin typeface="Arial" panose="020B0604020202020204" pitchFamily="34" charset="0"/>
                <a:ea typeface="Calibri" panose="020F0502020204030204" pitchFamily="34" charset="0"/>
              </a:rPr>
              <a:t>α</a:t>
            </a:r>
            <a:endParaRPr lang="en-US" b="1" dirty="0">
              <a:solidFill>
                <a:schemeClr val="bg1"/>
              </a:solidFill>
            </a:endParaRPr>
          </a:p>
        </p:txBody>
      </p:sp>
      <p:sp>
        <p:nvSpPr>
          <p:cNvPr id="130" name="TextBox 129">
            <a:extLst>
              <a:ext uri="{FF2B5EF4-FFF2-40B4-BE49-F238E27FC236}">
                <a16:creationId xmlns:a16="http://schemas.microsoft.com/office/drawing/2014/main" id="{9C3D5C06-EB1E-2010-F40F-C66676A9C7E0}"/>
              </a:ext>
            </a:extLst>
          </p:cNvPr>
          <p:cNvSpPr txBox="1"/>
          <p:nvPr/>
        </p:nvSpPr>
        <p:spPr>
          <a:xfrm>
            <a:off x="9327047" y="972708"/>
            <a:ext cx="825867" cy="369332"/>
          </a:xfrm>
          <a:prstGeom prst="rect">
            <a:avLst/>
          </a:prstGeom>
          <a:noFill/>
        </p:spPr>
        <p:txBody>
          <a:bodyPr wrap="none" rtlCol="0">
            <a:spAutoFit/>
          </a:bodyPr>
          <a:lstStyle/>
          <a:p>
            <a:r>
              <a:rPr lang="en-US" sz="1800" b="1" dirty="0">
                <a:solidFill>
                  <a:schemeClr val="bg1"/>
                </a:solidFill>
                <a:effectLst/>
                <a:latin typeface="Arial" panose="020B0604020202020204" pitchFamily="34" charset="0"/>
                <a:ea typeface="Calibri" panose="020F0502020204030204" pitchFamily="34" charset="0"/>
              </a:rPr>
              <a:t>IKZF1</a:t>
            </a:r>
            <a:endParaRPr lang="en-US" b="1" dirty="0">
              <a:solidFill>
                <a:schemeClr val="bg1"/>
              </a:solidFill>
            </a:endParaRPr>
          </a:p>
        </p:txBody>
      </p:sp>
      <p:sp>
        <p:nvSpPr>
          <p:cNvPr id="131" name="TextBox 130">
            <a:extLst>
              <a:ext uri="{FF2B5EF4-FFF2-40B4-BE49-F238E27FC236}">
                <a16:creationId xmlns:a16="http://schemas.microsoft.com/office/drawing/2014/main" id="{7533F01C-A4AC-4BA3-0685-9AC36FEA6D84}"/>
              </a:ext>
            </a:extLst>
          </p:cNvPr>
          <p:cNvSpPr txBox="1"/>
          <p:nvPr/>
        </p:nvSpPr>
        <p:spPr>
          <a:xfrm>
            <a:off x="6339809" y="3934668"/>
            <a:ext cx="941283" cy="369332"/>
          </a:xfrm>
          <a:prstGeom prst="rect">
            <a:avLst/>
          </a:prstGeom>
          <a:noFill/>
        </p:spPr>
        <p:txBody>
          <a:bodyPr wrap="none" rtlCol="0">
            <a:spAutoFit/>
          </a:bodyPr>
          <a:lstStyle/>
          <a:p>
            <a:r>
              <a:rPr lang="en-US" sz="1800" b="1" dirty="0">
                <a:solidFill>
                  <a:schemeClr val="bg1"/>
                </a:solidFill>
                <a:effectLst/>
                <a:latin typeface="Arial" panose="020B0604020202020204" pitchFamily="34" charset="0"/>
                <a:ea typeface="Calibri" panose="020F0502020204030204" pitchFamily="34" charset="0"/>
              </a:rPr>
              <a:t>hNEK7</a:t>
            </a:r>
            <a:endParaRPr lang="en-US" b="1" dirty="0">
              <a:solidFill>
                <a:schemeClr val="bg1"/>
              </a:solidFill>
            </a:endParaRPr>
          </a:p>
        </p:txBody>
      </p:sp>
      <p:sp>
        <p:nvSpPr>
          <p:cNvPr id="132" name="TextBox 131">
            <a:extLst>
              <a:ext uri="{FF2B5EF4-FFF2-40B4-BE49-F238E27FC236}">
                <a16:creationId xmlns:a16="http://schemas.microsoft.com/office/drawing/2014/main" id="{49E5A79B-EBC3-1409-EB86-D231DEECBEFC}"/>
              </a:ext>
            </a:extLst>
          </p:cNvPr>
          <p:cNvSpPr txBox="1"/>
          <p:nvPr/>
        </p:nvSpPr>
        <p:spPr>
          <a:xfrm>
            <a:off x="9327047" y="3934668"/>
            <a:ext cx="1005403" cy="369332"/>
          </a:xfrm>
          <a:prstGeom prst="rect">
            <a:avLst/>
          </a:prstGeom>
          <a:noFill/>
        </p:spPr>
        <p:txBody>
          <a:bodyPr wrap="none" rtlCol="0">
            <a:spAutoFit/>
          </a:bodyPr>
          <a:lstStyle/>
          <a:p>
            <a:r>
              <a:rPr lang="en-US" b="1" dirty="0">
                <a:solidFill>
                  <a:schemeClr val="bg1"/>
                </a:solidFill>
                <a:latin typeface="Arial" panose="020B0604020202020204" pitchFamily="34" charset="0"/>
                <a:ea typeface="Calibri" panose="020F0502020204030204" pitchFamily="34" charset="0"/>
              </a:rPr>
              <a:t>m</a:t>
            </a:r>
            <a:r>
              <a:rPr lang="en-US" sz="1800" b="1" dirty="0">
                <a:solidFill>
                  <a:schemeClr val="bg1"/>
                </a:solidFill>
                <a:effectLst/>
                <a:latin typeface="Arial" panose="020B0604020202020204" pitchFamily="34" charset="0"/>
                <a:ea typeface="Calibri" panose="020F0502020204030204" pitchFamily="34" charset="0"/>
              </a:rPr>
              <a:t>NEK7</a:t>
            </a:r>
            <a:endParaRPr lang="en-US" b="1" dirty="0">
              <a:solidFill>
                <a:schemeClr val="bg1"/>
              </a:solidFill>
            </a:endParaRPr>
          </a:p>
        </p:txBody>
      </p:sp>
      <p:sp>
        <p:nvSpPr>
          <p:cNvPr id="133" name="TextBox 132">
            <a:extLst>
              <a:ext uri="{FF2B5EF4-FFF2-40B4-BE49-F238E27FC236}">
                <a16:creationId xmlns:a16="http://schemas.microsoft.com/office/drawing/2014/main" id="{BD2D1983-D89F-A46F-5672-780A2BAD8B6C}"/>
              </a:ext>
            </a:extLst>
          </p:cNvPr>
          <p:cNvSpPr txBox="1"/>
          <p:nvPr/>
        </p:nvSpPr>
        <p:spPr>
          <a:xfrm>
            <a:off x="8223596" y="5717931"/>
            <a:ext cx="723275" cy="369332"/>
          </a:xfrm>
          <a:prstGeom prst="rect">
            <a:avLst/>
          </a:prstGeom>
          <a:noFill/>
        </p:spPr>
        <p:txBody>
          <a:bodyPr wrap="none" rtlCol="0">
            <a:spAutoFit/>
          </a:bodyPr>
          <a:lstStyle/>
          <a:p>
            <a:r>
              <a:rPr lang="en-US" sz="1800" b="1" dirty="0">
                <a:effectLst/>
                <a:latin typeface="Arial" panose="020B0604020202020204" pitchFamily="34" charset="0"/>
                <a:ea typeface="Calibri" panose="020F0502020204030204" pitchFamily="34" charset="0"/>
              </a:rPr>
              <a:t>V388</a:t>
            </a:r>
            <a:endParaRPr lang="en-US" b="1" dirty="0"/>
          </a:p>
        </p:txBody>
      </p:sp>
      <p:sp>
        <p:nvSpPr>
          <p:cNvPr id="134" name="TextBox 133">
            <a:extLst>
              <a:ext uri="{FF2B5EF4-FFF2-40B4-BE49-F238E27FC236}">
                <a16:creationId xmlns:a16="http://schemas.microsoft.com/office/drawing/2014/main" id="{178CE214-F5FA-60B7-79AD-0039DEFAE4F2}"/>
              </a:ext>
            </a:extLst>
          </p:cNvPr>
          <p:cNvSpPr txBox="1"/>
          <p:nvPr/>
        </p:nvSpPr>
        <p:spPr>
          <a:xfrm>
            <a:off x="11239593" y="5768459"/>
            <a:ext cx="787395" cy="369332"/>
          </a:xfrm>
          <a:prstGeom prst="rect">
            <a:avLst/>
          </a:prstGeom>
          <a:noFill/>
        </p:spPr>
        <p:txBody>
          <a:bodyPr wrap="none" rtlCol="0">
            <a:spAutoFit/>
          </a:bodyPr>
          <a:lstStyle/>
          <a:p>
            <a:r>
              <a:rPr lang="en-US" sz="1800" b="1" dirty="0">
                <a:effectLst/>
                <a:latin typeface="Arial" panose="020B0604020202020204" pitchFamily="34" charset="0"/>
                <a:ea typeface="Calibri" panose="020F0502020204030204" pitchFamily="34" charset="0"/>
              </a:rPr>
              <a:t>V388I</a:t>
            </a:r>
            <a:endParaRPr lang="en-US" b="1" dirty="0"/>
          </a:p>
        </p:txBody>
      </p:sp>
      <p:sp>
        <p:nvSpPr>
          <p:cNvPr id="137" name="TextBox 136">
            <a:extLst>
              <a:ext uri="{FF2B5EF4-FFF2-40B4-BE49-F238E27FC236}">
                <a16:creationId xmlns:a16="http://schemas.microsoft.com/office/drawing/2014/main" id="{4DF9F866-957B-554D-EE58-B7DBD54C51AC}"/>
              </a:ext>
            </a:extLst>
          </p:cNvPr>
          <p:cNvSpPr txBox="1"/>
          <p:nvPr/>
        </p:nvSpPr>
        <p:spPr>
          <a:xfrm>
            <a:off x="58432" y="6446073"/>
            <a:ext cx="2544292" cy="307777"/>
          </a:xfrm>
          <a:prstGeom prst="rect">
            <a:avLst/>
          </a:prstGeom>
          <a:noFill/>
        </p:spPr>
        <p:txBody>
          <a:bodyPr wrap="square">
            <a:spAutoFit/>
          </a:bodyPr>
          <a:lstStyle/>
          <a:p>
            <a:r>
              <a:rPr lang="en-US" sz="1400" b="0" i="0" dirty="0">
                <a:effectLst/>
              </a:rPr>
              <a:t>Sylvain </a:t>
            </a:r>
            <a:r>
              <a:rPr lang="en-US" sz="1400" b="0" i="1" dirty="0">
                <a:effectLst/>
              </a:rPr>
              <a:t>et al</a:t>
            </a:r>
            <a:r>
              <a:rPr lang="en-US" sz="1400" b="0" i="0" dirty="0">
                <a:effectLst/>
              </a:rPr>
              <a:t>, </a:t>
            </a:r>
            <a:r>
              <a:rPr lang="en-US" sz="1400" b="0" i="0" dirty="0" err="1">
                <a:effectLst/>
              </a:rPr>
              <a:t>BioRxiv</a:t>
            </a:r>
            <a:r>
              <a:rPr lang="en-US" sz="1400" b="0" i="0" dirty="0">
                <a:effectLst/>
              </a:rPr>
              <a:t>, 2024</a:t>
            </a:r>
            <a:endParaRPr lang="en-US" dirty="0"/>
          </a:p>
        </p:txBody>
      </p:sp>
    </p:spTree>
    <p:extLst>
      <p:ext uri="{BB962C8B-B14F-4D97-AF65-F5344CB8AC3E}">
        <p14:creationId xmlns:p14="http://schemas.microsoft.com/office/powerpoint/2010/main" val="1936803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B0ADD-CE44-8A42-D461-AD65932646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E725DDB-4DB3-7B16-C43A-AD78DC8419AE}"/>
              </a:ext>
            </a:extLst>
          </p:cNvPr>
          <p:cNvSpPr>
            <a:spLocks noGrp="1"/>
          </p:cNvSpPr>
          <p:nvPr>
            <p:ph type="title"/>
          </p:nvPr>
        </p:nvSpPr>
        <p:spPr>
          <a:xfrm>
            <a:off x="604838" y="311086"/>
            <a:ext cx="11015662" cy="1065278"/>
          </a:xfrm>
        </p:spPr>
        <p:txBody>
          <a:bodyPr/>
          <a:lstStyle/>
          <a:p>
            <a:r>
              <a:rPr lang="en-US" dirty="0"/>
              <a:t>Bifunctional degraders: enabling linker library design via ternary complex prediction</a:t>
            </a:r>
          </a:p>
        </p:txBody>
      </p:sp>
      <p:sp>
        <p:nvSpPr>
          <p:cNvPr id="6" name="Rectangle 5">
            <a:extLst>
              <a:ext uri="{FF2B5EF4-FFF2-40B4-BE49-F238E27FC236}">
                <a16:creationId xmlns:a16="http://schemas.microsoft.com/office/drawing/2014/main" id="{FC693F5F-8F3C-921B-33B2-056EBB323EFE}"/>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line graph with blue and orange lines&#10;&#10;Description automatically generated">
            <a:extLst>
              <a:ext uri="{FF2B5EF4-FFF2-40B4-BE49-F238E27FC236}">
                <a16:creationId xmlns:a16="http://schemas.microsoft.com/office/drawing/2014/main" id="{7E9FA376-AA14-D74A-92A4-AD87AAC11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50" y="3933075"/>
            <a:ext cx="3371850" cy="2205827"/>
          </a:xfrm>
          <a:prstGeom prst="rect">
            <a:avLst/>
          </a:prstGeom>
          <a:ln>
            <a:noFill/>
          </a:ln>
        </p:spPr>
      </p:pic>
      <p:pic>
        <p:nvPicPr>
          <p:cNvPr id="18" name="Picture 17" descr="A graph of different colored squares&#10;&#10;AI-generated content may be incorrect.">
            <a:extLst>
              <a:ext uri="{FF2B5EF4-FFF2-40B4-BE49-F238E27FC236}">
                <a16:creationId xmlns:a16="http://schemas.microsoft.com/office/drawing/2014/main" id="{48B0B7A3-A546-46DA-3BE8-C3A00A65C3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2147" y="1802080"/>
            <a:ext cx="5704290" cy="4338344"/>
          </a:xfrm>
          <a:prstGeom prst="rect">
            <a:avLst/>
          </a:prstGeom>
        </p:spPr>
      </p:pic>
      <p:grpSp>
        <p:nvGrpSpPr>
          <p:cNvPr id="19" name="Group 18">
            <a:extLst>
              <a:ext uri="{FF2B5EF4-FFF2-40B4-BE49-F238E27FC236}">
                <a16:creationId xmlns:a16="http://schemas.microsoft.com/office/drawing/2014/main" id="{3952569C-0636-7835-037D-3FA1590B2E83}"/>
              </a:ext>
            </a:extLst>
          </p:cNvPr>
          <p:cNvGrpSpPr/>
          <p:nvPr/>
        </p:nvGrpSpPr>
        <p:grpSpPr>
          <a:xfrm>
            <a:off x="323850" y="1072478"/>
            <a:ext cx="2891413" cy="2447924"/>
            <a:chOff x="6139353" y="3155278"/>
            <a:chExt cx="2891413" cy="2447924"/>
          </a:xfrm>
        </p:grpSpPr>
        <p:grpSp>
          <p:nvGrpSpPr>
            <p:cNvPr id="20" name="Group 19">
              <a:extLst>
                <a:ext uri="{FF2B5EF4-FFF2-40B4-BE49-F238E27FC236}">
                  <a16:creationId xmlns:a16="http://schemas.microsoft.com/office/drawing/2014/main" id="{71EA8B53-DA48-B910-95B2-026AC8631854}"/>
                </a:ext>
              </a:extLst>
            </p:cNvPr>
            <p:cNvGrpSpPr/>
            <p:nvPr/>
          </p:nvGrpSpPr>
          <p:grpSpPr>
            <a:xfrm>
              <a:off x="6139353" y="3155278"/>
              <a:ext cx="2891413" cy="2447924"/>
              <a:chOff x="6139353" y="3155278"/>
              <a:chExt cx="2891413" cy="2447924"/>
            </a:xfrm>
          </p:grpSpPr>
          <p:pic>
            <p:nvPicPr>
              <p:cNvPr id="22" name="Picture 21" descr="A picture containing map&#10;&#10;Description automatically generated">
                <a:extLst>
                  <a:ext uri="{FF2B5EF4-FFF2-40B4-BE49-F238E27FC236}">
                    <a16:creationId xmlns:a16="http://schemas.microsoft.com/office/drawing/2014/main" id="{0B77566A-62CA-66BF-1234-E4D58A041186}"/>
                  </a:ext>
                </a:extLst>
              </p:cNvPr>
              <p:cNvPicPr>
                <a:picLocks noChangeAspect="1"/>
              </p:cNvPicPr>
              <p:nvPr/>
            </p:nvPicPr>
            <p:blipFill rotWithShape="1">
              <a:blip r:embed="rId4"/>
              <a:srcRect r="42502" b="34222"/>
              <a:stretch/>
            </p:blipFill>
            <p:spPr>
              <a:xfrm>
                <a:off x="6139353" y="3155278"/>
                <a:ext cx="2891413" cy="2377440"/>
              </a:xfrm>
              <a:prstGeom prst="rect">
                <a:avLst/>
              </a:prstGeom>
            </p:spPr>
          </p:pic>
          <p:sp>
            <p:nvSpPr>
              <p:cNvPr id="23" name="Oval 22">
                <a:extLst>
                  <a:ext uri="{FF2B5EF4-FFF2-40B4-BE49-F238E27FC236}">
                    <a16:creationId xmlns:a16="http://schemas.microsoft.com/office/drawing/2014/main" id="{9971FB45-FD86-2EC1-F7E1-0D13EDFF807C}"/>
                  </a:ext>
                </a:extLst>
              </p:cNvPr>
              <p:cNvSpPr/>
              <p:nvPr/>
            </p:nvSpPr>
            <p:spPr>
              <a:xfrm>
                <a:off x="6996212" y="4788439"/>
                <a:ext cx="1422228" cy="814763"/>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DC3C793C-CE11-52FB-0EC7-BB6C4AECF0DB}"/>
                </a:ext>
              </a:extLst>
            </p:cNvPr>
            <p:cNvSpPr txBox="1"/>
            <p:nvPr/>
          </p:nvSpPr>
          <p:spPr>
            <a:xfrm>
              <a:off x="7409852" y="4985826"/>
              <a:ext cx="582211" cy="369332"/>
            </a:xfrm>
            <a:prstGeom prst="rect">
              <a:avLst/>
            </a:prstGeom>
            <a:noFill/>
          </p:spPr>
          <p:txBody>
            <a:bodyPr wrap="none" rtlCol="0">
              <a:spAutoFit/>
            </a:bodyPr>
            <a:lstStyle/>
            <a:p>
              <a:r>
                <a:rPr lang="en-US" b="1" dirty="0">
                  <a:solidFill>
                    <a:schemeClr val="bg1"/>
                  </a:solidFill>
                </a:rPr>
                <a:t>POI</a:t>
              </a:r>
            </a:p>
          </p:txBody>
        </p:sp>
      </p:grpSp>
    </p:spTree>
    <p:extLst>
      <p:ext uri="{BB962C8B-B14F-4D97-AF65-F5344CB8AC3E}">
        <p14:creationId xmlns:p14="http://schemas.microsoft.com/office/powerpoint/2010/main" val="2196120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6B4F71F-65B1-3303-4F73-A626CC779492}"/>
              </a:ext>
            </a:extLst>
          </p:cNvPr>
          <p:cNvSpPr>
            <a:spLocks noGrp="1"/>
          </p:cNvSpPr>
          <p:nvPr>
            <p:ph type="sldNum" sz="quarter" idx="12"/>
          </p:nvPr>
        </p:nvSpPr>
        <p:spPr/>
        <p:txBody>
          <a:bodyPr/>
          <a:lstStyle/>
          <a:p>
            <a:fld id="{03CB0E19-F4C8-4F98-96D2-CE1ECDE59975}" type="slidenum">
              <a:rPr lang="en-GB" smtClean="0"/>
              <a:t>44</a:t>
            </a:fld>
            <a:endParaRPr lang="en-GB"/>
          </a:p>
        </p:txBody>
      </p:sp>
      <p:sp>
        <p:nvSpPr>
          <p:cNvPr id="7" name="Rectangle 6">
            <a:extLst>
              <a:ext uri="{FF2B5EF4-FFF2-40B4-BE49-F238E27FC236}">
                <a16:creationId xmlns:a16="http://schemas.microsoft.com/office/drawing/2014/main" id="{8D69AAFC-0DAB-9ED7-1CDF-EBACFA6FE069}"/>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a:extLst>
              <a:ext uri="{FF2B5EF4-FFF2-40B4-BE49-F238E27FC236}">
                <a16:creationId xmlns:a16="http://schemas.microsoft.com/office/drawing/2014/main" id="{3F390309-E16D-A00C-ACD4-0D818B10FBCC}"/>
              </a:ext>
            </a:extLst>
          </p:cNvPr>
          <p:cNvGraphicFramePr>
            <a:graphicFrameLocks noChangeAspect="1"/>
          </p:cNvGraphicFramePr>
          <p:nvPr>
            <p:extLst>
              <p:ext uri="{D42A27DB-BD31-4B8C-83A1-F6EECF244321}">
                <p14:modId xmlns:p14="http://schemas.microsoft.com/office/powerpoint/2010/main" val="3764340015"/>
              </p:ext>
            </p:extLst>
          </p:nvPr>
        </p:nvGraphicFramePr>
        <p:xfrm>
          <a:off x="815673" y="340528"/>
          <a:ext cx="4044003" cy="5326092"/>
        </p:xfrm>
        <a:graphic>
          <a:graphicData uri="http://schemas.openxmlformats.org/presentationml/2006/ole">
            <mc:AlternateContent xmlns:mc="http://schemas.openxmlformats.org/markup-compatibility/2006">
              <mc:Choice xmlns:v="urn:schemas-microsoft-com:vml" Requires="v">
                <p:oleObj name="CS ChemDraw 64-bit Drawing" r:id="rId2" imgW="3020144" imgH="3976181" progId="ChemDraw_x64.Document.6.0">
                  <p:embed/>
                </p:oleObj>
              </mc:Choice>
              <mc:Fallback>
                <p:oleObj name="CS ChemDraw 64-bit Drawing" r:id="rId2" imgW="3020144" imgH="3976181" progId="ChemDraw_x64.Document.6.0">
                  <p:embed/>
                  <p:pic>
                    <p:nvPicPr>
                      <p:cNvPr id="8" name="Object 7">
                        <a:extLst>
                          <a:ext uri="{FF2B5EF4-FFF2-40B4-BE49-F238E27FC236}">
                            <a16:creationId xmlns:a16="http://schemas.microsoft.com/office/drawing/2014/main" id="{3F390309-E16D-A00C-ACD4-0D818B10FBCC}"/>
                          </a:ext>
                        </a:extLst>
                      </p:cNvPr>
                      <p:cNvPicPr/>
                      <p:nvPr/>
                    </p:nvPicPr>
                    <p:blipFill>
                      <a:blip r:embed="rId3"/>
                      <a:stretch>
                        <a:fillRect/>
                      </a:stretch>
                    </p:blipFill>
                    <p:spPr>
                      <a:xfrm>
                        <a:off x="815673" y="340528"/>
                        <a:ext cx="4044003" cy="532609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D6CE3553-37C7-FFAD-77DC-1D823A8A325B}"/>
              </a:ext>
            </a:extLst>
          </p:cNvPr>
          <p:cNvGraphicFramePr>
            <a:graphicFrameLocks noChangeAspect="1"/>
          </p:cNvGraphicFramePr>
          <p:nvPr>
            <p:extLst>
              <p:ext uri="{D42A27DB-BD31-4B8C-83A1-F6EECF244321}">
                <p14:modId xmlns:p14="http://schemas.microsoft.com/office/powerpoint/2010/main" val="2526923575"/>
              </p:ext>
            </p:extLst>
          </p:nvPr>
        </p:nvGraphicFramePr>
        <p:xfrm>
          <a:off x="7334250" y="341313"/>
          <a:ext cx="3957638" cy="2493962"/>
        </p:xfrm>
        <a:graphic>
          <a:graphicData uri="http://schemas.openxmlformats.org/presentationml/2006/ole">
            <mc:AlternateContent xmlns:mc="http://schemas.openxmlformats.org/markup-compatibility/2006">
              <mc:Choice xmlns:v="urn:schemas-microsoft-com:vml" Requires="v">
                <p:oleObj name="CS ChemDraw 64-bit Drawing" r:id="rId4" imgW="3134394" imgH="1975120" progId="ChemDraw_x64.Document.6.0">
                  <p:embed/>
                </p:oleObj>
              </mc:Choice>
              <mc:Fallback>
                <p:oleObj name="CS ChemDraw 64-bit Drawing" r:id="rId4" imgW="3134394" imgH="1975120" progId="ChemDraw_x64.Document.6.0">
                  <p:embed/>
                  <p:pic>
                    <p:nvPicPr>
                      <p:cNvPr id="10" name="Object 9">
                        <a:extLst>
                          <a:ext uri="{FF2B5EF4-FFF2-40B4-BE49-F238E27FC236}">
                            <a16:creationId xmlns:a16="http://schemas.microsoft.com/office/drawing/2014/main" id="{D6CE3553-37C7-FFAD-77DC-1D823A8A325B}"/>
                          </a:ext>
                        </a:extLst>
                      </p:cNvPr>
                      <p:cNvPicPr/>
                      <p:nvPr/>
                    </p:nvPicPr>
                    <p:blipFill>
                      <a:blip r:embed="rId5"/>
                      <a:stretch>
                        <a:fillRect/>
                      </a:stretch>
                    </p:blipFill>
                    <p:spPr>
                      <a:xfrm>
                        <a:off x="7334250" y="341313"/>
                        <a:ext cx="3957638" cy="2493962"/>
                      </a:xfrm>
                      <a:prstGeom prst="rect">
                        <a:avLst/>
                      </a:prstGeom>
                    </p:spPr>
                  </p:pic>
                </p:oleObj>
              </mc:Fallback>
            </mc:AlternateContent>
          </a:graphicData>
        </a:graphic>
      </p:graphicFrame>
    </p:spTree>
    <p:extLst>
      <p:ext uri="{BB962C8B-B14F-4D97-AF65-F5344CB8AC3E}">
        <p14:creationId xmlns:p14="http://schemas.microsoft.com/office/powerpoint/2010/main" val="327338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3987438-9289-EED8-50C3-D8B4F733FDE0}"/>
              </a:ext>
            </a:extLst>
          </p:cNvPr>
          <p:cNvSpPr>
            <a:spLocks noGrp="1"/>
          </p:cNvSpPr>
          <p:nvPr>
            <p:ph type="sldNum" sz="quarter" idx="12"/>
          </p:nvPr>
        </p:nvSpPr>
        <p:spPr/>
        <p:txBody>
          <a:bodyPr/>
          <a:lstStyle/>
          <a:p>
            <a:fld id="{03CB0E19-F4C8-4F98-96D2-CE1ECDE59975}" type="slidenum">
              <a:rPr lang="en-GB" smtClean="0"/>
              <a:t>45</a:t>
            </a:fld>
            <a:endParaRPr lang="en-GB"/>
          </a:p>
        </p:txBody>
      </p:sp>
      <p:graphicFrame>
        <p:nvGraphicFramePr>
          <p:cNvPr id="7" name="Table 6">
            <a:extLst>
              <a:ext uri="{FF2B5EF4-FFF2-40B4-BE49-F238E27FC236}">
                <a16:creationId xmlns:a16="http://schemas.microsoft.com/office/drawing/2014/main" id="{3B8E20FF-4678-0F0C-B7E0-5B4F4CB32648}"/>
              </a:ext>
            </a:extLst>
          </p:cNvPr>
          <p:cNvGraphicFramePr>
            <a:graphicFrameLocks noGrp="1"/>
          </p:cNvGraphicFramePr>
          <p:nvPr>
            <p:extLst>
              <p:ext uri="{D42A27DB-BD31-4B8C-83A1-F6EECF244321}">
                <p14:modId xmlns:p14="http://schemas.microsoft.com/office/powerpoint/2010/main" val="2945918640"/>
              </p:ext>
            </p:extLst>
          </p:nvPr>
        </p:nvGraphicFramePr>
        <p:xfrm>
          <a:off x="2032001" y="1760220"/>
          <a:ext cx="8127999" cy="3337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54093942"/>
                    </a:ext>
                  </a:extLst>
                </a:gridCol>
                <a:gridCol w="2709333">
                  <a:extLst>
                    <a:ext uri="{9D8B030D-6E8A-4147-A177-3AD203B41FA5}">
                      <a16:colId xmlns:a16="http://schemas.microsoft.com/office/drawing/2014/main" val="3137946987"/>
                    </a:ext>
                  </a:extLst>
                </a:gridCol>
                <a:gridCol w="2709333">
                  <a:extLst>
                    <a:ext uri="{9D8B030D-6E8A-4147-A177-3AD203B41FA5}">
                      <a16:colId xmlns:a16="http://schemas.microsoft.com/office/drawing/2014/main" val="914227653"/>
                    </a:ext>
                  </a:extLst>
                </a:gridCol>
              </a:tblGrid>
              <a:tr h="370840">
                <a:tc>
                  <a:txBody>
                    <a:bodyPr/>
                    <a:lstStyle/>
                    <a:p>
                      <a:endParaRPr lang="en-US"/>
                    </a:p>
                  </a:txBody>
                  <a:tcPr/>
                </a:tc>
                <a:tc>
                  <a:txBody>
                    <a:bodyPr/>
                    <a:lstStyle/>
                    <a:p>
                      <a:r>
                        <a:rPr lang="en-US" dirty="0"/>
                        <a:t>K</a:t>
                      </a:r>
                      <a:r>
                        <a:rPr lang="en-US" baseline="-25000" dirty="0"/>
                        <a:t>D</a:t>
                      </a:r>
                      <a:r>
                        <a:rPr lang="en-US" baseline="0" dirty="0"/>
                        <a:t> (</a:t>
                      </a:r>
                      <a:r>
                        <a:rPr lang="en-US" baseline="0" dirty="0" err="1"/>
                        <a:t>uM</a:t>
                      </a:r>
                      <a:r>
                        <a:rPr lang="en-US" baseline="0" dirty="0"/>
                        <a:t>)</a:t>
                      </a:r>
                    </a:p>
                  </a:txBody>
                  <a:tcPr/>
                </a:tc>
                <a:tc>
                  <a:txBody>
                    <a:bodyPr/>
                    <a:lstStyle/>
                    <a:p>
                      <a:r>
                        <a:rPr lang="el-GR" dirty="0"/>
                        <a:t>Δ</a:t>
                      </a:r>
                      <a:r>
                        <a:rPr lang="en-US" dirty="0"/>
                        <a:t>G (kcal/mol)</a:t>
                      </a:r>
                    </a:p>
                  </a:txBody>
                  <a:tcPr/>
                </a:tc>
                <a:extLst>
                  <a:ext uri="{0D108BD9-81ED-4DB2-BD59-A6C34878D82A}">
                    <a16:rowId xmlns:a16="http://schemas.microsoft.com/office/drawing/2014/main" val="1961746389"/>
                  </a:ext>
                </a:extLst>
              </a:tr>
              <a:tr h="370840">
                <a:tc>
                  <a:txBody>
                    <a:bodyPr/>
                    <a:lstStyle/>
                    <a:p>
                      <a:r>
                        <a:rPr lang="en-US" dirty="0"/>
                        <a:t>1 </a:t>
                      </a:r>
                      <a:r>
                        <a:rPr lang="en-US" dirty="0" err="1"/>
                        <a:t>nM</a:t>
                      </a:r>
                      <a:endParaRPr lang="en-US" dirty="0"/>
                    </a:p>
                  </a:txBody>
                  <a:tcPr/>
                </a:tc>
                <a:tc>
                  <a:txBody>
                    <a:bodyPr/>
                    <a:lstStyle/>
                    <a:p>
                      <a:r>
                        <a:rPr lang="en-US" dirty="0"/>
                        <a:t>0.001</a:t>
                      </a:r>
                    </a:p>
                  </a:txBody>
                  <a:tcPr/>
                </a:tc>
                <a:tc>
                  <a:txBody>
                    <a:bodyPr/>
                    <a:lstStyle/>
                    <a:p>
                      <a:r>
                        <a:rPr lang="en-US" dirty="0"/>
                        <a:t>-12.27</a:t>
                      </a:r>
                    </a:p>
                  </a:txBody>
                  <a:tcPr/>
                </a:tc>
                <a:extLst>
                  <a:ext uri="{0D108BD9-81ED-4DB2-BD59-A6C34878D82A}">
                    <a16:rowId xmlns:a16="http://schemas.microsoft.com/office/drawing/2014/main" val="83182774"/>
                  </a:ext>
                </a:extLst>
              </a:tr>
              <a:tr h="370840">
                <a:tc>
                  <a:txBody>
                    <a:bodyPr/>
                    <a:lstStyle/>
                    <a:p>
                      <a:r>
                        <a:rPr lang="en-US" dirty="0"/>
                        <a:t>10 </a:t>
                      </a:r>
                      <a:r>
                        <a:rPr lang="en-US" dirty="0" err="1"/>
                        <a:t>nM</a:t>
                      </a:r>
                      <a:endParaRPr lang="en-US" dirty="0"/>
                    </a:p>
                  </a:txBody>
                  <a:tcPr/>
                </a:tc>
                <a:tc>
                  <a:txBody>
                    <a:bodyPr/>
                    <a:lstStyle/>
                    <a:p>
                      <a:r>
                        <a:rPr lang="en-US" dirty="0"/>
                        <a:t>0.01</a:t>
                      </a:r>
                    </a:p>
                  </a:txBody>
                  <a:tcPr/>
                </a:tc>
                <a:tc>
                  <a:txBody>
                    <a:bodyPr/>
                    <a:lstStyle/>
                    <a:p>
                      <a:r>
                        <a:rPr lang="en-US" dirty="0"/>
                        <a:t>-10.91</a:t>
                      </a:r>
                    </a:p>
                  </a:txBody>
                  <a:tcPr/>
                </a:tc>
                <a:extLst>
                  <a:ext uri="{0D108BD9-81ED-4DB2-BD59-A6C34878D82A}">
                    <a16:rowId xmlns:a16="http://schemas.microsoft.com/office/drawing/2014/main" val="572389770"/>
                  </a:ext>
                </a:extLst>
              </a:tr>
              <a:tr h="370840">
                <a:tc>
                  <a:txBody>
                    <a:bodyPr/>
                    <a:lstStyle/>
                    <a:p>
                      <a:r>
                        <a:rPr lang="en-US" dirty="0"/>
                        <a:t>100 </a:t>
                      </a:r>
                      <a:r>
                        <a:rPr lang="en-US" dirty="0" err="1"/>
                        <a:t>nM</a:t>
                      </a:r>
                      <a:endParaRPr lang="en-US" dirty="0"/>
                    </a:p>
                  </a:txBody>
                  <a:tcPr/>
                </a:tc>
                <a:tc>
                  <a:txBody>
                    <a:bodyPr/>
                    <a:lstStyle/>
                    <a:p>
                      <a:r>
                        <a:rPr lang="en-US" dirty="0"/>
                        <a:t>0.1</a:t>
                      </a:r>
                    </a:p>
                  </a:txBody>
                  <a:tcPr/>
                </a:tc>
                <a:tc>
                  <a:txBody>
                    <a:bodyPr/>
                    <a:lstStyle/>
                    <a:p>
                      <a:r>
                        <a:rPr lang="en-US" dirty="0"/>
                        <a:t>-9.55</a:t>
                      </a:r>
                    </a:p>
                  </a:txBody>
                  <a:tcPr/>
                </a:tc>
                <a:extLst>
                  <a:ext uri="{0D108BD9-81ED-4DB2-BD59-A6C34878D82A}">
                    <a16:rowId xmlns:a16="http://schemas.microsoft.com/office/drawing/2014/main" val="2288832326"/>
                  </a:ext>
                </a:extLst>
              </a:tr>
              <a:tr h="370840">
                <a:tc>
                  <a:txBody>
                    <a:bodyPr/>
                    <a:lstStyle/>
                    <a:p>
                      <a:r>
                        <a:rPr lang="en-US" dirty="0"/>
                        <a:t>1 </a:t>
                      </a:r>
                      <a:r>
                        <a:rPr lang="en-US" dirty="0" err="1"/>
                        <a:t>uM</a:t>
                      </a:r>
                      <a:endParaRPr lang="en-US" dirty="0"/>
                    </a:p>
                  </a:txBody>
                  <a:tcPr/>
                </a:tc>
                <a:tc>
                  <a:txBody>
                    <a:bodyPr/>
                    <a:lstStyle/>
                    <a:p>
                      <a:r>
                        <a:rPr lang="en-US" dirty="0"/>
                        <a:t>1</a:t>
                      </a:r>
                    </a:p>
                  </a:txBody>
                  <a:tcPr/>
                </a:tc>
                <a:tc>
                  <a:txBody>
                    <a:bodyPr/>
                    <a:lstStyle/>
                    <a:p>
                      <a:r>
                        <a:rPr lang="en-US" dirty="0"/>
                        <a:t>-8.18</a:t>
                      </a:r>
                    </a:p>
                  </a:txBody>
                  <a:tcPr/>
                </a:tc>
                <a:extLst>
                  <a:ext uri="{0D108BD9-81ED-4DB2-BD59-A6C34878D82A}">
                    <a16:rowId xmlns:a16="http://schemas.microsoft.com/office/drawing/2014/main" val="1974464889"/>
                  </a:ext>
                </a:extLst>
              </a:tr>
              <a:tr h="370840">
                <a:tc>
                  <a:txBody>
                    <a:bodyPr/>
                    <a:lstStyle/>
                    <a:p>
                      <a:r>
                        <a:rPr lang="en-US" dirty="0"/>
                        <a:t>2 </a:t>
                      </a:r>
                      <a:r>
                        <a:rPr lang="en-US" dirty="0" err="1"/>
                        <a:t>uM</a:t>
                      </a:r>
                      <a:endParaRPr lang="en-US" dirty="0"/>
                    </a:p>
                  </a:txBody>
                  <a:tcPr/>
                </a:tc>
                <a:tc>
                  <a:txBody>
                    <a:bodyPr/>
                    <a:lstStyle/>
                    <a:p>
                      <a:r>
                        <a:rPr lang="en-US" dirty="0"/>
                        <a:t>2</a:t>
                      </a:r>
                    </a:p>
                  </a:txBody>
                  <a:tcPr/>
                </a:tc>
                <a:tc>
                  <a:txBody>
                    <a:bodyPr/>
                    <a:lstStyle/>
                    <a:p>
                      <a:r>
                        <a:rPr lang="en-US" dirty="0"/>
                        <a:t>-7.77</a:t>
                      </a:r>
                    </a:p>
                  </a:txBody>
                  <a:tcPr/>
                </a:tc>
                <a:extLst>
                  <a:ext uri="{0D108BD9-81ED-4DB2-BD59-A6C34878D82A}">
                    <a16:rowId xmlns:a16="http://schemas.microsoft.com/office/drawing/2014/main" val="2612112901"/>
                  </a:ext>
                </a:extLst>
              </a:tr>
              <a:tr h="370840">
                <a:tc>
                  <a:txBody>
                    <a:bodyPr/>
                    <a:lstStyle/>
                    <a:p>
                      <a:r>
                        <a:rPr lang="en-US" dirty="0"/>
                        <a:t>10 </a:t>
                      </a:r>
                      <a:r>
                        <a:rPr lang="en-US" dirty="0" err="1"/>
                        <a:t>uM</a:t>
                      </a:r>
                      <a:endParaRPr lang="en-US" dirty="0"/>
                    </a:p>
                  </a:txBody>
                  <a:tcPr/>
                </a:tc>
                <a:tc>
                  <a:txBody>
                    <a:bodyPr/>
                    <a:lstStyle/>
                    <a:p>
                      <a:r>
                        <a:rPr lang="en-US" dirty="0"/>
                        <a:t>10</a:t>
                      </a:r>
                    </a:p>
                  </a:txBody>
                  <a:tcPr/>
                </a:tc>
                <a:tc>
                  <a:txBody>
                    <a:bodyPr/>
                    <a:lstStyle/>
                    <a:p>
                      <a:r>
                        <a:rPr lang="en-US" dirty="0"/>
                        <a:t>-6.82</a:t>
                      </a:r>
                    </a:p>
                  </a:txBody>
                  <a:tcPr/>
                </a:tc>
                <a:extLst>
                  <a:ext uri="{0D108BD9-81ED-4DB2-BD59-A6C34878D82A}">
                    <a16:rowId xmlns:a16="http://schemas.microsoft.com/office/drawing/2014/main" val="3549017588"/>
                  </a:ext>
                </a:extLst>
              </a:tr>
              <a:tr h="370840">
                <a:tc>
                  <a:txBody>
                    <a:bodyPr/>
                    <a:lstStyle/>
                    <a:p>
                      <a:r>
                        <a:rPr lang="en-US" dirty="0"/>
                        <a:t>100 </a:t>
                      </a:r>
                      <a:r>
                        <a:rPr lang="en-US" dirty="0" err="1"/>
                        <a:t>uM</a:t>
                      </a:r>
                      <a:endParaRPr lang="en-US" dirty="0"/>
                    </a:p>
                  </a:txBody>
                  <a:tcPr/>
                </a:tc>
                <a:tc>
                  <a:txBody>
                    <a:bodyPr/>
                    <a:lstStyle/>
                    <a:p>
                      <a:r>
                        <a:rPr lang="en-US" dirty="0"/>
                        <a:t>100</a:t>
                      </a:r>
                    </a:p>
                  </a:txBody>
                  <a:tcPr/>
                </a:tc>
                <a:tc>
                  <a:txBody>
                    <a:bodyPr/>
                    <a:lstStyle/>
                    <a:p>
                      <a:r>
                        <a:rPr lang="en-US" dirty="0"/>
                        <a:t>-5.45</a:t>
                      </a:r>
                    </a:p>
                  </a:txBody>
                  <a:tcPr/>
                </a:tc>
                <a:extLst>
                  <a:ext uri="{0D108BD9-81ED-4DB2-BD59-A6C34878D82A}">
                    <a16:rowId xmlns:a16="http://schemas.microsoft.com/office/drawing/2014/main" val="3569469825"/>
                  </a:ext>
                </a:extLst>
              </a:tr>
              <a:tr h="370840">
                <a:tc>
                  <a:txBody>
                    <a:bodyPr/>
                    <a:lstStyle/>
                    <a:p>
                      <a:r>
                        <a:rPr lang="en-US" dirty="0"/>
                        <a:t>1 mM</a:t>
                      </a:r>
                    </a:p>
                  </a:txBody>
                  <a:tcPr/>
                </a:tc>
                <a:tc>
                  <a:txBody>
                    <a:bodyPr/>
                    <a:lstStyle/>
                    <a:p>
                      <a:r>
                        <a:rPr lang="en-US" dirty="0"/>
                        <a:t>1000</a:t>
                      </a:r>
                    </a:p>
                  </a:txBody>
                  <a:tcPr/>
                </a:tc>
                <a:tc>
                  <a:txBody>
                    <a:bodyPr/>
                    <a:lstStyle/>
                    <a:p>
                      <a:r>
                        <a:rPr lang="en-US" dirty="0"/>
                        <a:t>-4.09</a:t>
                      </a:r>
                    </a:p>
                  </a:txBody>
                  <a:tcPr/>
                </a:tc>
                <a:extLst>
                  <a:ext uri="{0D108BD9-81ED-4DB2-BD59-A6C34878D82A}">
                    <a16:rowId xmlns:a16="http://schemas.microsoft.com/office/drawing/2014/main" val="780705720"/>
                  </a:ext>
                </a:extLst>
              </a:tr>
            </a:tbl>
          </a:graphicData>
        </a:graphic>
      </p:graphicFrame>
      <p:sp>
        <p:nvSpPr>
          <p:cNvPr id="2" name="Rectangle 1">
            <a:extLst>
              <a:ext uri="{FF2B5EF4-FFF2-40B4-BE49-F238E27FC236}">
                <a16:creationId xmlns:a16="http://schemas.microsoft.com/office/drawing/2014/main" id="{BC2E2B1E-5877-C4C2-3DF8-04E25D65179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80590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A341E8D-9234-152A-76B8-96DA3333595B}"/>
              </a:ext>
            </a:extLst>
          </p:cNvPr>
          <p:cNvSpPr>
            <a:spLocks noGrp="1"/>
          </p:cNvSpPr>
          <p:nvPr>
            <p:ph type="sldNum" sz="quarter" idx="12"/>
          </p:nvPr>
        </p:nvSpPr>
        <p:spPr/>
        <p:txBody>
          <a:bodyPr/>
          <a:lstStyle/>
          <a:p>
            <a:fld id="{03CB0E19-F4C8-4F98-96D2-CE1ECDE59975}" type="slidenum">
              <a:rPr lang="en-GB" smtClean="0"/>
              <a:t>46</a:t>
            </a:fld>
            <a:endParaRPr lang="en-GB"/>
          </a:p>
        </p:txBody>
      </p:sp>
      <p:sp>
        <p:nvSpPr>
          <p:cNvPr id="7" name="Rectangle 6">
            <a:extLst>
              <a:ext uri="{FF2B5EF4-FFF2-40B4-BE49-F238E27FC236}">
                <a16:creationId xmlns:a16="http://schemas.microsoft.com/office/drawing/2014/main" id="{435F9D49-ED07-922F-8AC1-5A8F06A901C2}"/>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15D4C17-ECD6-5D5F-BC52-980252191432}"/>
              </a:ext>
            </a:extLst>
          </p:cNvPr>
          <p:cNvSpPr txBox="1"/>
          <p:nvPr/>
        </p:nvSpPr>
        <p:spPr>
          <a:xfrm>
            <a:off x="113016" y="6172855"/>
            <a:ext cx="11085815" cy="523220"/>
          </a:xfrm>
          <a:prstGeom prst="rect">
            <a:avLst/>
          </a:prstGeom>
          <a:noFill/>
        </p:spPr>
        <p:txBody>
          <a:bodyPr wrap="square" rtlCol="0">
            <a:spAutoFit/>
          </a:bodyPr>
          <a:lstStyle/>
          <a:p>
            <a:r>
              <a:rPr lang="en-US" sz="1400" dirty="0">
                <a:hlinkClick r:id="rId2"/>
              </a:rPr>
              <a:t>Best‐Practice DFT Protocols for Basic Molecular Computational Chemistry** - Bursch - 2022 - </a:t>
            </a:r>
            <a:r>
              <a:rPr lang="en-US" sz="1400" dirty="0" err="1">
                <a:hlinkClick r:id="rId2"/>
              </a:rPr>
              <a:t>Angewandte</a:t>
            </a:r>
            <a:r>
              <a:rPr lang="en-US" sz="1400" dirty="0">
                <a:hlinkClick r:id="rId2"/>
              </a:rPr>
              <a:t> </a:t>
            </a:r>
            <a:r>
              <a:rPr lang="en-US" sz="1400" dirty="0" err="1">
                <a:hlinkClick r:id="rId2"/>
              </a:rPr>
              <a:t>Chemie</a:t>
            </a:r>
            <a:r>
              <a:rPr lang="en-US" sz="1400" dirty="0">
                <a:hlinkClick r:id="rId2"/>
              </a:rPr>
              <a:t> International Edition - Wiley Online Library</a:t>
            </a:r>
            <a:endParaRPr lang="en-US" sz="1400" dirty="0"/>
          </a:p>
        </p:txBody>
      </p:sp>
      <p:pic>
        <p:nvPicPr>
          <p:cNvPr id="1026" name="Picture 2" descr="Details are in the caption following the image">
            <a:extLst>
              <a:ext uri="{FF2B5EF4-FFF2-40B4-BE49-F238E27FC236}">
                <a16:creationId xmlns:a16="http://schemas.microsoft.com/office/drawing/2014/main" id="{50A56249-ACEF-BC4A-9D22-7B8945700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33570"/>
            <a:ext cx="4943540" cy="560969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D632C5C-2024-5A4E-28C4-AF138F4A8EBA}"/>
              </a:ext>
            </a:extLst>
          </p:cNvPr>
          <p:cNvSpPr txBox="1"/>
          <p:nvPr/>
        </p:nvSpPr>
        <p:spPr>
          <a:xfrm>
            <a:off x="5817149" y="228356"/>
            <a:ext cx="5955751" cy="5801588"/>
          </a:xfrm>
          <a:prstGeom prst="rect">
            <a:avLst/>
          </a:prstGeom>
          <a:solidFill>
            <a:schemeClr val="bg1">
              <a:lumMod val="95000"/>
            </a:schemeClr>
          </a:solidFill>
        </p:spPr>
        <p:txBody>
          <a:bodyPr wrap="square" tIns="91440" rtlCol="0">
            <a:spAutoFit/>
          </a:bodyPr>
          <a:lstStyle/>
          <a:p>
            <a:pPr algn="just"/>
            <a:r>
              <a:rPr lang="en-US" sz="1600" dirty="0"/>
              <a:t>Although in common use, </a:t>
            </a:r>
            <a:r>
              <a:rPr lang="en-US" sz="1600" b="1" dirty="0"/>
              <a:t>B3LYP/6-31G*</a:t>
            </a:r>
            <a:r>
              <a:rPr lang="en-US" sz="1600" dirty="0"/>
              <a:t> has known drawbacks for DFT computation:</a:t>
            </a:r>
          </a:p>
          <a:p>
            <a:pPr marL="285750" indent="-285750" algn="just">
              <a:buFont typeface="Arial" panose="020B0604020202020204" pitchFamily="34" charset="0"/>
              <a:buChar char="•"/>
            </a:pPr>
            <a:r>
              <a:rPr lang="en-US" sz="1600" dirty="0"/>
              <a:t>missing London dispersion effects (“over-repulsiveness”)</a:t>
            </a:r>
          </a:p>
          <a:p>
            <a:pPr marL="285750" indent="-285750" algn="just">
              <a:buFont typeface="Arial" panose="020B0604020202020204" pitchFamily="34" charset="0"/>
              <a:buChar char="•"/>
            </a:pPr>
            <a:r>
              <a:rPr lang="en-US" sz="1600" dirty="0"/>
              <a:t>strong basis set superposition error (BSSE)</a:t>
            </a:r>
          </a:p>
          <a:p>
            <a:pPr marL="285750" indent="-285750" algn="just">
              <a:buFont typeface="Arial" panose="020B0604020202020204" pitchFamily="34" charset="0"/>
              <a:buChar char="•"/>
            </a:pPr>
            <a:endParaRPr lang="en-US" sz="1600" dirty="0"/>
          </a:p>
          <a:p>
            <a:pPr algn="just"/>
            <a:r>
              <a:rPr lang="en-US" sz="1600" dirty="0"/>
              <a:t>As such, composite methods such as </a:t>
            </a:r>
            <a:r>
              <a:rPr lang="en-US" sz="1600" b="1" dirty="0"/>
              <a:t>B97-3c</a:t>
            </a:r>
            <a:r>
              <a:rPr lang="en-US" sz="1600" dirty="0"/>
              <a:t> are recommended as a “go-to” DFT level. B97-3c is a relatively recent refit of the B97-D functional combined with a reduced triple-ζ basis (</a:t>
            </a:r>
            <a:r>
              <a:rPr lang="en-US" sz="1600" dirty="0" err="1"/>
              <a:t>mTZVP</a:t>
            </a:r>
            <a:r>
              <a:rPr lang="en-US" sz="1600" dirty="0"/>
              <a:t>) and strikes an ideal balance between speed and accuracy.</a:t>
            </a:r>
          </a:p>
          <a:p>
            <a:pPr algn="just"/>
            <a:endParaRPr lang="en-US" sz="1600" dirty="0"/>
          </a:p>
          <a:p>
            <a:pPr algn="just"/>
            <a:r>
              <a:rPr lang="en-US" sz="1600" dirty="0"/>
              <a:t>COSMO-RS is the recommended implicit solvation model to couple with B97-3c via </a:t>
            </a:r>
            <a:r>
              <a:rPr lang="en-US" sz="1600" dirty="0" err="1"/>
              <a:t>Turbomole</a:t>
            </a:r>
            <a:r>
              <a:rPr lang="en-US" sz="1600" dirty="0"/>
              <a:t>. σ-surfaces in the COSMO-RS framework describes the screened charge densities of each tessellated surface segment of the molecule. Reducing this to per-atom level provides an estimation of donor/acceptor strength.</a:t>
            </a:r>
          </a:p>
          <a:p>
            <a:pPr algn="just"/>
            <a:endParaRPr lang="en-US" sz="1600" dirty="0"/>
          </a:p>
          <a:p>
            <a:pPr algn="just"/>
            <a:r>
              <a:rPr lang="en-US" sz="1600" dirty="0"/>
              <a:t>BSSE: The common interpretation is that orbitals in one fragment can employ basis functions from the other fragment in the complex, and vice versa, and the combined basis set in the complex is thus closer to the </a:t>
            </a:r>
            <a:r>
              <a:rPr lang="en-US" sz="1600" b="0" i="0" dirty="0">
                <a:solidFill>
                  <a:srgbClr val="151515"/>
                </a:solidFill>
                <a:effectLst/>
                <a:latin typeface="Roboto" panose="02000000000000000000" pitchFamily="2" charset="0"/>
              </a:rPr>
              <a:t>complete basis set</a:t>
            </a:r>
            <a:r>
              <a:rPr lang="en-US" sz="1600" dirty="0"/>
              <a:t> than for the fragments.</a:t>
            </a:r>
          </a:p>
        </p:txBody>
      </p:sp>
    </p:spTree>
    <p:extLst>
      <p:ext uri="{BB962C8B-B14F-4D97-AF65-F5344CB8AC3E}">
        <p14:creationId xmlns:p14="http://schemas.microsoft.com/office/powerpoint/2010/main" val="2422130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E62B-D2DA-F9F8-A833-C0CED93F2E0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7AEA645-D5F5-705C-4010-525D5307A8CE}"/>
              </a:ext>
            </a:extLst>
          </p:cNvPr>
          <p:cNvSpPr>
            <a:spLocks noGrp="1"/>
          </p:cNvSpPr>
          <p:nvPr>
            <p:ph type="sldNum" sz="quarter" idx="12"/>
          </p:nvPr>
        </p:nvSpPr>
        <p:spPr/>
        <p:txBody>
          <a:bodyPr/>
          <a:lstStyle/>
          <a:p>
            <a:fld id="{03CB0E19-F4C8-4F98-96D2-CE1ECDE59975}" type="slidenum">
              <a:rPr lang="en-GB" smtClean="0"/>
              <a:t>47</a:t>
            </a:fld>
            <a:endParaRPr lang="en-GB"/>
          </a:p>
        </p:txBody>
      </p:sp>
      <p:sp>
        <p:nvSpPr>
          <p:cNvPr id="7" name="Rectangle 6">
            <a:extLst>
              <a:ext uri="{FF2B5EF4-FFF2-40B4-BE49-F238E27FC236}">
                <a16:creationId xmlns:a16="http://schemas.microsoft.com/office/drawing/2014/main" id="{5FF98DC3-2F8B-98F5-9659-844208A929E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93BED37-3E9E-C5A8-2795-1300C18145E2}"/>
              </a:ext>
            </a:extLst>
          </p:cNvPr>
          <p:cNvSpPr txBox="1"/>
          <p:nvPr/>
        </p:nvSpPr>
        <p:spPr>
          <a:xfrm>
            <a:off x="323850" y="301929"/>
            <a:ext cx="11449050" cy="5555367"/>
          </a:xfrm>
          <a:prstGeom prst="rect">
            <a:avLst/>
          </a:prstGeom>
          <a:solidFill>
            <a:schemeClr val="bg1">
              <a:lumMod val="95000"/>
            </a:schemeClr>
          </a:solidFill>
        </p:spPr>
        <p:txBody>
          <a:bodyPr wrap="square" tIns="91440" rtlCol="0">
            <a:spAutoFit/>
          </a:bodyPr>
          <a:lstStyle/>
          <a:p>
            <a:r>
              <a:rPr lang="en-US" sz="1600" dirty="0"/>
              <a:t>Grimme D3 dispersion correction in Gaussian</a:t>
            </a:r>
          </a:p>
          <a:p>
            <a:pPr marL="285750" indent="-285750">
              <a:buFont typeface="Arial" panose="020B0604020202020204" pitchFamily="34" charset="0"/>
              <a:buChar char="•"/>
            </a:pPr>
            <a:r>
              <a:rPr lang="en-US" sz="1600" dirty="0" err="1"/>
              <a:t>EmpiricalDispersion</a:t>
            </a:r>
            <a:r>
              <a:rPr lang="en-US" sz="1600" dirty="0"/>
              <a:t>=GD3</a:t>
            </a:r>
          </a:p>
          <a:p>
            <a:endParaRPr lang="en-US" sz="1600" dirty="0"/>
          </a:p>
          <a:p>
            <a:r>
              <a:rPr lang="en-US" sz="1600" b="0" i="0" dirty="0">
                <a:solidFill>
                  <a:srgbClr val="202122"/>
                </a:solidFill>
                <a:effectLst/>
              </a:rPr>
              <a:t>The following expression for the </a:t>
            </a:r>
            <a:r>
              <a:rPr lang="en-US" sz="1600" b="0" i="0" dirty="0" err="1">
                <a:solidFill>
                  <a:srgbClr val="202122"/>
                </a:solidFill>
                <a:effectLst/>
              </a:rPr>
              <a:t>vdW</a:t>
            </a:r>
            <a:r>
              <a:rPr lang="en-US" sz="1600" b="0" i="0" dirty="0">
                <a:solidFill>
                  <a:srgbClr val="202122"/>
                </a:solidFill>
                <a:effectLst/>
              </a:rPr>
              <a:t> dispersion energy-correction term is used:</a:t>
            </a:r>
            <a:br>
              <a:rPr lang="en-US" sz="1600" b="0" i="0" dirty="0">
                <a:solidFill>
                  <a:srgbClr val="202122"/>
                </a:solidFill>
                <a:effectLst/>
              </a:rPr>
            </a:br>
            <a:endParaRPr lang="en-US" sz="1600" b="0" i="0" dirty="0">
              <a:solidFill>
                <a:srgbClr val="202122"/>
              </a:solidFill>
              <a:effectLst/>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r>
              <a:rPr lang="en-US" sz="1600" dirty="0">
                <a:solidFill>
                  <a:srgbClr val="202122"/>
                </a:solidFill>
              </a:rPr>
              <a:t>T</a:t>
            </a:r>
            <a:r>
              <a:rPr lang="en-US" sz="1600" b="0" i="0" dirty="0">
                <a:solidFill>
                  <a:srgbClr val="202122"/>
                </a:solidFill>
                <a:effectLst/>
              </a:rPr>
              <a:t>he dispersion coefficients C6ij are geometry-dependent as they are calculated on the basis of the local geometry (coordination number) around atoms </a:t>
            </a:r>
            <a:r>
              <a:rPr lang="en-US" sz="1600" b="0" i="0" dirty="0" err="1">
                <a:solidFill>
                  <a:srgbClr val="202122"/>
                </a:solidFill>
                <a:effectLst/>
              </a:rPr>
              <a:t>i</a:t>
            </a:r>
            <a:r>
              <a:rPr lang="en-US" sz="1600" b="0" i="0" dirty="0">
                <a:solidFill>
                  <a:srgbClr val="202122"/>
                </a:solidFill>
                <a:effectLst/>
              </a:rPr>
              <a:t> and j.</a:t>
            </a:r>
            <a:br>
              <a:rPr lang="en-US" sz="1600" dirty="0"/>
            </a:br>
            <a:endParaRPr lang="en-US" sz="1600" dirty="0"/>
          </a:p>
          <a:p>
            <a:r>
              <a:rPr lang="en-US" sz="1600" dirty="0"/>
              <a:t>The </a:t>
            </a:r>
            <a:r>
              <a:rPr lang="en-US" sz="1600" b="0" i="0" dirty="0">
                <a:solidFill>
                  <a:srgbClr val="202122"/>
                </a:solidFill>
                <a:effectLst/>
              </a:rPr>
              <a:t>damping function is given by:</a:t>
            </a: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solidFill>
                <a:srgbClr val="202122"/>
              </a:solidFill>
            </a:endParaRPr>
          </a:p>
          <a:p>
            <a:endParaRPr lang="en-US" sz="1600" dirty="0"/>
          </a:p>
          <a:p>
            <a:endParaRPr lang="en-US" sz="1600" dirty="0"/>
          </a:p>
        </p:txBody>
      </p:sp>
      <p:pic>
        <p:nvPicPr>
          <p:cNvPr id="15" name="Picture 14">
            <a:extLst>
              <a:ext uri="{FF2B5EF4-FFF2-40B4-BE49-F238E27FC236}">
                <a16:creationId xmlns:a16="http://schemas.microsoft.com/office/drawing/2014/main" id="{BCEEF326-AD49-E846-8642-9D73EB888438}"/>
              </a:ext>
            </a:extLst>
          </p:cNvPr>
          <p:cNvPicPr>
            <a:picLocks noChangeAspect="1"/>
          </p:cNvPicPr>
          <p:nvPr/>
        </p:nvPicPr>
        <p:blipFill>
          <a:blip r:embed="rId2"/>
          <a:stretch>
            <a:fillRect/>
          </a:stretch>
        </p:blipFill>
        <p:spPr>
          <a:xfrm>
            <a:off x="1416926" y="1506264"/>
            <a:ext cx="6667500" cy="1028700"/>
          </a:xfrm>
          <a:prstGeom prst="rect">
            <a:avLst/>
          </a:prstGeom>
        </p:spPr>
      </p:pic>
      <p:pic>
        <p:nvPicPr>
          <p:cNvPr id="17" name="Picture 16">
            <a:extLst>
              <a:ext uri="{FF2B5EF4-FFF2-40B4-BE49-F238E27FC236}">
                <a16:creationId xmlns:a16="http://schemas.microsoft.com/office/drawing/2014/main" id="{8C499678-2C9D-D822-CB6A-2486B2305AD3}"/>
              </a:ext>
            </a:extLst>
          </p:cNvPr>
          <p:cNvPicPr>
            <a:picLocks noChangeAspect="1"/>
          </p:cNvPicPr>
          <p:nvPr/>
        </p:nvPicPr>
        <p:blipFill>
          <a:blip r:embed="rId3"/>
          <a:stretch>
            <a:fillRect/>
          </a:stretch>
        </p:blipFill>
        <p:spPr>
          <a:xfrm>
            <a:off x="2888538" y="4102154"/>
            <a:ext cx="3724275" cy="923925"/>
          </a:xfrm>
          <a:prstGeom prst="rect">
            <a:avLst/>
          </a:prstGeom>
        </p:spPr>
      </p:pic>
    </p:spTree>
    <p:extLst>
      <p:ext uri="{BB962C8B-B14F-4D97-AF65-F5344CB8AC3E}">
        <p14:creationId xmlns:p14="http://schemas.microsoft.com/office/powerpoint/2010/main" val="953028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795B-ED6E-A80F-45AF-BA04768353F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FAC23A7-B0C7-396A-39ED-9796DBAD8508}"/>
              </a:ext>
            </a:extLst>
          </p:cNvPr>
          <p:cNvSpPr>
            <a:spLocks noGrp="1"/>
          </p:cNvSpPr>
          <p:nvPr>
            <p:ph type="sldNum" sz="quarter" idx="12"/>
          </p:nvPr>
        </p:nvSpPr>
        <p:spPr/>
        <p:txBody>
          <a:bodyPr/>
          <a:lstStyle/>
          <a:p>
            <a:fld id="{03CB0E19-F4C8-4F98-96D2-CE1ECDE59975}" type="slidenum">
              <a:rPr lang="en-GB" smtClean="0"/>
              <a:t>48</a:t>
            </a:fld>
            <a:endParaRPr lang="en-GB"/>
          </a:p>
        </p:txBody>
      </p:sp>
      <p:sp>
        <p:nvSpPr>
          <p:cNvPr id="7" name="Rectangle 6">
            <a:extLst>
              <a:ext uri="{FF2B5EF4-FFF2-40B4-BE49-F238E27FC236}">
                <a16:creationId xmlns:a16="http://schemas.microsoft.com/office/drawing/2014/main" id="{72BAA69F-B305-44C3-5805-25D8C058D131}"/>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50881C-F671-B5A9-8A58-837C682F6C41}"/>
              </a:ext>
            </a:extLst>
          </p:cNvPr>
          <p:cNvSpPr txBox="1"/>
          <p:nvPr/>
        </p:nvSpPr>
        <p:spPr>
          <a:xfrm>
            <a:off x="323850" y="301929"/>
            <a:ext cx="11449050" cy="2108269"/>
          </a:xfrm>
          <a:prstGeom prst="rect">
            <a:avLst/>
          </a:prstGeom>
          <a:solidFill>
            <a:schemeClr val="bg1">
              <a:lumMod val="95000"/>
            </a:schemeClr>
          </a:solidFill>
        </p:spPr>
        <p:txBody>
          <a:bodyPr wrap="square" tIns="91440" rtlCol="0">
            <a:spAutoFit/>
          </a:bodyPr>
          <a:lstStyle/>
          <a:p>
            <a:r>
              <a:rPr lang="en-US" sz="1600" b="1" dirty="0"/>
              <a:t>GFN2-xTB</a:t>
            </a:r>
            <a:r>
              <a:rPr lang="en-US" sz="1600" dirty="0"/>
              <a:t> is a  semiempirical tight-binding model, primarily designed for the fast calculation of structures and noncovalent interaction energies for molecular systems with roughly 1000 atoms.</a:t>
            </a:r>
          </a:p>
          <a:p>
            <a:pPr marL="285750" indent="-285750">
              <a:buFont typeface="Arial" panose="020B0604020202020204" pitchFamily="34" charset="0"/>
              <a:buChar char="•"/>
            </a:pPr>
            <a:r>
              <a:rPr lang="en-US" sz="1600" dirty="0">
                <a:solidFill>
                  <a:srgbClr val="202122"/>
                </a:solidFill>
              </a:rPr>
              <a:t>"GFN" stands for Geometries, Frequencies, and Non-covalent interactions, for which it has been parametrized</a:t>
            </a:r>
          </a:p>
          <a:p>
            <a:pPr marL="285750" indent="-285750">
              <a:buFont typeface="Arial" panose="020B0604020202020204" pitchFamily="34" charset="0"/>
              <a:buChar char="•"/>
            </a:pPr>
            <a:r>
              <a:rPr lang="en-US" sz="1600" dirty="0">
                <a:solidFill>
                  <a:srgbClr val="202122"/>
                </a:solidFill>
              </a:rPr>
              <a:t>I</a:t>
            </a:r>
            <a:r>
              <a:rPr lang="en-US" sz="1600" b="0" i="0" dirty="0">
                <a:solidFill>
                  <a:srgbClr val="202122"/>
                </a:solidFill>
                <a:effectLst/>
              </a:rPr>
              <a:t>nclusion of anisotropic second order density fluctuation effects via short-range damped interactions of cumulative atomic multipole moments</a:t>
            </a:r>
          </a:p>
          <a:p>
            <a:pPr marL="285750" indent="-285750">
              <a:buFont typeface="Arial" panose="020B0604020202020204" pitchFamily="34" charset="0"/>
              <a:buChar char="•"/>
            </a:pPr>
            <a:r>
              <a:rPr lang="en-US" sz="1600" dirty="0"/>
              <a:t>The GFN methods are consistently parameterized for all elements up to Rn and are thus applicable to a large chemical space throughout the periodic table</a:t>
            </a:r>
          </a:p>
          <a:p>
            <a:endParaRPr lang="en-US" sz="1600" dirty="0"/>
          </a:p>
        </p:txBody>
      </p:sp>
      <p:sp>
        <p:nvSpPr>
          <p:cNvPr id="2" name="TextBox 1">
            <a:extLst>
              <a:ext uri="{FF2B5EF4-FFF2-40B4-BE49-F238E27FC236}">
                <a16:creationId xmlns:a16="http://schemas.microsoft.com/office/drawing/2014/main" id="{BC19BFBC-09CE-A299-D804-150C50B9F92A}"/>
              </a:ext>
            </a:extLst>
          </p:cNvPr>
          <p:cNvSpPr txBox="1"/>
          <p:nvPr/>
        </p:nvSpPr>
        <p:spPr>
          <a:xfrm>
            <a:off x="323850" y="2605966"/>
            <a:ext cx="4824127" cy="1169551"/>
          </a:xfrm>
          <a:prstGeom prst="rect">
            <a:avLst/>
          </a:prstGeom>
          <a:noFill/>
        </p:spPr>
        <p:txBody>
          <a:bodyPr wrap="square" rtlCol="0">
            <a:spAutoFit/>
          </a:bodyPr>
          <a:lstStyle/>
          <a:p>
            <a:r>
              <a:rPr lang="en-US" sz="1400" dirty="0">
                <a:hlinkClick r:id="rId2"/>
              </a:rPr>
              <a:t>GFN2-xTB—An Accurate and Broadly Parametrized Self-Consistent Tight-Binding Quantum Chemical Method with Multipole Electrostatics and Density-Dependent Dispersion Contributions | Journal of Chemical Theory and Computation</a:t>
            </a:r>
            <a:endParaRPr lang="en-US" sz="1400" dirty="0"/>
          </a:p>
        </p:txBody>
      </p:sp>
      <p:pic>
        <p:nvPicPr>
          <p:cNvPr id="4" name="Picture 3">
            <a:extLst>
              <a:ext uri="{FF2B5EF4-FFF2-40B4-BE49-F238E27FC236}">
                <a16:creationId xmlns:a16="http://schemas.microsoft.com/office/drawing/2014/main" id="{F932B93B-36D8-BB1E-1107-356BCA15397E}"/>
              </a:ext>
            </a:extLst>
          </p:cNvPr>
          <p:cNvPicPr>
            <a:picLocks noChangeAspect="1"/>
          </p:cNvPicPr>
          <p:nvPr/>
        </p:nvPicPr>
        <p:blipFill>
          <a:blip r:embed="rId3"/>
          <a:stretch>
            <a:fillRect/>
          </a:stretch>
        </p:blipFill>
        <p:spPr>
          <a:xfrm>
            <a:off x="5907425" y="2605966"/>
            <a:ext cx="5632888" cy="3293332"/>
          </a:xfrm>
          <a:prstGeom prst="rect">
            <a:avLst/>
          </a:prstGeom>
        </p:spPr>
      </p:pic>
      <p:sp>
        <p:nvSpPr>
          <p:cNvPr id="6" name="TextBox 5">
            <a:extLst>
              <a:ext uri="{FF2B5EF4-FFF2-40B4-BE49-F238E27FC236}">
                <a16:creationId xmlns:a16="http://schemas.microsoft.com/office/drawing/2014/main" id="{43297653-26DB-0E96-4D4A-721356B0A28B}"/>
              </a:ext>
            </a:extLst>
          </p:cNvPr>
          <p:cNvSpPr txBox="1"/>
          <p:nvPr/>
        </p:nvSpPr>
        <p:spPr>
          <a:xfrm>
            <a:off x="5907425" y="5947046"/>
            <a:ext cx="5865475" cy="738664"/>
          </a:xfrm>
          <a:prstGeom prst="rect">
            <a:avLst/>
          </a:prstGeom>
          <a:noFill/>
        </p:spPr>
        <p:txBody>
          <a:bodyPr wrap="square" rtlCol="0">
            <a:spAutoFit/>
          </a:bodyPr>
          <a:lstStyle/>
          <a:p>
            <a:r>
              <a:rPr lang="en-US" sz="1400" dirty="0">
                <a:hlinkClick r:id="rId4"/>
              </a:rPr>
              <a:t>Assessing conformer energies using electronic structure and machine learning methods - </a:t>
            </a:r>
            <a:r>
              <a:rPr lang="en-US" sz="1400" dirty="0" err="1">
                <a:hlinkClick r:id="rId4"/>
              </a:rPr>
              <a:t>Folmsbee</a:t>
            </a:r>
            <a:r>
              <a:rPr lang="en-US" sz="1400" dirty="0">
                <a:hlinkClick r:id="rId4"/>
              </a:rPr>
              <a:t> - 2021 - International Journal of Quantum Chemistry - Wiley Online Library</a:t>
            </a:r>
            <a:endParaRPr lang="en-US" sz="1400" dirty="0"/>
          </a:p>
        </p:txBody>
      </p:sp>
      <p:sp>
        <p:nvSpPr>
          <p:cNvPr id="8" name="TextBox 7">
            <a:extLst>
              <a:ext uri="{FF2B5EF4-FFF2-40B4-BE49-F238E27FC236}">
                <a16:creationId xmlns:a16="http://schemas.microsoft.com/office/drawing/2014/main" id="{876C8642-B668-5E13-EF76-7403CD72542A}"/>
              </a:ext>
            </a:extLst>
          </p:cNvPr>
          <p:cNvSpPr txBox="1"/>
          <p:nvPr/>
        </p:nvSpPr>
        <p:spPr>
          <a:xfrm>
            <a:off x="8924702" y="2721489"/>
            <a:ext cx="2425664" cy="307777"/>
          </a:xfrm>
          <a:prstGeom prst="rect">
            <a:avLst/>
          </a:prstGeom>
          <a:solidFill>
            <a:schemeClr val="bg1"/>
          </a:solidFill>
        </p:spPr>
        <p:txBody>
          <a:bodyPr wrap="none" rtlCol="0">
            <a:spAutoFit/>
          </a:bodyPr>
          <a:lstStyle/>
          <a:p>
            <a:r>
              <a:rPr lang="en-US" sz="1400" dirty="0"/>
              <a:t>vs DLPNO-CCSD(T) energy</a:t>
            </a:r>
          </a:p>
        </p:txBody>
      </p:sp>
    </p:spTree>
    <p:extLst>
      <p:ext uri="{BB962C8B-B14F-4D97-AF65-F5344CB8AC3E}">
        <p14:creationId xmlns:p14="http://schemas.microsoft.com/office/powerpoint/2010/main" val="2604433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5D7F-74FC-72AE-8C63-779F5F83DCA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87D6F85-A2D8-4CB2-9A43-8E93489D2C02}"/>
              </a:ext>
            </a:extLst>
          </p:cNvPr>
          <p:cNvSpPr>
            <a:spLocks noGrp="1"/>
          </p:cNvSpPr>
          <p:nvPr>
            <p:ph type="sldNum" sz="quarter" idx="12"/>
          </p:nvPr>
        </p:nvSpPr>
        <p:spPr/>
        <p:txBody>
          <a:bodyPr/>
          <a:lstStyle/>
          <a:p>
            <a:fld id="{03CB0E19-F4C8-4F98-96D2-CE1ECDE59975}" type="slidenum">
              <a:rPr lang="en-GB" smtClean="0"/>
              <a:t>49</a:t>
            </a:fld>
            <a:endParaRPr lang="en-GB"/>
          </a:p>
        </p:txBody>
      </p:sp>
      <p:sp>
        <p:nvSpPr>
          <p:cNvPr id="7" name="Rectangle 6">
            <a:extLst>
              <a:ext uri="{FF2B5EF4-FFF2-40B4-BE49-F238E27FC236}">
                <a16:creationId xmlns:a16="http://schemas.microsoft.com/office/drawing/2014/main" id="{C93BAFE8-F9B2-929C-6594-331CD97B4C24}"/>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3AC756C-8BC6-99A9-C5F6-817587466297}"/>
              </a:ext>
            </a:extLst>
          </p:cNvPr>
          <p:cNvSpPr txBox="1"/>
          <p:nvPr/>
        </p:nvSpPr>
        <p:spPr>
          <a:xfrm>
            <a:off x="323850" y="301929"/>
            <a:ext cx="11449050" cy="5309146"/>
          </a:xfrm>
          <a:prstGeom prst="rect">
            <a:avLst/>
          </a:prstGeom>
          <a:solidFill>
            <a:schemeClr val="bg1">
              <a:lumMod val="95000"/>
            </a:schemeClr>
          </a:solidFill>
        </p:spPr>
        <p:txBody>
          <a:bodyPr wrap="square" tIns="91440" rtlCol="0">
            <a:spAutoFit/>
          </a:bodyPr>
          <a:lstStyle/>
          <a:p>
            <a:r>
              <a:rPr lang="en-US" sz="1600" b="1" dirty="0"/>
              <a:t>Gaussian09</a:t>
            </a:r>
            <a:r>
              <a:rPr lang="en-US" sz="1600" dirty="0"/>
              <a:t> Transition State (TS) optimization and frequency calculation</a:t>
            </a:r>
          </a:p>
          <a:p>
            <a:pPr marL="285750" indent="-285750">
              <a:buFont typeface="Arial" panose="020B0604020202020204" pitchFamily="34" charset="0"/>
              <a:buChar char="•"/>
            </a:pPr>
            <a:r>
              <a:rPr lang="en-US" sz="1600" dirty="0"/>
              <a:t>opt=(</a:t>
            </a:r>
            <a:r>
              <a:rPr lang="en-US" sz="1600" dirty="0" err="1"/>
              <a:t>calcfc,ts,modredundant,noeig</a:t>
            </a:r>
            <a:r>
              <a:rPr lang="en-US" sz="1600" dirty="0"/>
              <a:t>) </a:t>
            </a:r>
            <a:r>
              <a:rPr lang="en-US" sz="1600" dirty="0" err="1"/>
              <a:t>freq</a:t>
            </a:r>
            <a:r>
              <a:rPr lang="en-US" sz="1600" dirty="0"/>
              <a:t> b3lyp/6-31g(d) </a:t>
            </a:r>
            <a:r>
              <a:rPr lang="en-US" sz="1600" dirty="0" err="1"/>
              <a:t>scrf</a:t>
            </a:r>
            <a:r>
              <a:rPr lang="en-US" sz="1600" dirty="0"/>
              <a:t>=(</a:t>
            </a:r>
            <a:r>
              <a:rPr lang="en-US" sz="1600" dirty="0" err="1"/>
              <a:t>iefpcm,solvent</a:t>
            </a:r>
            <a:r>
              <a:rPr lang="en-US" sz="1600" dirty="0"/>
              <a:t>=water)</a:t>
            </a:r>
          </a:p>
          <a:p>
            <a:endParaRPr lang="en-US" sz="1600" dirty="0"/>
          </a:p>
          <a:p>
            <a:r>
              <a:rPr lang="en-US" sz="1600" b="1" dirty="0" err="1"/>
              <a:t>CalcFC</a:t>
            </a:r>
            <a:r>
              <a:rPr lang="en-US" sz="1600" dirty="0"/>
              <a:t>. Specifies that the force constants be computed at the first point</a:t>
            </a:r>
          </a:p>
          <a:p>
            <a:pPr marL="285750" indent="-285750">
              <a:buFont typeface="Arial" panose="020B0604020202020204" pitchFamily="34" charset="0"/>
              <a:buChar char="•"/>
            </a:pPr>
            <a:endParaRPr lang="en-US" sz="1600" dirty="0"/>
          </a:p>
          <a:p>
            <a:r>
              <a:rPr lang="en-US" sz="1600" dirty="0"/>
              <a:t>Confirm only one imaginary frequency (IF) exists -&gt; TS is identified. In practice, since dihedral constraints were applied, sometimes an additional small IF existed.</a:t>
            </a:r>
          </a:p>
          <a:p>
            <a:endParaRPr lang="en-US" sz="1600" dirty="0"/>
          </a:p>
          <a:p>
            <a:r>
              <a:rPr lang="en-US" sz="1600" dirty="0"/>
              <a:t>TS is a critical point on a Potential Energy Surface (PES) that is a minimum in every dimension but one.</a:t>
            </a:r>
          </a:p>
          <a:p>
            <a:endParaRPr lang="en-US" sz="1600" dirty="0"/>
          </a:p>
          <a:p>
            <a:r>
              <a:rPr lang="en-US" sz="1600" b="1" dirty="0"/>
              <a:t>opt=</a:t>
            </a:r>
            <a:r>
              <a:rPr lang="en-US" sz="1600" b="1" dirty="0" err="1"/>
              <a:t>ts</a:t>
            </a:r>
            <a:r>
              <a:rPr lang="en-US" sz="1600" b="1" dirty="0"/>
              <a:t> </a:t>
            </a:r>
            <a:r>
              <a:rPr lang="en-US" sz="1600" dirty="0"/>
              <a:t>keyword. For this method, the coordinates in your input file are those for the TS structure. Bond breaking: lengthen the bond along the reaction coordinate.</a:t>
            </a:r>
          </a:p>
          <a:p>
            <a:endParaRPr lang="en-US" sz="1600" dirty="0"/>
          </a:p>
          <a:p>
            <a:r>
              <a:rPr lang="en-US" sz="1600" dirty="0"/>
              <a:t>Most of the time when you use the opt=</a:t>
            </a:r>
            <a:r>
              <a:rPr lang="en-US" sz="1600" dirty="0" err="1"/>
              <a:t>ts</a:t>
            </a:r>
            <a:r>
              <a:rPr lang="en-US" sz="1600" dirty="0"/>
              <a:t> keyword the calculations crashes because of an error in the number of eigenvalues, you can avoid it adding </a:t>
            </a:r>
            <a:r>
              <a:rPr lang="en-US" sz="1600" b="1" dirty="0" err="1"/>
              <a:t>noeigen</a:t>
            </a:r>
            <a:r>
              <a:rPr lang="en-US" sz="1600" dirty="0"/>
              <a:t>.</a:t>
            </a:r>
          </a:p>
          <a:p>
            <a:endParaRPr lang="en-US" sz="1600" dirty="0"/>
          </a:p>
          <a:p>
            <a:r>
              <a:rPr lang="en-US" sz="1600" dirty="0"/>
              <a:t>Not performed: IRC. To ensure that the transition structure we’ve identified connects the products and the reactants. We do this using the intrinsic reaction coordinate (IRC). The IRC is the minimum energy reaction pathway between the transition state of a reaction and its reactants and products.</a:t>
            </a:r>
          </a:p>
          <a:p>
            <a:endParaRPr lang="en-US" sz="1600" dirty="0"/>
          </a:p>
          <a:p>
            <a:r>
              <a:rPr lang="en-US" sz="1600" dirty="0"/>
              <a:t>NB Repeated key warheads at the wB97-xd/cc-</a:t>
            </a:r>
            <a:r>
              <a:rPr lang="en-US" sz="1600" dirty="0" err="1"/>
              <a:t>pVTZ</a:t>
            </a:r>
            <a:r>
              <a:rPr lang="en-US" sz="1600" dirty="0"/>
              <a:t> level of theory to confirm identical rank ordering with b3lyp/6-31g(d).</a:t>
            </a:r>
          </a:p>
        </p:txBody>
      </p:sp>
      <p:sp>
        <p:nvSpPr>
          <p:cNvPr id="3" name="TextBox 2">
            <a:extLst>
              <a:ext uri="{FF2B5EF4-FFF2-40B4-BE49-F238E27FC236}">
                <a16:creationId xmlns:a16="http://schemas.microsoft.com/office/drawing/2014/main" id="{ACFCF075-9EE8-F97F-CB41-E86633D23A9E}"/>
              </a:ext>
            </a:extLst>
          </p:cNvPr>
          <p:cNvSpPr txBox="1"/>
          <p:nvPr/>
        </p:nvSpPr>
        <p:spPr>
          <a:xfrm>
            <a:off x="323850" y="6321867"/>
            <a:ext cx="7766357" cy="307777"/>
          </a:xfrm>
          <a:prstGeom prst="rect">
            <a:avLst/>
          </a:prstGeom>
          <a:noFill/>
        </p:spPr>
        <p:txBody>
          <a:bodyPr wrap="none" rtlCol="0">
            <a:spAutoFit/>
          </a:bodyPr>
          <a:lstStyle/>
          <a:p>
            <a:r>
              <a:rPr lang="en-US" sz="1400" dirty="0">
                <a:hlinkClick r:id="rId2"/>
              </a:rPr>
              <a:t>Transition State Search (QST2 &amp; QST3) and IRC with Gaussian09 – Dr. Joaquin Barroso's Blog</a:t>
            </a:r>
            <a:endParaRPr lang="en-US" sz="1400" dirty="0"/>
          </a:p>
        </p:txBody>
      </p:sp>
    </p:spTree>
    <p:extLst>
      <p:ext uri="{BB962C8B-B14F-4D97-AF65-F5344CB8AC3E}">
        <p14:creationId xmlns:p14="http://schemas.microsoft.com/office/powerpoint/2010/main" val="4224080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D2A52-1989-E6AC-AE50-AC15300C900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10A9288-E930-76C4-BCEC-1C90199600E0}"/>
              </a:ext>
            </a:extLst>
          </p:cNvPr>
          <p:cNvSpPr>
            <a:spLocks noGrp="1"/>
          </p:cNvSpPr>
          <p:nvPr>
            <p:ph type="sldNum" sz="quarter" idx="12"/>
          </p:nvPr>
        </p:nvSpPr>
        <p:spPr/>
        <p:txBody>
          <a:bodyPr/>
          <a:lstStyle/>
          <a:p>
            <a:fld id="{03CB0E19-F4C8-4F98-96D2-CE1ECDE59975}" type="slidenum">
              <a:rPr lang="en-GB" smtClean="0"/>
              <a:t>50</a:t>
            </a:fld>
            <a:endParaRPr lang="en-GB"/>
          </a:p>
        </p:txBody>
      </p:sp>
      <p:sp>
        <p:nvSpPr>
          <p:cNvPr id="7" name="Rectangle 6">
            <a:extLst>
              <a:ext uri="{FF2B5EF4-FFF2-40B4-BE49-F238E27FC236}">
                <a16:creationId xmlns:a16="http://schemas.microsoft.com/office/drawing/2014/main" id="{AD4FD107-3163-14EE-24B8-BE6ECDEE16F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C2D984A-5152-8439-54F5-DB0E48D20BCA}"/>
                  </a:ext>
                </a:extLst>
              </p:cNvPr>
              <p:cNvSpPr txBox="1"/>
              <p:nvPr/>
            </p:nvSpPr>
            <p:spPr>
              <a:xfrm>
                <a:off x="323850" y="301929"/>
                <a:ext cx="11449050" cy="5555367"/>
              </a:xfrm>
              <a:prstGeom prst="rect">
                <a:avLst/>
              </a:prstGeom>
              <a:solidFill>
                <a:schemeClr val="bg1">
                  <a:lumMod val="95000"/>
                </a:schemeClr>
              </a:solidFill>
            </p:spPr>
            <p:txBody>
              <a:bodyPr wrap="square" tIns="91440" rtlCol="0">
                <a:spAutoFit/>
              </a:bodyPr>
              <a:lstStyle/>
              <a:p>
                <a:r>
                  <a:rPr lang="en-US" sz="1600" dirty="0"/>
                  <a:t>Study of </a:t>
                </a:r>
                <a:r>
                  <a:rPr lang="en-US" sz="1600" b="1" dirty="0" err="1"/>
                  <a:t>atropisomers</a:t>
                </a:r>
                <a:r>
                  <a:rPr lang="en-US" sz="1600" dirty="0"/>
                  <a:t> by experimental methods.</a:t>
                </a:r>
              </a:p>
              <a:p>
                <a:endParaRPr lang="en-US" sz="1600" dirty="0"/>
              </a:p>
              <a:p>
                <a:pPr marL="285750" indent="-285750">
                  <a:buFont typeface="Arial" panose="020B0604020202020204" pitchFamily="34" charset="0"/>
                  <a:buChar char="•"/>
                </a:pPr>
                <a:r>
                  <a:rPr lang="en-US" sz="1600" b="0" i="0" dirty="0">
                    <a:solidFill>
                      <a:srgbClr val="151515"/>
                    </a:solidFill>
                    <a:effectLst/>
                  </a:rPr>
                  <a:t>VT-NMR: Line-shape analysis, 2D exchange spectroscopy (EXSY), or kinetic analyses (</a:t>
                </a:r>
                <a:r>
                  <a:rPr lang="en-US" sz="1600" b="1" i="0" dirty="0">
                    <a:solidFill>
                      <a:srgbClr val="151515"/>
                    </a:solidFill>
                    <a:effectLst/>
                  </a:rPr>
                  <a:t>class I</a:t>
                </a:r>
                <a:r>
                  <a:rPr lang="en-US" sz="1600" b="0" i="0" dirty="0">
                    <a:solidFill>
                      <a:srgbClr val="151515"/>
                    </a:solidFill>
                    <a:effectLst/>
                  </a:rPr>
                  <a:t> fast interconversion)</a:t>
                </a:r>
              </a:p>
              <a:p>
                <a:pPr marL="285750" indent="-285750">
                  <a:buFont typeface="Arial" panose="020B0604020202020204" pitchFamily="34" charset="0"/>
                  <a:buChar char="•"/>
                </a:pPr>
                <a:r>
                  <a:rPr lang="en-US" sz="1600" dirty="0"/>
                  <a:t>Time-course NMR </a:t>
                </a:r>
                <a:r>
                  <a:rPr lang="en-US" sz="1600" b="0" i="0" dirty="0">
                    <a:solidFill>
                      <a:srgbClr val="151515"/>
                    </a:solidFill>
                    <a:effectLst/>
                  </a:rPr>
                  <a:t>(</a:t>
                </a:r>
                <a:r>
                  <a:rPr lang="en-US" sz="1600" b="1" i="0" dirty="0">
                    <a:solidFill>
                      <a:srgbClr val="151515"/>
                    </a:solidFill>
                    <a:effectLst/>
                  </a:rPr>
                  <a:t>class II</a:t>
                </a:r>
                <a:r>
                  <a:rPr lang="en-US" sz="1600" b="0" i="0" dirty="0">
                    <a:solidFill>
                      <a:srgbClr val="151515"/>
                    </a:solidFill>
                    <a:effectLst/>
                  </a:rPr>
                  <a:t> medium interconversion)</a:t>
                </a:r>
                <a:endParaRPr lang="en-US" sz="1600" dirty="0"/>
              </a:p>
              <a:p>
                <a:pPr marL="285750" indent="-285750">
                  <a:buFont typeface="Arial" panose="020B0604020202020204" pitchFamily="34" charset="0"/>
                  <a:buChar char="•"/>
                </a:pPr>
                <a:r>
                  <a:rPr lang="en-US" sz="1600" dirty="0"/>
                  <a:t>Chiral HPLC </a:t>
                </a:r>
                <a:r>
                  <a:rPr lang="en-US" sz="1600" b="0" i="0" dirty="0">
                    <a:solidFill>
                      <a:srgbClr val="151515"/>
                    </a:solidFill>
                    <a:effectLst/>
                  </a:rPr>
                  <a:t>(</a:t>
                </a:r>
                <a:r>
                  <a:rPr lang="en-US" sz="1600" b="1" i="0" dirty="0">
                    <a:solidFill>
                      <a:srgbClr val="151515"/>
                    </a:solidFill>
                    <a:effectLst/>
                  </a:rPr>
                  <a:t>class III</a:t>
                </a:r>
                <a:r>
                  <a:rPr lang="en-US" sz="1600" b="0" i="0" dirty="0">
                    <a:solidFill>
                      <a:srgbClr val="151515"/>
                    </a:solidFill>
                    <a:effectLst/>
                  </a:rPr>
                  <a:t> slow interconversion)</a:t>
                </a:r>
              </a:p>
              <a:p>
                <a:pPr marL="285750" indent="-285750">
                  <a:buFont typeface="Arial" panose="020B0604020202020204" pitchFamily="34" charset="0"/>
                  <a:buChar char="•"/>
                </a:pPr>
                <a:endParaRPr lang="en-US" sz="1600" dirty="0"/>
              </a:p>
              <a:p>
                <a:pPr algn="just"/>
                <a:r>
                  <a:rPr lang="en-US" sz="1600" dirty="0"/>
                  <a:t>Variable-temperature NMR (VT-NMR) studies proved a highly useful tool in assessing the activation energy barrier (ΔG⧧) for </a:t>
                </a:r>
                <a:r>
                  <a:rPr lang="en-US" sz="1600" dirty="0" err="1"/>
                  <a:t>atropisomer</a:t>
                </a:r>
                <a:r>
                  <a:rPr lang="en-US" sz="1600" dirty="0"/>
                  <a:t> interconversion. For compounds with low interconversion barriers (ΔG⧧), spectral line broadening (and/or merging) at elevated temperatures allowed for the direct calculation of ΔG⧧, ΔH⧧, and ΔS⧧ from the exchange rate constants (k) or half-lives (t1/2).</a:t>
                </a:r>
              </a:p>
              <a:p>
                <a:pPr algn="just"/>
                <a:endParaRPr lang="en-US" sz="1600" dirty="0"/>
              </a:p>
              <a:p>
                <a:pPr algn="just"/>
                <a:r>
                  <a:rPr lang="en-US" sz="1600" dirty="0"/>
                  <a:t>When two species co-exists, two separate peaks are observed in the NMR spectra. At the coalescence temperature (T</a:t>
                </a:r>
                <a:r>
                  <a:rPr lang="en-US" sz="1600" baseline="-25000" dirty="0"/>
                  <a:t>C</a:t>
                </a:r>
                <a:r>
                  <a:rPr lang="en-US" sz="1600" dirty="0"/>
                  <a:t>), the two peaks coalesce and the rate constant of rotation at T</a:t>
                </a:r>
                <a:r>
                  <a:rPr lang="en-US" sz="1600" baseline="-25000" dirty="0"/>
                  <a:t>C</a:t>
                </a:r>
                <a:r>
                  <a:rPr lang="en-US" sz="1600" dirty="0"/>
                  <a:t> can be calculated:</a:t>
                </a:r>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rPr>
                        </m:ctrlPr>
                      </m:sSubPr>
                      <m:e>
                        <m:r>
                          <m:rPr>
                            <m:sty m:val="p"/>
                          </m:rPr>
                          <a:rPr lang="el-GR" sz="1600" i="1" smtClean="0">
                            <a:latin typeface="Cambria Math" panose="02040503050406030204" pitchFamily="18" charset="0"/>
                            <a:ea typeface="Cambria Math" panose="02040503050406030204" pitchFamily="18" charset="0"/>
                          </a:rPr>
                          <m:t>υ</m:t>
                        </m:r>
                      </m:e>
                      <m:sub>
                        <m:r>
                          <a:rPr lang="en-US" sz="1600" b="0" i="1" smtClean="0">
                            <a:latin typeface="Cambria Math" panose="02040503050406030204" pitchFamily="18" charset="0"/>
                            <a:ea typeface="Cambria Math" panose="02040503050406030204" pitchFamily="18" charset="0"/>
                          </a:rPr>
                          <m:t>𝐴</m:t>
                        </m:r>
                      </m:sub>
                    </m:sSub>
                    <m:r>
                      <a:rPr lang="en-US" sz="1600" b="0" i="1" smtClean="0">
                        <a:latin typeface="Cambria Math" panose="02040503050406030204" pitchFamily="18" charset="0"/>
                        <a:ea typeface="Cambria Math" panose="02040503050406030204" pitchFamily="18" charset="0"/>
                      </a:rPr>
                      <m:t> </m:t>
                    </m:r>
                  </m:oMath>
                </a14:m>
                <a:r>
                  <a:rPr lang="en-US" sz="1600" b="0" i="0" dirty="0">
                    <a:solidFill>
                      <a:srgbClr val="202122"/>
                    </a:solidFill>
                    <a:effectLst/>
                  </a:rPr>
                  <a:t>and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m:rPr>
                            <m:sty m:val="p"/>
                          </m:rPr>
                          <a:rPr lang="el-GR" sz="1600" i="1">
                            <a:latin typeface="Cambria Math" panose="02040503050406030204" pitchFamily="18" charset="0"/>
                            <a:ea typeface="Cambria Math" panose="02040503050406030204" pitchFamily="18" charset="0"/>
                          </a:rPr>
                          <m:t>υ</m:t>
                        </m:r>
                      </m:e>
                      <m:sub>
                        <m:r>
                          <a:rPr lang="en-US" sz="1600" i="1">
                            <a:latin typeface="Cambria Math" panose="02040503050406030204" pitchFamily="18" charset="0"/>
                            <a:ea typeface="Cambria Math" panose="02040503050406030204" pitchFamily="18" charset="0"/>
                          </a:rPr>
                          <m:t>𝐵</m:t>
                        </m:r>
                      </m:sub>
                    </m:sSub>
                    <m:r>
                      <a:rPr lang="en-US" sz="1600" i="1">
                        <a:latin typeface="Cambria Math" panose="02040503050406030204" pitchFamily="18" charset="0"/>
                        <a:ea typeface="Cambria Math" panose="02040503050406030204" pitchFamily="18" charset="0"/>
                      </a:rPr>
                      <m:t> </m:t>
                    </m:r>
                  </m:oMath>
                </a14:m>
                <a:r>
                  <a:rPr lang="en-US" sz="1600" b="0" i="0" dirty="0">
                    <a:solidFill>
                      <a:srgbClr val="202122"/>
                    </a:solidFill>
                    <a:effectLst/>
                  </a:rPr>
                  <a:t>are the chemical shift of each species at lower temperatures where they are in slow exchange.</a:t>
                </a:r>
                <a:endParaRPr lang="en-US" sz="1600" dirty="0"/>
              </a:p>
            </p:txBody>
          </p:sp>
        </mc:Choice>
        <mc:Fallback xmlns="">
          <p:sp>
            <p:nvSpPr>
              <p:cNvPr id="9" name="TextBox 8">
                <a:extLst>
                  <a:ext uri="{FF2B5EF4-FFF2-40B4-BE49-F238E27FC236}">
                    <a16:creationId xmlns:a16="http://schemas.microsoft.com/office/drawing/2014/main" id="{5C2D984A-5152-8439-54F5-DB0E48D20BCA}"/>
                  </a:ext>
                </a:extLst>
              </p:cNvPr>
              <p:cNvSpPr txBox="1">
                <a:spLocks noRot="1" noChangeAspect="1" noMove="1" noResize="1" noEditPoints="1" noAdjustHandles="1" noChangeArrowheads="1" noChangeShapeType="1" noTextEdit="1"/>
              </p:cNvSpPr>
              <p:nvPr/>
            </p:nvSpPr>
            <p:spPr>
              <a:xfrm>
                <a:off x="323850" y="301929"/>
                <a:ext cx="11449050" cy="5555367"/>
              </a:xfrm>
              <a:prstGeom prst="rect">
                <a:avLst/>
              </a:prstGeom>
              <a:blipFill>
                <a:blip r:embed="rId2"/>
                <a:stretch>
                  <a:fillRect l="-266" r="-319" b="-43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F0039E21-423E-3C4D-6510-54449A721B2F}"/>
              </a:ext>
            </a:extLst>
          </p:cNvPr>
          <p:cNvSpPr txBox="1"/>
          <p:nvPr/>
        </p:nvSpPr>
        <p:spPr>
          <a:xfrm>
            <a:off x="158033" y="6080312"/>
            <a:ext cx="11149693" cy="738664"/>
          </a:xfrm>
          <a:prstGeom prst="rect">
            <a:avLst/>
          </a:prstGeom>
          <a:noFill/>
        </p:spPr>
        <p:txBody>
          <a:bodyPr wrap="square" rtlCol="0">
            <a:spAutoFit/>
          </a:bodyPr>
          <a:lstStyle/>
          <a:p>
            <a:pPr marL="342900" indent="-342900">
              <a:buFont typeface="+mj-lt"/>
              <a:buAutoNum type="arabicPeriod"/>
            </a:pPr>
            <a:r>
              <a:rPr lang="en-US" sz="1400" dirty="0">
                <a:hlinkClick r:id="rId3"/>
              </a:rPr>
              <a:t>Addressing </a:t>
            </a:r>
            <a:r>
              <a:rPr lang="en-US" sz="1400" dirty="0" err="1">
                <a:hlinkClick r:id="rId3"/>
              </a:rPr>
              <a:t>Atropisomerism</a:t>
            </a:r>
            <a:r>
              <a:rPr lang="en-US" sz="1400" dirty="0">
                <a:hlinkClick r:id="rId3"/>
              </a:rPr>
              <a:t> in the Development of </a:t>
            </a:r>
            <a:r>
              <a:rPr lang="en-US" sz="1400" dirty="0" err="1">
                <a:hlinkClick r:id="rId3"/>
              </a:rPr>
              <a:t>Sotorasib</a:t>
            </a:r>
            <a:r>
              <a:rPr lang="en-US" sz="1400" dirty="0">
                <a:hlinkClick r:id="rId3"/>
              </a:rPr>
              <a:t>, a Covalent Inhibitor of KRAS G12C: Structural, Analytical, and Synthetic Considerations | Accounts of Chemical Research</a:t>
            </a:r>
            <a:endParaRPr lang="en-US" sz="1400" dirty="0"/>
          </a:p>
          <a:p>
            <a:pPr marL="342900" indent="-342900">
              <a:buFont typeface="+mj-lt"/>
              <a:buAutoNum type="arabicPeriod"/>
            </a:pPr>
            <a:r>
              <a:rPr lang="en-US" sz="1400" dirty="0">
                <a:hlinkClick r:id="rId4"/>
              </a:rPr>
              <a:t>NMR determination of the rotational barrier in N,N-dimethylacetamide. A physical chemistry experiment | Journal of Chemical Education</a:t>
            </a:r>
            <a:endParaRPr lang="en-US" sz="14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A58E0D4-B9A7-F266-51AE-3BC811E6EF6E}"/>
                  </a:ext>
                </a:extLst>
              </p:cNvPr>
              <p:cNvSpPr txBox="1"/>
              <p:nvPr/>
            </p:nvSpPr>
            <p:spPr>
              <a:xfrm>
                <a:off x="1052278" y="4136922"/>
                <a:ext cx="1551707" cy="587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𝑘</m:t>
                      </m:r>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𝜋</m:t>
                          </m:r>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υ</m:t>
                                  </m:r>
                                </m:e>
                                <m:sub>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υ</m:t>
                                  </m:r>
                                </m:e>
                                <m:sub>
                                  <m:r>
                                    <a:rPr lang="en-US" b="0" i="1" smtClean="0">
                                      <a:latin typeface="Cambria Math" panose="02040503050406030204" pitchFamily="18" charset="0"/>
                                      <a:ea typeface="Cambria Math" panose="02040503050406030204" pitchFamily="18" charset="0"/>
                                    </a:rPr>
                                    <m:t>𝐵</m:t>
                                  </m:r>
                                </m:sub>
                              </m:sSub>
                            </m:e>
                          </m:d>
                        </m:num>
                        <m:den>
                          <m:rad>
                            <m:radPr>
                              <m:degHide m:val="on"/>
                              <m:ctrlPr>
                                <a:rPr lang="en-US" i="1">
                                  <a:solidFill>
                                    <a:srgbClr val="836967"/>
                                  </a:solidFill>
                                  <a:latin typeface="Cambria Math" panose="02040503050406030204" pitchFamily="18" charset="0"/>
                                </a:rPr>
                              </m:ctrlPr>
                            </m:radPr>
                            <m:deg/>
                            <m:e>
                              <m:r>
                                <a:rPr lang="en-US" i="0">
                                  <a:latin typeface="Cambria Math" panose="02040503050406030204" pitchFamily="18" charset="0"/>
                                </a:rPr>
                                <m:t>2</m:t>
                              </m:r>
                            </m:e>
                          </m:rad>
                        </m:den>
                      </m:f>
                    </m:oMath>
                  </m:oMathPara>
                </a14:m>
                <a:endParaRPr lang="en-US" dirty="0"/>
              </a:p>
            </p:txBody>
          </p:sp>
        </mc:Choice>
        <mc:Fallback xmlns="">
          <p:sp>
            <p:nvSpPr>
              <p:cNvPr id="15" name="TextBox 14">
                <a:extLst>
                  <a:ext uri="{FF2B5EF4-FFF2-40B4-BE49-F238E27FC236}">
                    <a16:creationId xmlns:a16="http://schemas.microsoft.com/office/drawing/2014/main" id="{EA58E0D4-B9A7-F266-51AE-3BC811E6EF6E}"/>
                  </a:ext>
                </a:extLst>
              </p:cNvPr>
              <p:cNvSpPr txBox="1">
                <a:spLocks noRot="1" noChangeAspect="1" noMove="1" noResize="1" noEditPoints="1" noAdjustHandles="1" noChangeArrowheads="1" noChangeShapeType="1" noTextEdit="1"/>
              </p:cNvSpPr>
              <p:nvPr/>
            </p:nvSpPr>
            <p:spPr>
              <a:xfrm>
                <a:off x="1052278" y="4136922"/>
                <a:ext cx="1551707" cy="587340"/>
              </a:xfrm>
              <a:prstGeom prst="rect">
                <a:avLst/>
              </a:prstGeom>
              <a:blipFill>
                <a:blip r:embed="rId5"/>
                <a:stretch>
                  <a:fillRect b="-10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DC5300F-B9B1-6200-09ED-F1ADA5DB9FB4}"/>
                  </a:ext>
                </a:extLst>
              </p:cNvPr>
              <p:cNvSpPr txBox="1"/>
              <p:nvPr/>
            </p:nvSpPr>
            <p:spPr>
              <a:xfrm>
                <a:off x="3890738" y="4136922"/>
                <a:ext cx="1412181" cy="5309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𝑘</m:t>
                      </m:r>
                      <m:r>
                        <a:rPr lang="en-US" i="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𝐵</m:t>
                              </m:r>
                            </m:sub>
                          </m:sSub>
                          <m:r>
                            <a:rPr lang="en-US" b="0" i="1" smtClean="0">
                              <a:solidFill>
                                <a:schemeClr val="tx1"/>
                              </a:solidFill>
                              <a:latin typeface="Cambria Math" panose="02040503050406030204" pitchFamily="18" charset="0"/>
                            </a:rPr>
                            <m:t>𝑇</m:t>
                          </m:r>
                        </m:num>
                        <m:den>
                          <m:r>
                            <a:rPr lang="en-US" b="0" i="1" smtClean="0">
                              <a:solidFill>
                                <a:schemeClr val="tx1"/>
                              </a:solidFill>
                              <a:latin typeface="Cambria Math" panose="02040503050406030204" pitchFamily="18" charset="0"/>
                            </a:rPr>
                            <m:t>h</m:t>
                          </m:r>
                        </m:den>
                      </m:f>
                      <m:sSup>
                        <m:sSupPr>
                          <m:ctrlPr>
                            <a:rPr lang="en-US" i="1" smtClean="0">
                              <a:solidFill>
                                <a:schemeClr val="tx1"/>
                              </a:solidFill>
                              <a:latin typeface="Cambria Math" panose="02040503050406030204" pitchFamily="18" charset="0"/>
                            </a:rPr>
                          </m:ctrlPr>
                        </m:sSupPr>
                        <m:e>
                          <m:r>
                            <a:rPr lang="en-US" i="1" smtClean="0">
                              <a:solidFill>
                                <a:schemeClr val="tx1"/>
                              </a:solidFill>
                              <a:latin typeface="Cambria Math" panose="02040503050406030204" pitchFamily="18" charset="0"/>
                            </a:rPr>
                            <m:t>𝑒</m:t>
                          </m:r>
                        </m:e>
                        <m:sup>
                          <m:r>
                            <a:rPr lang="en-US"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m:rPr>
                                  <m:sty m:val="p"/>
                                </m:rPr>
                                <a:rPr lang="el-GR" i="1" smtClean="0">
                                  <a:solidFill>
                                    <a:schemeClr val="tx1"/>
                                  </a:solidFill>
                                  <a:latin typeface="Cambria Math" panose="02040503050406030204" pitchFamily="18" charset="0"/>
                                </a:rPr>
                                <m:t>Δ</m:t>
                              </m:r>
                              <m:r>
                                <a:rPr lang="en-US" b="0" i="1" smtClean="0">
                                  <a:solidFill>
                                    <a:schemeClr val="tx1"/>
                                  </a:solidFill>
                                  <a:latin typeface="Cambria Math" panose="02040503050406030204" pitchFamily="18" charset="0"/>
                                </a:rPr>
                                <m:t>𝐺</m:t>
                              </m:r>
                            </m:num>
                            <m:den>
                              <m:r>
                                <a:rPr lang="en-US" b="0" i="1" smtClean="0">
                                  <a:solidFill>
                                    <a:schemeClr val="tx1"/>
                                  </a:solidFill>
                                  <a:latin typeface="Cambria Math" panose="02040503050406030204" pitchFamily="18" charset="0"/>
                                </a:rPr>
                                <m:t>𝑅𝑇</m:t>
                              </m:r>
                            </m:den>
                          </m:f>
                        </m:sup>
                      </m:sSup>
                    </m:oMath>
                  </m:oMathPara>
                </a14:m>
                <a:endParaRPr lang="en-US" dirty="0">
                  <a:solidFill>
                    <a:schemeClr val="tx1"/>
                  </a:solidFill>
                </a:endParaRPr>
              </a:p>
            </p:txBody>
          </p:sp>
        </mc:Choice>
        <mc:Fallback xmlns="">
          <p:sp>
            <p:nvSpPr>
              <p:cNvPr id="16" name="TextBox 15">
                <a:extLst>
                  <a:ext uri="{FF2B5EF4-FFF2-40B4-BE49-F238E27FC236}">
                    <a16:creationId xmlns:a16="http://schemas.microsoft.com/office/drawing/2014/main" id="{6DC5300F-B9B1-6200-09ED-F1ADA5DB9FB4}"/>
                  </a:ext>
                </a:extLst>
              </p:cNvPr>
              <p:cNvSpPr txBox="1">
                <a:spLocks noRot="1" noChangeAspect="1" noMove="1" noResize="1" noEditPoints="1" noAdjustHandles="1" noChangeArrowheads="1" noChangeShapeType="1" noTextEdit="1"/>
              </p:cNvSpPr>
              <p:nvPr/>
            </p:nvSpPr>
            <p:spPr>
              <a:xfrm>
                <a:off x="3890738" y="4136922"/>
                <a:ext cx="1412181" cy="530915"/>
              </a:xfrm>
              <a:prstGeom prst="rect">
                <a:avLst/>
              </a:prstGeom>
              <a:blipFill>
                <a:blip r:embed="rId6"/>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332AD348-587E-531F-77AF-07E36DAD53EB}"/>
              </a:ext>
            </a:extLst>
          </p:cNvPr>
          <p:cNvSpPr txBox="1"/>
          <p:nvPr/>
        </p:nvSpPr>
        <p:spPr>
          <a:xfrm flipH="1">
            <a:off x="2743868" y="4211792"/>
            <a:ext cx="989216" cy="338554"/>
          </a:xfrm>
          <a:prstGeom prst="rect">
            <a:avLst/>
          </a:prstGeom>
          <a:noFill/>
        </p:spPr>
        <p:txBody>
          <a:bodyPr wrap="square" rtlCol="0">
            <a:spAutoFit/>
          </a:bodyPr>
          <a:lstStyle/>
          <a:p>
            <a:r>
              <a:rPr lang="en-US" sz="1600" dirty="0"/>
              <a:t>where</a:t>
            </a:r>
          </a:p>
        </p:txBody>
      </p:sp>
      <p:sp>
        <p:nvSpPr>
          <p:cNvPr id="18" name="TextBox 17">
            <a:extLst>
              <a:ext uri="{FF2B5EF4-FFF2-40B4-BE49-F238E27FC236}">
                <a16:creationId xmlns:a16="http://schemas.microsoft.com/office/drawing/2014/main" id="{6B2D6AE3-80EC-C1D8-C591-E53CFF979E4E}"/>
              </a:ext>
            </a:extLst>
          </p:cNvPr>
          <p:cNvSpPr txBox="1"/>
          <p:nvPr/>
        </p:nvSpPr>
        <p:spPr>
          <a:xfrm flipH="1">
            <a:off x="5786613" y="4211792"/>
            <a:ext cx="989216" cy="338554"/>
          </a:xfrm>
          <a:prstGeom prst="rect">
            <a:avLst/>
          </a:prstGeom>
          <a:noFill/>
        </p:spPr>
        <p:txBody>
          <a:bodyPr wrap="square" rtlCol="0">
            <a:spAutoFit/>
          </a:bodyPr>
          <a:lstStyle/>
          <a:p>
            <a:r>
              <a:rPr lang="en-US" sz="1600" dirty="0"/>
              <a:t>so</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BC3BB9D-BBC7-47CD-FEDB-6DB66CADC697}"/>
                  </a:ext>
                </a:extLst>
              </p:cNvPr>
              <p:cNvSpPr txBox="1"/>
              <p:nvPr/>
            </p:nvSpPr>
            <p:spPr>
              <a:xfrm>
                <a:off x="6691963" y="4115611"/>
                <a:ext cx="2567649" cy="62260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rPr>
                        <m:t>Δ</m:t>
                      </m:r>
                      <m:r>
                        <a:rPr lang="en-US" i="1">
                          <a:latin typeface="Cambria Math" panose="02040503050406030204" pitchFamily="18" charset="0"/>
                        </a:rPr>
                        <m:t>𝐺</m:t>
                      </m:r>
                      <m:r>
                        <a:rPr lang="en-US" i="1">
                          <a:latin typeface="Cambria Math" panose="02040503050406030204" pitchFamily="18" charset="0"/>
                        </a:rPr>
                        <m:t> </m:t>
                      </m:r>
                      <m:r>
                        <a:rPr lang="en-US" i="0">
                          <a:solidFill>
                            <a:schemeClr val="tx1"/>
                          </a:solidFill>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𝑅</m:t>
                          </m:r>
                          <m:r>
                            <a:rPr lang="en-US" i="1">
                              <a:latin typeface="Cambria Math" panose="02040503050406030204" pitchFamily="18" charset="0"/>
                            </a:rPr>
                            <m:t>𝑇</m:t>
                          </m:r>
                        </m:e>
                        <m:sub>
                          <m:r>
                            <a:rPr lang="en-US" i="1">
                              <a:latin typeface="Cambria Math" panose="02040503050406030204" pitchFamily="18" charset="0"/>
                            </a:rPr>
                            <m:t>𝐶</m:t>
                          </m:r>
                        </m:sub>
                      </m:sSub>
                      <m:r>
                        <m:rPr>
                          <m:sty m:val="p"/>
                        </m:rPr>
                        <a:rPr lang="en-US" b="0" i="0" smtClean="0">
                          <a:solidFill>
                            <a:schemeClr val="tx1"/>
                          </a:solidFill>
                          <a:latin typeface="Cambria Math" panose="02040503050406030204" pitchFamily="18" charset="0"/>
                        </a:rPr>
                        <m:t>ln</m:t>
                      </m:r>
                      <m:f>
                        <m:fPr>
                          <m:ctrlPr>
                            <a:rPr lang="en-US" i="1">
                              <a:solidFill>
                                <a:schemeClr val="tx1"/>
                              </a:solidFill>
                              <a:latin typeface="Cambria Math" panose="02040503050406030204" pitchFamily="18" charset="0"/>
                            </a:rPr>
                          </m:ctrlPr>
                        </m:fPr>
                        <m:num>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𝐵</m:t>
                              </m:r>
                            </m:sub>
                          </m:sSub>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𝐶</m:t>
                              </m:r>
                            </m:sub>
                          </m:sSub>
                          <m:r>
                            <a:rPr lang="en-US" b="0" i="1" smtClean="0">
                              <a:solidFill>
                                <a:schemeClr val="tx1"/>
                              </a:solidFill>
                              <a:latin typeface="Cambria Math" panose="02040503050406030204" pitchFamily="18" charset="0"/>
                              <a:ea typeface="Cambria Math" panose="02040503050406030204" pitchFamily="18" charset="0"/>
                            </a:rPr>
                            <m:t>√2</m:t>
                          </m:r>
                        </m:num>
                        <m:den>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rPr>
                            <m:t>h</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υ</m:t>
                                  </m:r>
                                </m:e>
                                <m:sub>
                                  <m:r>
                                    <a:rPr lang="en-US" i="1">
                                      <a:latin typeface="Cambria Math" panose="02040503050406030204" pitchFamily="18" charset="0"/>
                                      <a:ea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υ</m:t>
                                  </m:r>
                                </m:e>
                                <m:sub>
                                  <m:r>
                                    <a:rPr lang="en-US" i="1">
                                      <a:latin typeface="Cambria Math" panose="02040503050406030204" pitchFamily="18" charset="0"/>
                                      <a:ea typeface="Cambria Math" panose="02040503050406030204" pitchFamily="18" charset="0"/>
                                    </a:rPr>
                                    <m:t>𝐵</m:t>
                                  </m:r>
                                </m:sub>
                              </m:sSub>
                            </m:e>
                          </m:d>
                        </m:den>
                      </m:f>
                    </m:oMath>
                  </m:oMathPara>
                </a14:m>
                <a:endParaRPr lang="en-US" dirty="0">
                  <a:solidFill>
                    <a:schemeClr val="tx1"/>
                  </a:solidFill>
                </a:endParaRPr>
              </a:p>
            </p:txBody>
          </p:sp>
        </mc:Choice>
        <mc:Fallback xmlns="">
          <p:sp>
            <p:nvSpPr>
              <p:cNvPr id="19" name="TextBox 18">
                <a:extLst>
                  <a:ext uri="{FF2B5EF4-FFF2-40B4-BE49-F238E27FC236}">
                    <a16:creationId xmlns:a16="http://schemas.microsoft.com/office/drawing/2014/main" id="{2BC3BB9D-BBC7-47CD-FEDB-6DB66CADC697}"/>
                  </a:ext>
                </a:extLst>
              </p:cNvPr>
              <p:cNvSpPr txBox="1">
                <a:spLocks noRot="1" noChangeAspect="1" noMove="1" noResize="1" noEditPoints="1" noAdjustHandles="1" noChangeArrowheads="1" noChangeShapeType="1" noTextEdit="1"/>
              </p:cNvSpPr>
              <p:nvPr/>
            </p:nvSpPr>
            <p:spPr>
              <a:xfrm>
                <a:off x="6691963" y="4115611"/>
                <a:ext cx="2567649" cy="62260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5008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AFBD6-3372-130B-CC6D-1E11BF3AA1A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9D89FA-10FC-248F-86FE-F675E4C87CD8}"/>
              </a:ext>
            </a:extLst>
          </p:cNvPr>
          <p:cNvSpPr>
            <a:spLocks noGrp="1"/>
          </p:cNvSpPr>
          <p:nvPr>
            <p:ph type="sldNum" sz="quarter" idx="12"/>
          </p:nvPr>
        </p:nvSpPr>
        <p:spPr/>
        <p:txBody>
          <a:bodyPr/>
          <a:lstStyle/>
          <a:p>
            <a:fld id="{03CB0E19-F4C8-4F98-96D2-CE1ECDE59975}" type="slidenum">
              <a:rPr lang="en-GB" smtClean="0"/>
              <a:t>51</a:t>
            </a:fld>
            <a:endParaRPr lang="en-GB"/>
          </a:p>
        </p:txBody>
      </p:sp>
      <p:sp>
        <p:nvSpPr>
          <p:cNvPr id="7" name="Rectangle 6">
            <a:extLst>
              <a:ext uri="{FF2B5EF4-FFF2-40B4-BE49-F238E27FC236}">
                <a16:creationId xmlns:a16="http://schemas.microsoft.com/office/drawing/2014/main" id="{AAD8E9A8-AAB3-A878-A802-F12E27A8595E}"/>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5E1DF3-032E-5101-A123-0C231DB1F19B}"/>
              </a:ext>
            </a:extLst>
          </p:cNvPr>
          <p:cNvSpPr txBox="1"/>
          <p:nvPr/>
        </p:nvSpPr>
        <p:spPr>
          <a:xfrm>
            <a:off x="323850" y="301929"/>
            <a:ext cx="11449050" cy="1369606"/>
          </a:xfrm>
          <a:prstGeom prst="rect">
            <a:avLst/>
          </a:prstGeom>
          <a:solidFill>
            <a:schemeClr val="bg1">
              <a:lumMod val="95000"/>
            </a:schemeClr>
          </a:solidFill>
        </p:spPr>
        <p:txBody>
          <a:bodyPr wrap="square" tIns="91440" rtlCol="0">
            <a:spAutoFit/>
          </a:bodyPr>
          <a:lstStyle/>
          <a:p>
            <a:pPr algn="just"/>
            <a:r>
              <a:rPr lang="en-US" sz="1600" b="1" dirty="0"/>
              <a:t>Torsion scanning</a:t>
            </a:r>
            <a:r>
              <a:rPr lang="en-US" sz="1600" dirty="0"/>
              <a:t> – the quality of results and computational cost are affected by various factors on a non-trivial PES, such as dependence on the chosen scan direction and the lack of efficient approaches to integrate results started from multiple initial guesses.</a:t>
            </a:r>
          </a:p>
          <a:p>
            <a:pPr algn="just"/>
            <a:endParaRPr lang="en-US" sz="1600" dirty="0"/>
          </a:p>
          <a:p>
            <a:pPr algn="just"/>
            <a:r>
              <a:rPr lang="en-US" sz="1600" dirty="0"/>
              <a:t>“Wavefront propagation” – initiate constrained optimizations in both directions.</a:t>
            </a:r>
          </a:p>
        </p:txBody>
      </p:sp>
      <p:sp>
        <p:nvSpPr>
          <p:cNvPr id="3" name="TextBox 2">
            <a:extLst>
              <a:ext uri="{FF2B5EF4-FFF2-40B4-BE49-F238E27FC236}">
                <a16:creationId xmlns:a16="http://schemas.microsoft.com/office/drawing/2014/main" id="{A9842FAA-EDE7-2DDE-E7DD-A8B459F8A67E}"/>
              </a:ext>
            </a:extLst>
          </p:cNvPr>
          <p:cNvSpPr txBox="1"/>
          <p:nvPr/>
        </p:nvSpPr>
        <p:spPr>
          <a:xfrm>
            <a:off x="158033" y="6385755"/>
            <a:ext cx="11449050" cy="307777"/>
          </a:xfrm>
          <a:prstGeom prst="rect">
            <a:avLst/>
          </a:prstGeom>
          <a:noFill/>
        </p:spPr>
        <p:txBody>
          <a:bodyPr wrap="square" rtlCol="0">
            <a:spAutoFit/>
          </a:bodyPr>
          <a:lstStyle/>
          <a:p>
            <a:r>
              <a:rPr lang="en-US" sz="1400" dirty="0">
                <a:hlinkClick r:id="rId2"/>
              </a:rPr>
              <a:t>Driving Torsion Scans with Wavefront Propagation | Theoretical and Computational Chemistry | </a:t>
            </a:r>
            <a:r>
              <a:rPr lang="en-US" sz="1400" dirty="0" err="1">
                <a:hlinkClick r:id="rId2"/>
              </a:rPr>
              <a:t>ChemRxiv</a:t>
            </a:r>
            <a:r>
              <a:rPr lang="en-US" sz="1400" dirty="0">
                <a:hlinkClick r:id="rId2"/>
              </a:rPr>
              <a:t> | Cambridge Open Engage</a:t>
            </a:r>
            <a:r>
              <a:rPr lang="en-US" sz="1400" dirty="0"/>
              <a:t> (2020)</a:t>
            </a:r>
          </a:p>
        </p:txBody>
      </p:sp>
      <p:pic>
        <p:nvPicPr>
          <p:cNvPr id="4" name="Picture 3">
            <a:extLst>
              <a:ext uri="{FF2B5EF4-FFF2-40B4-BE49-F238E27FC236}">
                <a16:creationId xmlns:a16="http://schemas.microsoft.com/office/drawing/2014/main" id="{C65CF67C-1915-B750-DE15-2179AC7324F6}"/>
              </a:ext>
            </a:extLst>
          </p:cNvPr>
          <p:cNvPicPr>
            <a:picLocks noChangeAspect="1"/>
          </p:cNvPicPr>
          <p:nvPr/>
        </p:nvPicPr>
        <p:blipFill>
          <a:blip r:embed="rId3"/>
          <a:stretch>
            <a:fillRect/>
          </a:stretch>
        </p:blipFill>
        <p:spPr>
          <a:xfrm>
            <a:off x="323850" y="3846196"/>
            <a:ext cx="6249550" cy="2499820"/>
          </a:xfrm>
          <a:prstGeom prst="rect">
            <a:avLst/>
          </a:prstGeom>
        </p:spPr>
      </p:pic>
      <p:pic>
        <p:nvPicPr>
          <p:cNvPr id="8" name="Picture 7">
            <a:extLst>
              <a:ext uri="{FF2B5EF4-FFF2-40B4-BE49-F238E27FC236}">
                <a16:creationId xmlns:a16="http://schemas.microsoft.com/office/drawing/2014/main" id="{C2CF20A2-2E18-A662-11BF-865833845B95}"/>
              </a:ext>
            </a:extLst>
          </p:cNvPr>
          <p:cNvPicPr>
            <a:picLocks noChangeAspect="1"/>
          </p:cNvPicPr>
          <p:nvPr/>
        </p:nvPicPr>
        <p:blipFill>
          <a:blip r:embed="rId4"/>
          <a:stretch>
            <a:fillRect/>
          </a:stretch>
        </p:blipFill>
        <p:spPr>
          <a:xfrm>
            <a:off x="158033" y="2020218"/>
            <a:ext cx="6249550" cy="1706810"/>
          </a:xfrm>
          <a:prstGeom prst="rect">
            <a:avLst/>
          </a:prstGeom>
        </p:spPr>
      </p:pic>
      <p:pic>
        <p:nvPicPr>
          <p:cNvPr id="11" name="Picture 10">
            <a:extLst>
              <a:ext uri="{FF2B5EF4-FFF2-40B4-BE49-F238E27FC236}">
                <a16:creationId xmlns:a16="http://schemas.microsoft.com/office/drawing/2014/main" id="{AEEA2129-EAD9-1560-F51F-1879F58083AF}"/>
              </a:ext>
            </a:extLst>
          </p:cNvPr>
          <p:cNvPicPr>
            <a:picLocks noChangeAspect="1"/>
          </p:cNvPicPr>
          <p:nvPr/>
        </p:nvPicPr>
        <p:blipFill>
          <a:blip r:embed="rId5"/>
          <a:stretch>
            <a:fillRect/>
          </a:stretch>
        </p:blipFill>
        <p:spPr>
          <a:xfrm>
            <a:off x="7217650" y="2020218"/>
            <a:ext cx="4346833" cy="3782507"/>
          </a:xfrm>
          <a:prstGeom prst="rect">
            <a:avLst/>
          </a:prstGeom>
        </p:spPr>
      </p:pic>
      <p:sp>
        <p:nvSpPr>
          <p:cNvPr id="12" name="TextBox 11">
            <a:extLst>
              <a:ext uri="{FF2B5EF4-FFF2-40B4-BE49-F238E27FC236}">
                <a16:creationId xmlns:a16="http://schemas.microsoft.com/office/drawing/2014/main" id="{DE0B9211-B031-FF50-0290-4B3CE69E923F}"/>
              </a:ext>
            </a:extLst>
          </p:cNvPr>
          <p:cNvSpPr txBox="1"/>
          <p:nvPr/>
        </p:nvSpPr>
        <p:spPr>
          <a:xfrm>
            <a:off x="7217650" y="1811671"/>
            <a:ext cx="2292615" cy="307777"/>
          </a:xfrm>
          <a:prstGeom prst="rect">
            <a:avLst/>
          </a:prstGeom>
          <a:solidFill>
            <a:schemeClr val="bg1"/>
          </a:solidFill>
        </p:spPr>
        <p:txBody>
          <a:bodyPr wrap="none" rtlCol="0">
            <a:spAutoFit/>
          </a:bodyPr>
          <a:lstStyle/>
          <a:p>
            <a:r>
              <a:rPr lang="en-US" sz="1400" b="1" dirty="0"/>
              <a:t>2D torsion scan example</a:t>
            </a:r>
          </a:p>
        </p:txBody>
      </p:sp>
    </p:spTree>
    <p:extLst>
      <p:ext uri="{BB962C8B-B14F-4D97-AF65-F5344CB8AC3E}">
        <p14:creationId xmlns:p14="http://schemas.microsoft.com/office/powerpoint/2010/main" val="29162791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02E21-D90A-1F10-6A48-D85A32F01C2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621717-9F5F-E042-CB82-EB1FB8B4BABA}"/>
              </a:ext>
            </a:extLst>
          </p:cNvPr>
          <p:cNvSpPr>
            <a:spLocks noGrp="1"/>
          </p:cNvSpPr>
          <p:nvPr>
            <p:ph type="sldNum" sz="quarter" idx="12"/>
          </p:nvPr>
        </p:nvSpPr>
        <p:spPr/>
        <p:txBody>
          <a:bodyPr/>
          <a:lstStyle/>
          <a:p>
            <a:fld id="{03CB0E19-F4C8-4F98-96D2-CE1ECDE59975}" type="slidenum">
              <a:rPr lang="en-GB" smtClean="0"/>
              <a:t>52</a:t>
            </a:fld>
            <a:endParaRPr lang="en-GB"/>
          </a:p>
        </p:txBody>
      </p:sp>
      <p:sp>
        <p:nvSpPr>
          <p:cNvPr id="7" name="Rectangle 6">
            <a:extLst>
              <a:ext uri="{FF2B5EF4-FFF2-40B4-BE49-F238E27FC236}">
                <a16:creationId xmlns:a16="http://schemas.microsoft.com/office/drawing/2014/main" id="{85111EAF-DE47-ACA0-0C63-162C34C910B2}"/>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35F35C7-214D-8531-99EE-1E5E6CAD33F8}"/>
              </a:ext>
            </a:extLst>
          </p:cNvPr>
          <p:cNvSpPr txBox="1"/>
          <p:nvPr/>
        </p:nvSpPr>
        <p:spPr>
          <a:xfrm>
            <a:off x="323850" y="301929"/>
            <a:ext cx="11449050" cy="3093154"/>
          </a:xfrm>
          <a:prstGeom prst="rect">
            <a:avLst/>
          </a:prstGeom>
          <a:solidFill>
            <a:schemeClr val="bg1">
              <a:lumMod val="95000"/>
            </a:schemeClr>
          </a:solidFill>
        </p:spPr>
        <p:txBody>
          <a:bodyPr wrap="square" tIns="91440" rtlCol="0">
            <a:spAutoFit/>
          </a:bodyPr>
          <a:lstStyle/>
          <a:p>
            <a:pPr algn="just"/>
            <a:r>
              <a:rPr lang="en-US" sz="1600" b="1" dirty="0"/>
              <a:t>Active learning free energy</a:t>
            </a:r>
            <a:r>
              <a:rPr lang="en-US" sz="1600" dirty="0"/>
              <a:t> study (Google/Relay)</a:t>
            </a:r>
          </a:p>
          <a:p>
            <a:pPr marL="285750" indent="-285750" algn="just">
              <a:buFont typeface="Arial" panose="020B0604020202020204" pitchFamily="34" charset="0"/>
              <a:buChar char="•"/>
            </a:pPr>
            <a:r>
              <a:rPr lang="en-US" sz="1600" dirty="0"/>
              <a:t>RBFE data on 10 K molecules at Tyk2 (patent enumeration)</a:t>
            </a:r>
          </a:p>
          <a:p>
            <a:pPr marL="285750" indent="-285750" algn="just">
              <a:buFont typeface="Arial" panose="020B0604020202020204" pitchFamily="34" charset="0"/>
              <a:buChar char="•"/>
            </a:pPr>
            <a:r>
              <a:rPr lang="en-US" sz="1600" dirty="0"/>
              <a:t>Batch size: 20-100</a:t>
            </a:r>
          </a:p>
          <a:p>
            <a:pPr marL="285750" indent="-285750" algn="just">
              <a:buFont typeface="Arial" panose="020B0604020202020204" pitchFamily="34" charset="0"/>
              <a:buChar char="•"/>
            </a:pPr>
            <a:r>
              <a:rPr lang="en-US" sz="1600" dirty="0"/>
              <a:t>ML model: Elastic Net (ENET),Random Forest (RF), Gradient Boosting Machine (GBM), Multi-layer Perceptron (MLP), Gaussian Process Regressor (GPR). </a:t>
            </a:r>
            <a:r>
              <a:rPr lang="en-US" sz="1600" dirty="0" err="1"/>
              <a:t>RDKit</a:t>
            </a:r>
            <a:r>
              <a:rPr lang="en-US" sz="1600" dirty="0"/>
              <a:t> Morgan fingerprints with a radius of 3 and size of 2048 as input features.</a:t>
            </a:r>
          </a:p>
          <a:p>
            <a:pPr marL="285750" indent="-285750" algn="just">
              <a:buFont typeface="Arial" panose="020B0604020202020204" pitchFamily="34" charset="0"/>
              <a:buChar char="•"/>
            </a:pPr>
            <a:r>
              <a:rPr lang="en-US" sz="1600" dirty="0"/>
              <a:t>Acquisition function: Greedy, Half Sampling (HS), Probability of Improvement (PI), Expected Improvement (EI), Upper Confidence Bound (UCB)</a:t>
            </a:r>
          </a:p>
          <a:p>
            <a:pPr marL="285750" indent="-285750" algn="just">
              <a:buFont typeface="Arial" panose="020B0604020202020204" pitchFamily="34" charset="0"/>
              <a:buChar char="•"/>
            </a:pPr>
            <a:r>
              <a:rPr lang="en-US" sz="1600" dirty="0"/>
              <a:t>Warm-up: Random, Worst by ΔG, Farthest by ΔG, </a:t>
            </a:r>
            <a:r>
              <a:rPr lang="en-US" sz="1600" dirty="0" err="1"/>
              <a:t>Kmeans</a:t>
            </a:r>
            <a:endParaRPr lang="en-US" sz="1600" dirty="0"/>
          </a:p>
          <a:p>
            <a:pPr marL="285750" indent="-285750" algn="just">
              <a:buFont typeface="Arial" panose="020B0604020202020204" pitchFamily="34" charset="0"/>
              <a:buChar char="•"/>
            </a:pPr>
            <a:endParaRPr lang="en-US" sz="1600" dirty="0"/>
          </a:p>
          <a:p>
            <a:pPr algn="just"/>
            <a:r>
              <a:rPr lang="en-US" sz="1600" dirty="0"/>
              <a:t> Ability of different AL variants to recover the 100 molecules with the most negative ΔG</a:t>
            </a:r>
          </a:p>
          <a:p>
            <a:pPr marL="285750" indent="-285750" algn="just">
              <a:buFont typeface="Arial" panose="020B0604020202020204" pitchFamily="34" charset="0"/>
              <a:buChar char="•"/>
            </a:pPr>
            <a:r>
              <a:rPr lang="en-US" sz="1600" dirty="0"/>
              <a:t>Surprisingly, performance was relatively insensitive to ML method or acquisition function. Batch size was the most important parameter.</a:t>
            </a:r>
          </a:p>
        </p:txBody>
      </p:sp>
      <p:sp>
        <p:nvSpPr>
          <p:cNvPr id="3" name="TextBox 2">
            <a:extLst>
              <a:ext uri="{FF2B5EF4-FFF2-40B4-BE49-F238E27FC236}">
                <a16:creationId xmlns:a16="http://schemas.microsoft.com/office/drawing/2014/main" id="{8305EF26-1407-F9B0-0EF8-1CACF5052BF1}"/>
              </a:ext>
            </a:extLst>
          </p:cNvPr>
          <p:cNvSpPr txBox="1"/>
          <p:nvPr/>
        </p:nvSpPr>
        <p:spPr>
          <a:xfrm>
            <a:off x="158033" y="6385755"/>
            <a:ext cx="11449050" cy="307777"/>
          </a:xfrm>
          <a:prstGeom prst="rect">
            <a:avLst/>
          </a:prstGeom>
          <a:noFill/>
        </p:spPr>
        <p:txBody>
          <a:bodyPr wrap="square" rtlCol="0">
            <a:spAutoFit/>
          </a:bodyPr>
          <a:lstStyle/>
          <a:p>
            <a:r>
              <a:rPr lang="en-US" sz="1400" dirty="0">
                <a:hlinkClick r:id="rId2"/>
              </a:rPr>
              <a:t>Optimizing active learning for free energy calculations - ScienceDirect</a:t>
            </a:r>
            <a:endParaRPr lang="en-US" sz="1400" dirty="0"/>
          </a:p>
        </p:txBody>
      </p:sp>
      <p:pic>
        <p:nvPicPr>
          <p:cNvPr id="5122" name="Picture 2">
            <a:extLst>
              <a:ext uri="{FF2B5EF4-FFF2-40B4-BE49-F238E27FC236}">
                <a16:creationId xmlns:a16="http://schemas.microsoft.com/office/drawing/2014/main" id="{040650C9-2CE9-2420-2247-D7A50F6943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540995"/>
            <a:ext cx="6874676" cy="26988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9C5EE33-B4EF-3A0F-3EDC-7B516EA67E6E}"/>
              </a:ext>
            </a:extLst>
          </p:cNvPr>
          <p:cNvSpPr txBox="1"/>
          <p:nvPr/>
        </p:nvSpPr>
        <p:spPr>
          <a:xfrm>
            <a:off x="7198527" y="3542730"/>
            <a:ext cx="4574374" cy="2846933"/>
          </a:xfrm>
          <a:prstGeom prst="rect">
            <a:avLst/>
          </a:prstGeom>
          <a:solidFill>
            <a:schemeClr val="bg1">
              <a:lumMod val="95000"/>
            </a:schemeClr>
          </a:solidFill>
        </p:spPr>
        <p:txBody>
          <a:bodyPr wrap="square" tIns="91440" rtlCol="0">
            <a:spAutoFit/>
          </a:bodyPr>
          <a:lstStyle/>
          <a:p>
            <a:pPr algn="just"/>
            <a:r>
              <a:rPr lang="en-US" sz="1600" dirty="0"/>
              <a:t>Probability of Improvement (PI)</a:t>
            </a:r>
          </a:p>
          <a:p>
            <a:pPr marL="285750" indent="-285750" algn="just">
              <a:buFont typeface="Arial" panose="020B0604020202020204" pitchFamily="34" charset="0"/>
              <a:buChar char="•"/>
            </a:pPr>
            <a:r>
              <a:rPr lang="en-US" sz="1600" dirty="0"/>
              <a:t>Assign probability of improvement I(x)&gt;0 via f(x) – f(x*), where f(x*) is best observed value</a:t>
            </a:r>
          </a:p>
          <a:p>
            <a:pPr algn="just"/>
            <a:endParaRPr lang="en-US" sz="1600" dirty="0"/>
          </a:p>
          <a:p>
            <a:pPr algn="just"/>
            <a:r>
              <a:rPr lang="en-US" sz="1600" dirty="0"/>
              <a:t>Expected Improvement (EI)</a:t>
            </a:r>
          </a:p>
          <a:p>
            <a:pPr marL="285750" indent="-285750" algn="just">
              <a:buFont typeface="Arial" panose="020B0604020202020204" pitchFamily="34" charset="0"/>
              <a:buChar char="•"/>
            </a:pPr>
            <a:r>
              <a:rPr lang="en-US" sz="1600" dirty="0"/>
              <a:t>As per PI, but EI also factors in the magnitude of expected improvement</a:t>
            </a:r>
          </a:p>
          <a:p>
            <a:pPr algn="just"/>
            <a:endParaRPr lang="en-US" sz="1600" dirty="0"/>
          </a:p>
          <a:p>
            <a:pPr algn="just"/>
            <a:r>
              <a:rPr lang="en-US" sz="1600" dirty="0"/>
              <a:t>Upper Confidence Bound (UCB)</a:t>
            </a:r>
          </a:p>
          <a:p>
            <a:pPr marL="285750" indent="-285750" algn="just">
              <a:buFont typeface="Arial" panose="020B0604020202020204" pitchFamily="34" charset="0"/>
              <a:buChar char="•"/>
            </a:pPr>
            <a:r>
              <a:rPr lang="en-US" sz="1600" dirty="0"/>
              <a:t>Balance exploitation via weight term </a:t>
            </a:r>
            <a:r>
              <a:rPr lang="el-GR" sz="1600" dirty="0"/>
              <a:t>λ</a:t>
            </a:r>
            <a:r>
              <a:rPr lang="en-US" sz="1600" dirty="0"/>
              <a:t> </a:t>
            </a:r>
          </a:p>
          <a:p>
            <a:pPr algn="just"/>
            <a:r>
              <a:rPr lang="en-US" sz="1600" dirty="0"/>
              <a:t>	μ(x) + </a:t>
            </a:r>
            <a:r>
              <a:rPr lang="el-GR" sz="1600" dirty="0"/>
              <a:t>λ</a:t>
            </a:r>
            <a:r>
              <a:rPr lang="en-US" sz="1600" dirty="0"/>
              <a:t> </a:t>
            </a:r>
            <a:r>
              <a:rPr lang="el-GR" sz="1600" dirty="0"/>
              <a:t>α</a:t>
            </a:r>
            <a:r>
              <a:rPr lang="en-US" sz="1600" dirty="0"/>
              <a:t>(x)</a:t>
            </a:r>
          </a:p>
        </p:txBody>
      </p:sp>
    </p:spTree>
    <p:extLst>
      <p:ext uri="{BB962C8B-B14F-4D97-AF65-F5344CB8AC3E}">
        <p14:creationId xmlns:p14="http://schemas.microsoft.com/office/powerpoint/2010/main" val="2979613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08AC6-2738-06DF-B1BF-EB74DB367A5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11D3C27-0B98-0811-7CE3-B74981F8B5C2}"/>
              </a:ext>
            </a:extLst>
          </p:cNvPr>
          <p:cNvSpPr>
            <a:spLocks noGrp="1"/>
          </p:cNvSpPr>
          <p:nvPr>
            <p:ph type="sldNum" sz="quarter" idx="12"/>
          </p:nvPr>
        </p:nvSpPr>
        <p:spPr/>
        <p:txBody>
          <a:bodyPr/>
          <a:lstStyle/>
          <a:p>
            <a:fld id="{03CB0E19-F4C8-4F98-96D2-CE1ECDE59975}" type="slidenum">
              <a:rPr lang="en-GB" smtClean="0"/>
              <a:t>53</a:t>
            </a:fld>
            <a:endParaRPr lang="en-GB"/>
          </a:p>
        </p:txBody>
      </p:sp>
      <p:sp>
        <p:nvSpPr>
          <p:cNvPr id="7" name="Rectangle 6">
            <a:extLst>
              <a:ext uri="{FF2B5EF4-FFF2-40B4-BE49-F238E27FC236}">
                <a16:creationId xmlns:a16="http://schemas.microsoft.com/office/drawing/2014/main" id="{7A23EBEC-EA16-D660-AA59-5CB848857A26}"/>
              </a:ext>
            </a:extLst>
          </p:cNvPr>
          <p:cNvSpPr/>
          <p:nvPr/>
        </p:nvSpPr>
        <p:spPr>
          <a:xfrm>
            <a:off x="323850" y="5953125"/>
            <a:ext cx="4733925" cy="742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EE8AA26-E2F0-5A23-D4A8-757B708DA2F0}"/>
              </a:ext>
            </a:extLst>
          </p:cNvPr>
          <p:cNvSpPr txBox="1"/>
          <p:nvPr/>
        </p:nvSpPr>
        <p:spPr>
          <a:xfrm>
            <a:off x="323850" y="301929"/>
            <a:ext cx="11449050" cy="877163"/>
          </a:xfrm>
          <a:prstGeom prst="rect">
            <a:avLst/>
          </a:prstGeom>
          <a:solidFill>
            <a:schemeClr val="bg1">
              <a:lumMod val="95000"/>
            </a:schemeClr>
          </a:solidFill>
        </p:spPr>
        <p:txBody>
          <a:bodyPr wrap="square" tIns="91440" rtlCol="0">
            <a:spAutoFit/>
          </a:bodyPr>
          <a:lstStyle/>
          <a:p>
            <a:pPr algn="just"/>
            <a:r>
              <a:rPr lang="en-US" sz="1600" b="1" dirty="0"/>
              <a:t>Human dose</a:t>
            </a:r>
          </a:p>
          <a:p>
            <a:pPr marL="285750" indent="-285750" algn="just">
              <a:buFont typeface="Arial" panose="020B0604020202020204" pitchFamily="34" charset="0"/>
              <a:buChar char="•"/>
            </a:pPr>
            <a:r>
              <a:rPr lang="en-US" sz="1600" dirty="0"/>
              <a:t>dose is more sensitive to changes in half-life than changes in unbound clearance when half-lives are shorter than 2 h</a:t>
            </a:r>
          </a:p>
          <a:p>
            <a:pPr marL="285750" indent="-285750" algn="just">
              <a:buFont typeface="Arial" panose="020B0604020202020204" pitchFamily="34" charset="0"/>
              <a:buChar char="•"/>
            </a:pPr>
            <a:r>
              <a:rPr lang="en-US" sz="1600" dirty="0"/>
              <a:t>Fluorine can have impact of increasing </a:t>
            </a:r>
            <a:r>
              <a:rPr lang="en-US" sz="1600" dirty="0" err="1"/>
              <a:t>Vssu</a:t>
            </a:r>
            <a:r>
              <a:rPr lang="en-US" sz="1600" dirty="0"/>
              <a:t> or lowering </a:t>
            </a:r>
            <a:r>
              <a:rPr lang="en-US" sz="1600" dirty="0" err="1"/>
              <a:t>CLu</a:t>
            </a:r>
            <a:endParaRPr lang="en-US" sz="1600" dirty="0"/>
          </a:p>
        </p:txBody>
      </p:sp>
      <p:sp>
        <p:nvSpPr>
          <p:cNvPr id="3" name="TextBox 2">
            <a:extLst>
              <a:ext uri="{FF2B5EF4-FFF2-40B4-BE49-F238E27FC236}">
                <a16:creationId xmlns:a16="http://schemas.microsoft.com/office/drawing/2014/main" id="{C7DC2503-4937-5AA9-B65D-62E5A80A6AA2}"/>
              </a:ext>
            </a:extLst>
          </p:cNvPr>
          <p:cNvSpPr txBox="1"/>
          <p:nvPr/>
        </p:nvSpPr>
        <p:spPr>
          <a:xfrm>
            <a:off x="483854" y="2360113"/>
            <a:ext cx="11449050" cy="307777"/>
          </a:xfrm>
          <a:prstGeom prst="rect">
            <a:avLst/>
          </a:prstGeom>
          <a:noFill/>
        </p:spPr>
        <p:txBody>
          <a:bodyPr wrap="square" rtlCol="0">
            <a:spAutoFit/>
          </a:bodyPr>
          <a:lstStyle/>
          <a:p>
            <a:r>
              <a:rPr lang="en-US" sz="1400" dirty="0">
                <a:hlinkClick r:id="rId2"/>
              </a:rPr>
              <a:t>Strategy for Extending Half-life in Drug Design and Its Significance | ACS Medicinal Chemistry Letters</a:t>
            </a:r>
            <a:endParaRPr lang="en-US" sz="1400" dirty="0"/>
          </a:p>
        </p:txBody>
      </p:sp>
      <p:pic>
        <p:nvPicPr>
          <p:cNvPr id="6" name="Picture 5">
            <a:extLst>
              <a:ext uri="{FF2B5EF4-FFF2-40B4-BE49-F238E27FC236}">
                <a16:creationId xmlns:a16="http://schemas.microsoft.com/office/drawing/2014/main" id="{E54512C2-DA5B-B433-486E-1D1A64798C2B}"/>
              </a:ext>
            </a:extLst>
          </p:cNvPr>
          <p:cNvPicPr>
            <a:picLocks noChangeAspect="1"/>
          </p:cNvPicPr>
          <p:nvPr/>
        </p:nvPicPr>
        <p:blipFill>
          <a:blip r:embed="rId3"/>
          <a:stretch>
            <a:fillRect/>
          </a:stretch>
        </p:blipFill>
        <p:spPr>
          <a:xfrm>
            <a:off x="2571421" y="1269200"/>
            <a:ext cx="4733925" cy="1129193"/>
          </a:xfrm>
          <a:prstGeom prst="rect">
            <a:avLst/>
          </a:prstGeom>
        </p:spPr>
      </p:pic>
      <p:sp>
        <p:nvSpPr>
          <p:cNvPr id="8" name="TextBox 7">
            <a:extLst>
              <a:ext uri="{FF2B5EF4-FFF2-40B4-BE49-F238E27FC236}">
                <a16:creationId xmlns:a16="http://schemas.microsoft.com/office/drawing/2014/main" id="{ECE5E750-9F1D-594C-36A2-C5C395DE1E3C}"/>
              </a:ext>
            </a:extLst>
          </p:cNvPr>
          <p:cNvSpPr txBox="1"/>
          <p:nvPr/>
        </p:nvSpPr>
        <p:spPr>
          <a:xfrm flipH="1">
            <a:off x="7694240" y="1664519"/>
            <a:ext cx="3436215" cy="338554"/>
          </a:xfrm>
          <a:prstGeom prst="rect">
            <a:avLst/>
          </a:prstGeom>
          <a:noFill/>
        </p:spPr>
        <p:txBody>
          <a:bodyPr wrap="square" rtlCol="0">
            <a:spAutoFit/>
          </a:bodyPr>
          <a:lstStyle/>
          <a:p>
            <a:r>
              <a:rPr lang="en-US" sz="1600" dirty="0"/>
              <a:t>where CL</a:t>
            </a:r>
            <a:r>
              <a:rPr lang="en-US" sz="1600" baseline="-25000" dirty="0"/>
              <a:t>P</a:t>
            </a:r>
            <a:r>
              <a:rPr lang="en-US" sz="1600" dirty="0"/>
              <a:t> is plasma clearance</a:t>
            </a:r>
          </a:p>
        </p:txBody>
      </p:sp>
      <p:sp>
        <p:nvSpPr>
          <p:cNvPr id="10" name="TextBox 9">
            <a:extLst>
              <a:ext uri="{FF2B5EF4-FFF2-40B4-BE49-F238E27FC236}">
                <a16:creationId xmlns:a16="http://schemas.microsoft.com/office/drawing/2014/main" id="{9D4B068A-E01D-32B2-DEAF-EBBAF872A023}"/>
              </a:ext>
            </a:extLst>
          </p:cNvPr>
          <p:cNvSpPr txBox="1"/>
          <p:nvPr/>
        </p:nvSpPr>
        <p:spPr>
          <a:xfrm>
            <a:off x="323850" y="3016786"/>
            <a:ext cx="11449050" cy="877163"/>
          </a:xfrm>
          <a:prstGeom prst="rect">
            <a:avLst/>
          </a:prstGeom>
          <a:solidFill>
            <a:schemeClr val="bg1">
              <a:lumMod val="95000"/>
            </a:schemeClr>
          </a:solidFill>
        </p:spPr>
        <p:txBody>
          <a:bodyPr wrap="square" tIns="91440" rtlCol="0">
            <a:spAutoFit/>
          </a:bodyPr>
          <a:lstStyle/>
          <a:p>
            <a:pPr algn="just"/>
            <a:r>
              <a:rPr lang="en-US" sz="1600" b="1" dirty="0"/>
              <a:t>Impact of lipophilicity</a:t>
            </a:r>
          </a:p>
          <a:p>
            <a:pPr marL="285750" indent="-285750" algn="just">
              <a:buFont typeface="Arial" panose="020B0604020202020204" pitchFamily="34" charset="0"/>
              <a:buChar char="•"/>
            </a:pPr>
            <a:r>
              <a:rPr lang="en-US" sz="1600" dirty="0"/>
              <a:t>Do not bias away from high clearance/high </a:t>
            </a:r>
            <a:r>
              <a:rPr lang="en-US" sz="1600" dirty="0" err="1"/>
              <a:t>logP</a:t>
            </a:r>
            <a:r>
              <a:rPr lang="en-US" sz="1600" dirty="0"/>
              <a:t> </a:t>
            </a:r>
            <a:r>
              <a:rPr lang="en-US" sz="1600" dirty="0" err="1"/>
              <a:t>cmpds</a:t>
            </a:r>
            <a:r>
              <a:rPr lang="en-US" sz="1600" dirty="0"/>
              <a:t>, as </a:t>
            </a:r>
            <a:r>
              <a:rPr lang="en-US" sz="1600" dirty="0" err="1"/>
              <a:t>V</a:t>
            </a:r>
            <a:r>
              <a:rPr lang="en-US" sz="1600" baseline="-25000" dirty="0" err="1"/>
              <a:t>d</a:t>
            </a:r>
            <a:r>
              <a:rPr lang="en-US" sz="1600" dirty="0"/>
              <a:t> may balance effects</a:t>
            </a:r>
          </a:p>
          <a:p>
            <a:pPr marL="285750" indent="-285750" algn="just">
              <a:buFont typeface="Arial" panose="020B0604020202020204" pitchFamily="34" charset="0"/>
              <a:buChar char="•"/>
            </a:pPr>
            <a:r>
              <a:rPr lang="en-US" sz="1600" dirty="0"/>
              <a:t>V</a:t>
            </a:r>
            <a:r>
              <a:rPr lang="en-US" sz="1600" baseline="-25000" dirty="0"/>
              <a:t>SS,U</a:t>
            </a:r>
            <a:r>
              <a:rPr lang="en-US" sz="1600" dirty="0"/>
              <a:t> and CL</a:t>
            </a:r>
            <a:r>
              <a:rPr lang="en-US" sz="1600" baseline="-25000" dirty="0"/>
              <a:t>U</a:t>
            </a:r>
            <a:r>
              <a:rPr lang="en-US" sz="1600" dirty="0"/>
              <a:t> correlate with </a:t>
            </a:r>
            <a:r>
              <a:rPr lang="en-US" sz="1600" dirty="0" err="1"/>
              <a:t>logP</a:t>
            </a:r>
            <a:endParaRPr lang="en-US" sz="1600" dirty="0"/>
          </a:p>
        </p:txBody>
      </p:sp>
      <p:pic>
        <p:nvPicPr>
          <p:cNvPr id="12" name="Picture 11">
            <a:extLst>
              <a:ext uri="{FF2B5EF4-FFF2-40B4-BE49-F238E27FC236}">
                <a16:creationId xmlns:a16="http://schemas.microsoft.com/office/drawing/2014/main" id="{F7BC89E1-CB2F-A762-5EC6-ED053C6EC2E6}"/>
              </a:ext>
            </a:extLst>
          </p:cNvPr>
          <p:cNvPicPr>
            <a:picLocks noChangeAspect="1"/>
          </p:cNvPicPr>
          <p:nvPr/>
        </p:nvPicPr>
        <p:blipFill>
          <a:blip r:embed="rId4"/>
          <a:stretch>
            <a:fillRect/>
          </a:stretch>
        </p:blipFill>
        <p:spPr>
          <a:xfrm>
            <a:off x="7088525" y="3848911"/>
            <a:ext cx="4451788" cy="2270412"/>
          </a:xfrm>
          <a:prstGeom prst="rect">
            <a:avLst/>
          </a:prstGeom>
        </p:spPr>
      </p:pic>
      <p:sp>
        <p:nvSpPr>
          <p:cNvPr id="13" name="TextBox 12">
            <a:extLst>
              <a:ext uri="{FF2B5EF4-FFF2-40B4-BE49-F238E27FC236}">
                <a16:creationId xmlns:a16="http://schemas.microsoft.com/office/drawing/2014/main" id="{D6C61946-FE86-3B57-7957-617B079E15B6}"/>
              </a:ext>
            </a:extLst>
          </p:cNvPr>
          <p:cNvSpPr txBox="1"/>
          <p:nvPr/>
        </p:nvSpPr>
        <p:spPr>
          <a:xfrm>
            <a:off x="323850" y="6258807"/>
            <a:ext cx="11449050" cy="523220"/>
          </a:xfrm>
          <a:prstGeom prst="rect">
            <a:avLst/>
          </a:prstGeom>
          <a:noFill/>
        </p:spPr>
        <p:txBody>
          <a:bodyPr wrap="square" rtlCol="0">
            <a:spAutoFit/>
          </a:bodyPr>
          <a:lstStyle/>
          <a:p>
            <a:r>
              <a:rPr lang="en-US" sz="1400" dirty="0">
                <a:hlinkClick r:id="rId5"/>
              </a:rPr>
              <a:t>Integrating the Impact of Lipophilicity on Potency and Pharmacokinetic Parameters Enables the Use of Diverse Chemical Space during Small Molecule Drug Optimization | Journal of Medicinal Chemistry</a:t>
            </a:r>
            <a:endParaRPr lang="en-US" sz="1400" dirty="0"/>
          </a:p>
        </p:txBody>
      </p:sp>
      <p:pic>
        <p:nvPicPr>
          <p:cNvPr id="15" name="Picture 14">
            <a:extLst>
              <a:ext uri="{FF2B5EF4-FFF2-40B4-BE49-F238E27FC236}">
                <a16:creationId xmlns:a16="http://schemas.microsoft.com/office/drawing/2014/main" id="{5E315DAC-BB3B-AB98-03E6-A26991AF94FC}"/>
              </a:ext>
            </a:extLst>
          </p:cNvPr>
          <p:cNvPicPr>
            <a:picLocks noChangeAspect="1"/>
          </p:cNvPicPr>
          <p:nvPr/>
        </p:nvPicPr>
        <p:blipFill>
          <a:blip r:embed="rId6"/>
          <a:srcRect t="28774"/>
          <a:stretch/>
        </p:blipFill>
        <p:spPr>
          <a:xfrm>
            <a:off x="651687" y="4322325"/>
            <a:ext cx="1771650" cy="630942"/>
          </a:xfrm>
          <a:prstGeom prst="rect">
            <a:avLst/>
          </a:prstGeom>
        </p:spPr>
      </p:pic>
      <p:pic>
        <p:nvPicPr>
          <p:cNvPr id="17" name="Picture 16">
            <a:extLst>
              <a:ext uri="{FF2B5EF4-FFF2-40B4-BE49-F238E27FC236}">
                <a16:creationId xmlns:a16="http://schemas.microsoft.com/office/drawing/2014/main" id="{CEC36E3D-EF33-3449-C5E6-37BE82DF8EBE}"/>
              </a:ext>
            </a:extLst>
          </p:cNvPr>
          <p:cNvPicPr>
            <a:picLocks noChangeAspect="1"/>
          </p:cNvPicPr>
          <p:nvPr/>
        </p:nvPicPr>
        <p:blipFill>
          <a:blip r:embed="rId7"/>
          <a:stretch>
            <a:fillRect/>
          </a:stretch>
        </p:blipFill>
        <p:spPr>
          <a:xfrm>
            <a:off x="789799" y="4843596"/>
            <a:ext cx="1495425" cy="609600"/>
          </a:xfrm>
          <a:prstGeom prst="rect">
            <a:avLst/>
          </a:prstGeom>
        </p:spPr>
      </p:pic>
    </p:spTree>
    <p:extLst>
      <p:ext uri="{BB962C8B-B14F-4D97-AF65-F5344CB8AC3E}">
        <p14:creationId xmlns:p14="http://schemas.microsoft.com/office/powerpoint/2010/main" val="2116148016"/>
      </p:ext>
    </p:extLst>
  </p:cSld>
  <p:clrMapOvr>
    <a:masterClrMapping/>
  </p:clrMapOvr>
</p:sld>
</file>

<file path=ppt/theme/theme1.xml><?xml version="1.0" encoding="utf-8"?>
<a:theme xmlns:a="http://schemas.openxmlformats.org/drawingml/2006/main" name="Novartis | Reimagining Medicine">
  <a:themeElements>
    <a:clrScheme name="Novartis RM">
      <a:dk1>
        <a:srgbClr val="000000"/>
      </a:dk1>
      <a:lt1>
        <a:srgbClr val="FFFFFF"/>
      </a:lt1>
      <a:dk2>
        <a:srgbClr val="002068"/>
      </a:dk2>
      <a:lt2>
        <a:srgbClr val="FFFFFF"/>
      </a:lt2>
      <a:accent1>
        <a:srgbClr val="002068"/>
      </a:accent1>
      <a:accent2>
        <a:srgbClr val="FF585D"/>
      </a:accent2>
      <a:accent3>
        <a:srgbClr val="FFC100"/>
      </a:accent3>
      <a:accent4>
        <a:srgbClr val="A7A8AA"/>
      </a:accent4>
      <a:accent5>
        <a:srgbClr val="D0D0D0"/>
      </a:accent5>
      <a:accent6>
        <a:srgbClr val="0460A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rgbClr val="0460A9"/>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Novartis_PPT_16x9_Novartis_RMLogo" id="{C353A3A0-42CC-AA49-BF2F-196522F2CE06}" vid="{FA420423-A994-E54B-8A1E-034C61B1BE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3937</Words>
  <Application>Microsoft Office PowerPoint</Application>
  <PresentationFormat>Widescreen</PresentationFormat>
  <Paragraphs>718</Paragraphs>
  <Slides>53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62" baseType="lpstr">
      <vt:lpstr>Arial</vt:lpstr>
      <vt:lpstr>Calibri</vt:lpstr>
      <vt:lpstr>Cambria Math</vt:lpstr>
      <vt:lpstr>Courier New</vt:lpstr>
      <vt:lpstr>Ping LCG Medium</vt:lpstr>
      <vt:lpstr>Roboto</vt:lpstr>
      <vt:lpstr>Novartis | Reimagining Medicine</vt:lpstr>
      <vt:lpstr>CS ChemDraw 64-bit Drawing</vt:lpstr>
      <vt:lpstr>CS ChemDraw Drawing</vt:lpstr>
      <vt:lpstr>Application of physics-based methods in drug discovery</vt:lpstr>
      <vt:lpstr>PowerPoint Presentation</vt:lpstr>
      <vt:lpstr>PowerPoint Presentation</vt:lpstr>
      <vt:lpstr>Outline</vt:lpstr>
      <vt:lpstr>PowerPoint Presentation</vt:lpstr>
      <vt:lpstr>Atropisomers are conformationally locked molecules</vt:lpstr>
      <vt:lpstr>Predicting atropisomers with quantum mechanics</vt:lpstr>
      <vt:lpstr>Predicting atropisomers with quantum mechanics</vt:lpstr>
      <vt:lpstr>Going large: 15 K torsion scans enable chemical space view</vt:lpstr>
      <vt:lpstr>Going large: 15 K torsion scans enable chemical space view</vt:lpstr>
      <vt:lpstr>PowerPoint Presentation</vt:lpstr>
      <vt:lpstr>Automating molecular dynamics and free energy with Amber</vt:lpstr>
      <vt:lpstr>PowerPoint Presentation</vt:lpstr>
      <vt:lpstr>AmberTI on sixteen benchmark systems</vt:lpstr>
      <vt:lpstr>AmberTI on sixteen benchmark systems</vt:lpstr>
      <vt:lpstr>Application to a membrane exposed GPCR allosteric site</vt:lpstr>
      <vt:lpstr>PowerPoint Presentation</vt:lpstr>
      <vt:lpstr>Benchmarking Amber MM-PBSA for affinity scoring</vt:lpstr>
      <vt:lpstr>Benchmarking Amber TI for affinity scoring</vt:lpstr>
      <vt:lpstr>Understanding and optimizing selectivity</vt:lpstr>
      <vt:lpstr>Understanding and optimizing selectivity</vt:lpstr>
      <vt:lpstr>Understanding and optimizing selectivity</vt:lpstr>
      <vt:lpstr>Understanding and optimizing selectivity</vt:lpstr>
      <vt:lpstr>Understanding and optimizing selectivity</vt:lpstr>
      <vt:lpstr>Exploring further CH-pi substituents</vt:lpstr>
      <vt:lpstr>Exploring further CH-pi substituents</vt:lpstr>
      <vt:lpstr>PowerPoint Presentation</vt:lpstr>
      <vt:lpstr>Project shifted focus to series B</vt:lpstr>
      <vt:lpstr>Project shifted focus to series B</vt:lpstr>
      <vt:lpstr>Exploration of side-chain position</vt:lpstr>
      <vt:lpstr>Exploration of side-chain position</vt:lpstr>
      <vt:lpstr>Exploration of side-chain position</vt:lpstr>
      <vt:lpstr>Exploration of side-chain position</vt:lpstr>
      <vt:lpstr>Exploration of side-chain position</vt:lpstr>
      <vt:lpstr>Conclusions</vt:lpstr>
      <vt:lpstr>PowerPoint Presentation</vt:lpstr>
      <vt:lpstr>Quantum mechanical transition state scanning</vt:lpstr>
      <vt:lpstr>Strategy and virtual screening of Enamine REAL 10 B</vt:lpstr>
      <vt:lpstr>Methods to search large make-on-demand spaces</vt:lpstr>
      <vt:lpstr>Acknowledgements</vt:lpstr>
      <vt:lpstr>Thank you</vt:lpstr>
      <vt:lpstr>NK7-902 degrades both human and mouse NEK7</vt:lpstr>
      <vt:lpstr>Bifunctional degraders: enabling linker library design via ternary complex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Dickson, Callum</dc:creator>
  <cp:lastModifiedBy>Dickson, Callum</cp:lastModifiedBy>
  <cp:revision>1</cp:revision>
  <dcterms:created xsi:type="dcterms:W3CDTF">2024-11-04T23:33:40Z</dcterms:created>
  <dcterms:modified xsi:type="dcterms:W3CDTF">2025-03-11T18:50:58Z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9bec58-8084-492e-8360-0e1cfe36408c_Enabled">
    <vt:lpwstr>true</vt:lpwstr>
  </property>
  <property fmtid="{D5CDD505-2E9C-101B-9397-08002B2CF9AE}" pid="3" name="MSIP_Label_3c9bec58-8084-492e-8360-0e1cfe36408c_SetDate">
    <vt:lpwstr>2023-10-12T11:34:02Z</vt:lpwstr>
  </property>
  <property fmtid="{D5CDD505-2E9C-101B-9397-08002B2CF9AE}" pid="4" name="MSIP_Label_3c9bec58-8084-492e-8360-0e1cfe36408c_Method">
    <vt:lpwstr>Standard</vt:lpwstr>
  </property>
  <property fmtid="{D5CDD505-2E9C-101B-9397-08002B2CF9AE}" pid="5" name="MSIP_Label_3c9bec58-8084-492e-8360-0e1cfe36408c_Name">
    <vt:lpwstr>Not Protected -Pilot</vt:lpwstr>
  </property>
  <property fmtid="{D5CDD505-2E9C-101B-9397-08002B2CF9AE}" pid="6" name="MSIP_Label_3c9bec58-8084-492e-8360-0e1cfe36408c_SiteId">
    <vt:lpwstr>f35a6974-607f-47d4-82d7-ff31d7dc53a5</vt:lpwstr>
  </property>
  <property fmtid="{D5CDD505-2E9C-101B-9397-08002B2CF9AE}" pid="7" name="MSIP_Label_3c9bec58-8084-492e-8360-0e1cfe36408c_ActionId">
    <vt:lpwstr>9929b886-7866-4465-9bf7-3a0ab3cdd5a5</vt:lpwstr>
  </property>
  <property fmtid="{D5CDD505-2E9C-101B-9397-08002B2CF9AE}" pid="8" name="MSIP_Label_3c9bec58-8084-492e-8360-0e1cfe36408c_ContentBits">
    <vt:lpwstr>0</vt:lpwstr>
  </property>
  <property fmtid="{D5CDD505-2E9C-101B-9397-08002B2CF9AE}" pid="9" name="MSIP_Label_8e19d756-792e-42a1-bcad-4cb9051ddd2d_Enabled">
    <vt:lpwstr>true</vt:lpwstr>
  </property>
  <property fmtid="{D5CDD505-2E9C-101B-9397-08002B2CF9AE}" pid="10" name="MSIP_Label_8e19d756-792e-42a1-bcad-4cb9051ddd2d_SetDate">
    <vt:lpwstr>2024-10-16T12:55:38Z</vt:lpwstr>
  </property>
  <property fmtid="{D5CDD505-2E9C-101B-9397-08002B2CF9AE}" pid="11" name="MSIP_Label_8e19d756-792e-42a1-bcad-4cb9051ddd2d_Method">
    <vt:lpwstr>Standard</vt:lpwstr>
  </property>
  <property fmtid="{D5CDD505-2E9C-101B-9397-08002B2CF9AE}" pid="12" name="MSIP_Label_8e19d756-792e-42a1-bcad-4cb9051ddd2d_Name">
    <vt:lpwstr>Confidential</vt:lpwstr>
  </property>
  <property fmtid="{D5CDD505-2E9C-101B-9397-08002B2CF9AE}" pid="13" name="MSIP_Label_8e19d756-792e-42a1-bcad-4cb9051ddd2d_SiteId">
    <vt:lpwstr>41eb501a-f671-4ce0-a5bf-b64168c3705f</vt:lpwstr>
  </property>
  <property fmtid="{D5CDD505-2E9C-101B-9397-08002B2CF9AE}" pid="14" name="MSIP_Label_8e19d756-792e-42a1-bcad-4cb9051ddd2d_ActionId">
    <vt:lpwstr>8ce6efed-055a-4528-961b-9daa01880ba6</vt:lpwstr>
  </property>
  <property fmtid="{D5CDD505-2E9C-101B-9397-08002B2CF9AE}" pid="15" name="MSIP_Label_8e19d756-792e-42a1-bcad-4cb9051ddd2d_ContentBits">
    <vt:lpwstr>2</vt:lpwstr>
  </property>
  <property fmtid="{D5CDD505-2E9C-101B-9397-08002B2CF9AE}" pid="16" name="ClassificationContentMarkingFooterLocations">
    <vt:lpwstr>Novartis | Reimagining Medicine:7</vt:lpwstr>
  </property>
  <property fmtid="{D5CDD505-2E9C-101B-9397-08002B2CF9AE}" pid="17" name="ClassificationContentMarkingFooterText">
    <vt:lpwstr>Confidential - Not for Public Consumption or Distribution</vt:lpwstr>
  </property>
</Properties>
</file>